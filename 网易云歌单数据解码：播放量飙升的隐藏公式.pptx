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  <p:sldMasterId id="2147483671" r:id="rId4"/>
    <p:sldMasterId id="2147483691" r:id="rId5"/>
    <p:sldMasterId id="2147483711" r:id="rId6"/>
    <p:sldMasterId id="2147483731" r:id="rId7"/>
    <p:sldMasterId id="2147483751" r:id="rId8"/>
    <p:sldMasterId id="2147483771" r:id="rId9"/>
    <p:sldMasterId id="2147483790" r:id="rId10"/>
    <p:sldMasterId id="2147483809" r:id="rId11"/>
  </p:sldMasterIdLst>
  <p:notesMasterIdLst>
    <p:notesMasterId r:id="rId13"/>
  </p:notesMasterIdLst>
  <p:sldIdLst>
    <p:sldId id="287" r:id="rId12"/>
    <p:sldId id="288" r:id="rId14"/>
    <p:sldId id="290" r:id="rId15"/>
    <p:sldId id="291" r:id="rId16"/>
    <p:sldId id="293" r:id="rId17"/>
    <p:sldId id="328" r:id="rId18"/>
    <p:sldId id="296" r:id="rId19"/>
    <p:sldId id="331" r:id="rId20"/>
    <p:sldId id="336" r:id="rId21"/>
    <p:sldId id="337" r:id="rId22"/>
    <p:sldId id="299" r:id="rId23"/>
    <p:sldId id="339" r:id="rId24"/>
    <p:sldId id="340" r:id="rId25"/>
    <p:sldId id="341" r:id="rId26"/>
    <p:sldId id="342" r:id="rId27"/>
    <p:sldId id="345" r:id="rId28"/>
    <p:sldId id="346" r:id="rId29"/>
    <p:sldId id="335" r:id="rId30"/>
    <p:sldId id="347" r:id="rId31"/>
    <p:sldId id="300" r:id="rId32"/>
    <p:sldId id="349" r:id="rId33"/>
    <p:sldId id="292" r:id="rId34"/>
    <p:sldId id="350" r:id="rId35"/>
    <p:sldId id="351" r:id="rId36"/>
    <p:sldId id="295" r:id="rId37"/>
    <p:sldId id="353" r:id="rId38"/>
    <p:sldId id="355" r:id="rId39"/>
    <p:sldId id="356" r:id="rId40"/>
    <p:sldId id="357" r:id="rId41"/>
    <p:sldId id="358" r:id="rId42"/>
    <p:sldId id="360" r:id="rId43"/>
    <p:sldId id="359" r:id="rId44"/>
    <p:sldId id="302" r:id="rId45"/>
    <p:sldId id="363" r:id="rId46"/>
    <p:sldId id="364" r:id="rId47"/>
    <p:sldId id="365" r:id="rId48"/>
    <p:sldId id="367" r:id="rId49"/>
    <p:sldId id="327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38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7.xml"/><Relationship Id="rId48" Type="http://schemas.openxmlformats.org/officeDocument/2006/relationships/slide" Target="slides/slide36.xml"/><Relationship Id="rId47" Type="http://schemas.openxmlformats.org/officeDocument/2006/relationships/slide" Target="slides/slide35.xml"/><Relationship Id="rId46" Type="http://schemas.openxmlformats.org/officeDocument/2006/relationships/slide" Target="slides/slide34.xml"/><Relationship Id="rId45" Type="http://schemas.openxmlformats.org/officeDocument/2006/relationships/slide" Target="slides/slide33.xml"/><Relationship Id="rId44" Type="http://schemas.openxmlformats.org/officeDocument/2006/relationships/slide" Target="slides/slide32.xml"/><Relationship Id="rId43" Type="http://schemas.openxmlformats.org/officeDocument/2006/relationships/slide" Target="slides/slide31.xml"/><Relationship Id="rId42" Type="http://schemas.openxmlformats.org/officeDocument/2006/relationships/slide" Target="slides/slide30.xml"/><Relationship Id="rId41" Type="http://schemas.openxmlformats.org/officeDocument/2006/relationships/slide" Target="slides/slide29.xml"/><Relationship Id="rId40" Type="http://schemas.openxmlformats.org/officeDocument/2006/relationships/slide" Target="slides/slide2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7.xml"/><Relationship Id="rId38" Type="http://schemas.openxmlformats.org/officeDocument/2006/relationships/slide" Target="slides/slide26.xml"/><Relationship Id="rId37" Type="http://schemas.openxmlformats.org/officeDocument/2006/relationships/slide" Target="slides/slide25.xml"/><Relationship Id="rId36" Type="http://schemas.openxmlformats.org/officeDocument/2006/relationships/slide" Target="slides/slide24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11.xml"/><Relationship Id="rId2" Type="http://schemas.openxmlformats.org/officeDocument/2006/relationships/tags" Target="../tags/tag1.xml"/><Relationship Id="rId19" Type="http://schemas.openxmlformats.org/officeDocument/2006/relationships/tags" Target="../tags/tag10.xml"/><Relationship Id="rId18" Type="http://schemas.openxmlformats.org/officeDocument/2006/relationships/tags" Target="../tags/tag9.xml"/><Relationship Id="rId17" Type="http://schemas.openxmlformats.org/officeDocument/2006/relationships/tags" Target="../tags/tag8.xml"/><Relationship Id="rId16" Type="http://schemas.openxmlformats.org/officeDocument/2006/relationships/tags" Target="../tags/tag7.xml"/><Relationship Id="rId15" Type="http://schemas.openxmlformats.org/officeDocument/2006/relationships/tags" Target="../tags/tag6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5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9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8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7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1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40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39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64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77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90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99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107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6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17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128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3" Type="http://schemas.openxmlformats.org/officeDocument/2006/relationships/tags" Target="../tags/tag133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150.xml"/><Relationship Id="rId2" Type="http://schemas.openxmlformats.org/officeDocument/2006/relationships/tags" Target="../tags/tag140.xml"/><Relationship Id="rId19" Type="http://schemas.openxmlformats.org/officeDocument/2006/relationships/tags" Target="../tags/tag149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144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58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57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56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80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79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78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214.xml"/><Relationship Id="rId20" Type="http://schemas.openxmlformats.org/officeDocument/2006/relationships/tags" Target="../tags/tag213.xml"/><Relationship Id="rId2" Type="http://schemas.openxmlformats.org/officeDocument/2006/relationships/tags" Target="../tags/tag203.xml"/><Relationship Id="rId19" Type="http://schemas.openxmlformats.org/officeDocument/2006/relationships/tags" Target="../tags/tag212.xml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216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15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29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4" Type="http://schemas.openxmlformats.org/officeDocument/2006/relationships/tags" Target="../tags/tag235.xml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238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246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45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256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6" Type="http://schemas.openxmlformats.org/officeDocument/2006/relationships/tags" Target="../tags/tag264.xml"/><Relationship Id="rId15" Type="http://schemas.openxmlformats.org/officeDocument/2006/relationships/tags" Target="../tags/tag263.xml"/><Relationship Id="rId14" Type="http://schemas.openxmlformats.org/officeDocument/2006/relationships/tags" Target="../tags/tag262.xml"/><Relationship Id="rId13" Type="http://schemas.openxmlformats.org/officeDocument/2006/relationships/tags" Target="../tags/tag261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267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289.xml"/><Relationship Id="rId2" Type="http://schemas.openxmlformats.org/officeDocument/2006/relationships/tags" Target="../tags/tag279.xml"/><Relationship Id="rId19" Type="http://schemas.openxmlformats.org/officeDocument/2006/relationships/tags" Target="../tags/tag288.xml"/><Relationship Id="rId18" Type="http://schemas.openxmlformats.org/officeDocument/2006/relationships/tags" Target="../tags/tag287.xml"/><Relationship Id="rId17" Type="http://schemas.openxmlformats.org/officeDocument/2006/relationships/tags" Target="../tags/tag286.xml"/><Relationship Id="rId16" Type="http://schemas.openxmlformats.org/officeDocument/2006/relationships/tags" Target="../tags/tag285.xml"/><Relationship Id="rId15" Type="http://schemas.openxmlformats.org/officeDocument/2006/relationships/tags" Target="../tags/tag284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283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6" Type="http://schemas.openxmlformats.org/officeDocument/2006/relationships/tags" Target="../tags/tag294.xml"/><Relationship Id="rId5" Type="http://schemas.openxmlformats.org/officeDocument/2006/relationships/tags" Target="../tags/tag293.xml"/><Relationship Id="rId4" Type="http://schemas.openxmlformats.org/officeDocument/2006/relationships/tags" Target="../tags/tag292.xml"/><Relationship Id="rId3" Type="http://schemas.openxmlformats.org/officeDocument/2006/relationships/tags" Target="../tags/tag291.xml"/><Relationship Id="rId2" Type="http://schemas.openxmlformats.org/officeDocument/2006/relationships/tags" Target="../tags/tag290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297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296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295.xml"/><Relationship Id="rId15" Type="http://schemas.openxmlformats.org/officeDocument/2006/relationships/tags" Target="../tags/tag302.xml"/><Relationship Id="rId14" Type="http://schemas.openxmlformats.org/officeDocument/2006/relationships/tags" Target="../tags/tag301.xml"/><Relationship Id="rId13" Type="http://schemas.openxmlformats.org/officeDocument/2006/relationships/tags" Target="../tags/tag300.xml"/><Relationship Id="rId12" Type="http://schemas.openxmlformats.org/officeDocument/2006/relationships/tags" Target="../tags/tag299.xml"/><Relationship Id="rId11" Type="http://schemas.openxmlformats.org/officeDocument/2006/relationships/tags" Target="../tags/tag298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319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318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317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tags" Target="../tags/tag320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tags" Target="../tags/tag338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353.xml"/><Relationship Id="rId20" Type="http://schemas.openxmlformats.org/officeDocument/2006/relationships/tags" Target="../tags/tag352.xml"/><Relationship Id="rId2" Type="http://schemas.openxmlformats.org/officeDocument/2006/relationships/tags" Target="../tags/tag342.xml"/><Relationship Id="rId19" Type="http://schemas.openxmlformats.org/officeDocument/2006/relationships/tags" Target="../tags/tag351.xml"/><Relationship Id="rId18" Type="http://schemas.openxmlformats.org/officeDocument/2006/relationships/tags" Target="../tags/tag350.xml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347.xml"/><Relationship Id="rId12" Type="http://schemas.openxmlformats.org/officeDocument/2006/relationships/tags" Target="../tags/tag346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357.xml"/><Relationship Id="rId8" Type="http://schemas.openxmlformats.org/officeDocument/2006/relationships/tags" Target="../tags/tag356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355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54.xml"/><Relationship Id="rId11" Type="http://schemas.openxmlformats.org/officeDocument/2006/relationships/tags" Target="../tags/tag359.xml"/><Relationship Id="rId10" Type="http://schemas.openxmlformats.org/officeDocument/2006/relationships/tags" Target="../tags/tag358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369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368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4" Type="http://schemas.openxmlformats.org/officeDocument/2006/relationships/tags" Target="../tags/tag374.xml"/><Relationship Id="rId13" Type="http://schemas.openxmlformats.org/officeDocument/2006/relationships/tags" Target="../tags/tag373.xml"/><Relationship Id="rId12" Type="http://schemas.openxmlformats.org/officeDocument/2006/relationships/tags" Target="../tags/tag372.xml"/><Relationship Id="rId11" Type="http://schemas.openxmlformats.org/officeDocument/2006/relationships/tags" Target="../tags/tag371.xml"/><Relationship Id="rId10" Type="http://schemas.openxmlformats.org/officeDocument/2006/relationships/tags" Target="../tags/tag370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377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387.xml"/><Relationship Id="rId8" Type="http://schemas.openxmlformats.org/officeDocument/2006/relationships/tags" Target="../tags/tag386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385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84.xml"/><Relationship Id="rId14" Type="http://schemas.openxmlformats.org/officeDocument/2006/relationships/tags" Target="../tags/tag392.xml"/><Relationship Id="rId13" Type="http://schemas.openxmlformats.org/officeDocument/2006/relationships/tags" Target="../tags/tag391.xml"/><Relationship Id="rId12" Type="http://schemas.openxmlformats.org/officeDocument/2006/relationships/tags" Target="../tags/tag390.xml"/><Relationship Id="rId11" Type="http://schemas.openxmlformats.org/officeDocument/2006/relationships/tags" Target="../tags/tag389.xml"/><Relationship Id="rId10" Type="http://schemas.openxmlformats.org/officeDocument/2006/relationships/tags" Target="../tags/tag388.xml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396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395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6" Type="http://schemas.openxmlformats.org/officeDocument/2006/relationships/tags" Target="../tags/tag403.xml"/><Relationship Id="rId15" Type="http://schemas.openxmlformats.org/officeDocument/2006/relationships/tags" Target="../tags/tag402.xml"/><Relationship Id="rId14" Type="http://schemas.openxmlformats.org/officeDocument/2006/relationships/tags" Target="../tags/tag401.xml"/><Relationship Id="rId13" Type="http://schemas.openxmlformats.org/officeDocument/2006/relationships/tags" Target="../tags/tag400.xml"/><Relationship Id="rId12" Type="http://schemas.openxmlformats.org/officeDocument/2006/relationships/tags" Target="../tags/tag399.xml"/><Relationship Id="rId11" Type="http://schemas.openxmlformats.org/officeDocument/2006/relationships/tags" Target="../tags/tag398.xml"/><Relationship Id="rId10" Type="http://schemas.openxmlformats.org/officeDocument/2006/relationships/tags" Target="../tags/tag397.xm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406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405.xml"/><Relationship Id="rId2" Type="http://schemas.openxmlformats.org/officeDocument/2006/relationships/tags" Target="../tags/tag404.xml"/><Relationship Id="rId13" Type="http://schemas.openxmlformats.org/officeDocument/2006/relationships/tags" Target="../tags/tag411.xml"/><Relationship Id="rId12" Type="http://schemas.openxmlformats.org/officeDocument/2006/relationships/tags" Target="../tags/tag410.xml"/><Relationship Id="rId11" Type="http://schemas.openxmlformats.org/officeDocument/2006/relationships/tags" Target="../tags/tag409.xml"/><Relationship Id="rId10" Type="http://schemas.openxmlformats.org/officeDocument/2006/relationships/tags" Target="../tags/tag408.xm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9" Type="http://schemas.openxmlformats.org/officeDocument/2006/relationships/tags" Target="../tags/tag421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428.xml"/><Relationship Id="rId2" Type="http://schemas.openxmlformats.org/officeDocument/2006/relationships/tags" Target="../tags/tag418.xml"/><Relationship Id="rId19" Type="http://schemas.openxmlformats.org/officeDocument/2006/relationships/tags" Target="../tags/tag427.xml"/><Relationship Id="rId18" Type="http://schemas.openxmlformats.org/officeDocument/2006/relationships/tags" Target="../tags/tag426.xml"/><Relationship Id="rId17" Type="http://schemas.openxmlformats.org/officeDocument/2006/relationships/tags" Target="../tags/tag425.xml"/><Relationship Id="rId16" Type="http://schemas.openxmlformats.org/officeDocument/2006/relationships/tags" Target="../tags/tag424.xml"/><Relationship Id="rId15" Type="http://schemas.openxmlformats.org/officeDocument/2006/relationships/tags" Target="../tags/tag423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422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6" Type="http://schemas.openxmlformats.org/officeDocument/2006/relationships/tags" Target="../tags/tag433.xml"/><Relationship Id="rId5" Type="http://schemas.openxmlformats.org/officeDocument/2006/relationships/tags" Target="../tags/tag432.xml"/><Relationship Id="rId4" Type="http://schemas.openxmlformats.org/officeDocument/2006/relationships/tags" Target="../tags/tag431.xml"/><Relationship Id="rId3" Type="http://schemas.openxmlformats.org/officeDocument/2006/relationships/tags" Target="../tags/tag430.xml"/><Relationship Id="rId2" Type="http://schemas.openxmlformats.org/officeDocument/2006/relationships/tags" Target="../tags/tag429.xml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436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435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434.xml"/><Relationship Id="rId15" Type="http://schemas.openxmlformats.org/officeDocument/2006/relationships/tags" Target="../tags/tag441.xml"/><Relationship Id="rId14" Type="http://schemas.openxmlformats.org/officeDocument/2006/relationships/tags" Target="../tags/tag440.xml"/><Relationship Id="rId13" Type="http://schemas.openxmlformats.org/officeDocument/2006/relationships/tags" Target="../tags/tag439.xml"/><Relationship Id="rId12" Type="http://schemas.openxmlformats.org/officeDocument/2006/relationships/tags" Target="../tags/tag438.xml"/><Relationship Id="rId11" Type="http://schemas.openxmlformats.org/officeDocument/2006/relationships/tags" Target="../tags/tag437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7" Type="http://schemas.openxmlformats.org/officeDocument/2006/relationships/tags" Target="../tags/tag447.xml"/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tags" Target="../tags/tag444.xml"/><Relationship Id="rId3" Type="http://schemas.openxmlformats.org/officeDocument/2006/relationships/tags" Target="../tags/tag443.xml"/><Relationship Id="rId2" Type="http://schemas.openxmlformats.org/officeDocument/2006/relationships/tags" Target="../tags/tag442.xml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455.xml"/><Relationship Id="rId8" Type="http://schemas.openxmlformats.org/officeDocument/2006/relationships/tags" Target="../tags/tag454.xml"/><Relationship Id="rId7" Type="http://schemas.openxmlformats.org/officeDocument/2006/relationships/tags" Target="../tags/tag453.xml"/><Relationship Id="rId6" Type="http://schemas.openxmlformats.org/officeDocument/2006/relationships/tags" Target="../tags/tag452.xml"/><Relationship Id="rId5" Type="http://schemas.openxmlformats.org/officeDocument/2006/relationships/tags" Target="../tags/tag451.xml"/><Relationship Id="rId4" Type="http://schemas.openxmlformats.org/officeDocument/2006/relationships/tags" Target="../tags/tag450.xml"/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58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457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456.xml"/><Relationship Id="rId14" Type="http://schemas.openxmlformats.org/officeDocument/2006/relationships/tags" Target="../tags/tag462.xml"/><Relationship Id="rId13" Type="http://schemas.openxmlformats.org/officeDocument/2006/relationships/tags" Target="../tags/tag461.xml"/><Relationship Id="rId12" Type="http://schemas.openxmlformats.org/officeDocument/2006/relationships/tags" Target="../tags/tag460.xml"/><Relationship Id="rId11" Type="http://schemas.openxmlformats.org/officeDocument/2006/relationships/tags" Target="../tags/tag459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4" Type="http://schemas.openxmlformats.org/officeDocument/2006/relationships/tags" Target="../tags/tag465.xml"/><Relationship Id="rId3" Type="http://schemas.openxmlformats.org/officeDocument/2006/relationships/tags" Target="../tags/tag464.xml"/><Relationship Id="rId2" Type="http://schemas.openxmlformats.org/officeDocument/2006/relationships/tags" Target="../tags/tag463.xm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7" Type="http://schemas.openxmlformats.org/officeDocument/2006/relationships/tags" Target="../tags/tag471.xml"/><Relationship Id="rId6" Type="http://schemas.openxmlformats.org/officeDocument/2006/relationships/tags" Target="../tags/tag470.xml"/><Relationship Id="rId5" Type="http://schemas.openxmlformats.org/officeDocument/2006/relationships/tags" Target="../tags/tag469.xml"/><Relationship Id="rId4" Type="http://schemas.openxmlformats.org/officeDocument/2006/relationships/tags" Target="../tags/tag468.xml"/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6" Type="http://schemas.openxmlformats.org/officeDocument/2006/relationships/tags" Target="../tags/tag476.xml"/><Relationship Id="rId5" Type="http://schemas.openxmlformats.org/officeDocument/2006/relationships/tags" Target="../tags/tag475.xml"/><Relationship Id="rId4" Type="http://schemas.openxmlformats.org/officeDocument/2006/relationships/tags" Target="../tags/tag474.xml"/><Relationship Id="rId3" Type="http://schemas.openxmlformats.org/officeDocument/2006/relationships/tags" Target="../tags/tag473.xml"/><Relationship Id="rId2" Type="http://schemas.openxmlformats.org/officeDocument/2006/relationships/tags" Target="../tags/tag472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9" Type="http://schemas.openxmlformats.org/officeDocument/2006/relationships/tags" Target="../tags/tag484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81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486.xml"/><Relationship Id="rId12" Type="http://schemas.openxmlformats.org/officeDocument/2006/relationships/tags" Target="../tags/tag485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9" Type="http://schemas.openxmlformats.org/officeDocument/2006/relationships/tags" Target="../tags/tag496.xml"/><Relationship Id="rId8" Type="http://schemas.openxmlformats.org/officeDocument/2006/relationships/tags" Target="../tags/tag495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494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493.xml"/><Relationship Id="rId11" Type="http://schemas.openxmlformats.org/officeDocument/2006/relationships/tags" Target="../tags/tag498.xml"/><Relationship Id="rId10" Type="http://schemas.openxmlformats.org/officeDocument/2006/relationships/tags" Target="../tags/tag497.xml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9" Type="http://schemas.openxmlformats.org/officeDocument/2006/relationships/tags" Target="../tags/tag508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507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4" Type="http://schemas.openxmlformats.org/officeDocument/2006/relationships/tags" Target="../tags/tag513.xml"/><Relationship Id="rId13" Type="http://schemas.openxmlformats.org/officeDocument/2006/relationships/tags" Target="../tags/tag512.xml"/><Relationship Id="rId12" Type="http://schemas.openxmlformats.org/officeDocument/2006/relationships/tags" Target="../tags/tag511.xml"/><Relationship Id="rId11" Type="http://schemas.openxmlformats.org/officeDocument/2006/relationships/tags" Target="../tags/tag510.xml"/><Relationship Id="rId10" Type="http://schemas.openxmlformats.org/officeDocument/2006/relationships/tags" Target="../tags/tag509.xml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9" Type="http://schemas.openxmlformats.org/officeDocument/2006/relationships/tags" Target="../tags/tag517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516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515.xml"/><Relationship Id="rId2" Type="http://schemas.openxmlformats.org/officeDocument/2006/relationships/tags" Target="../tags/tag514.xml"/><Relationship Id="rId14" Type="http://schemas.openxmlformats.org/officeDocument/2006/relationships/tags" Target="../tags/tag522.xml"/><Relationship Id="rId13" Type="http://schemas.openxmlformats.org/officeDocument/2006/relationships/tags" Target="../tags/tag521.xml"/><Relationship Id="rId12" Type="http://schemas.openxmlformats.org/officeDocument/2006/relationships/tags" Target="../tags/tag520.xml"/><Relationship Id="rId11" Type="http://schemas.openxmlformats.org/officeDocument/2006/relationships/tags" Target="../tags/tag519.xml"/><Relationship Id="rId10" Type="http://schemas.openxmlformats.org/officeDocument/2006/relationships/tags" Target="../tags/tag518.xm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9" Type="http://schemas.openxmlformats.org/officeDocument/2006/relationships/tags" Target="../tags/tag526.xml"/><Relationship Id="rId8" Type="http://schemas.openxmlformats.org/officeDocument/2006/relationships/tags" Target="../tags/tag525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524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523.xml"/><Relationship Id="rId14" Type="http://schemas.openxmlformats.org/officeDocument/2006/relationships/tags" Target="../tags/tag531.xml"/><Relationship Id="rId13" Type="http://schemas.openxmlformats.org/officeDocument/2006/relationships/tags" Target="../tags/tag530.xml"/><Relationship Id="rId12" Type="http://schemas.openxmlformats.org/officeDocument/2006/relationships/tags" Target="../tags/tag529.xml"/><Relationship Id="rId11" Type="http://schemas.openxmlformats.org/officeDocument/2006/relationships/tags" Target="../tags/tag528.xml"/><Relationship Id="rId10" Type="http://schemas.openxmlformats.org/officeDocument/2006/relationships/tags" Target="../tags/tag527.xml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tags" Target="../tags/tag535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534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533.xml"/><Relationship Id="rId2" Type="http://schemas.openxmlformats.org/officeDocument/2006/relationships/tags" Target="../tags/tag532.xml"/><Relationship Id="rId16" Type="http://schemas.openxmlformats.org/officeDocument/2006/relationships/tags" Target="../tags/tag542.xml"/><Relationship Id="rId15" Type="http://schemas.openxmlformats.org/officeDocument/2006/relationships/tags" Target="../tags/tag541.xml"/><Relationship Id="rId14" Type="http://schemas.openxmlformats.org/officeDocument/2006/relationships/tags" Target="../tags/tag540.xml"/><Relationship Id="rId13" Type="http://schemas.openxmlformats.org/officeDocument/2006/relationships/tags" Target="../tags/tag539.xml"/><Relationship Id="rId12" Type="http://schemas.openxmlformats.org/officeDocument/2006/relationships/tags" Target="../tags/tag538.xml"/><Relationship Id="rId11" Type="http://schemas.openxmlformats.org/officeDocument/2006/relationships/tags" Target="../tags/tag537.xml"/><Relationship Id="rId10" Type="http://schemas.openxmlformats.org/officeDocument/2006/relationships/tags" Target="../tags/tag536.xml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tags" Target="../tags/tag546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545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544.xml"/><Relationship Id="rId2" Type="http://schemas.openxmlformats.org/officeDocument/2006/relationships/tags" Target="../tags/tag543.xml"/><Relationship Id="rId13" Type="http://schemas.openxmlformats.org/officeDocument/2006/relationships/tags" Target="../tags/tag550.xml"/><Relationship Id="rId12" Type="http://schemas.openxmlformats.org/officeDocument/2006/relationships/tags" Target="../tags/tag549.xml"/><Relationship Id="rId11" Type="http://schemas.openxmlformats.org/officeDocument/2006/relationships/tags" Target="../tags/tag548.xml"/><Relationship Id="rId10" Type="http://schemas.openxmlformats.org/officeDocument/2006/relationships/tags" Target="../tags/tag547.xm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560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559.xml"/><Relationship Id="rId5" Type="http://schemas.openxmlformats.org/officeDocument/2006/relationships/tags" Target="../tags/tag558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567.xml"/><Relationship Id="rId2" Type="http://schemas.openxmlformats.org/officeDocument/2006/relationships/tags" Target="../tags/tag557.xml"/><Relationship Id="rId19" Type="http://schemas.openxmlformats.org/officeDocument/2006/relationships/tags" Target="../tags/tag566.xml"/><Relationship Id="rId18" Type="http://schemas.openxmlformats.org/officeDocument/2006/relationships/tags" Target="../tags/tag565.xml"/><Relationship Id="rId17" Type="http://schemas.openxmlformats.org/officeDocument/2006/relationships/tags" Target="../tags/tag564.xml"/><Relationship Id="rId16" Type="http://schemas.openxmlformats.org/officeDocument/2006/relationships/tags" Target="../tags/tag563.xml"/><Relationship Id="rId15" Type="http://schemas.openxmlformats.org/officeDocument/2006/relationships/tags" Target="../tags/tag562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561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6" Type="http://schemas.openxmlformats.org/officeDocument/2006/relationships/tags" Target="../tags/tag572.xml"/><Relationship Id="rId5" Type="http://schemas.openxmlformats.org/officeDocument/2006/relationships/tags" Target="../tags/tag571.xml"/><Relationship Id="rId4" Type="http://schemas.openxmlformats.org/officeDocument/2006/relationships/tags" Target="../tags/tag570.xml"/><Relationship Id="rId3" Type="http://schemas.openxmlformats.org/officeDocument/2006/relationships/tags" Target="../tags/tag569.xml"/><Relationship Id="rId2" Type="http://schemas.openxmlformats.org/officeDocument/2006/relationships/tags" Target="../tags/tag568.xml"/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575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574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573.xml"/><Relationship Id="rId15" Type="http://schemas.openxmlformats.org/officeDocument/2006/relationships/tags" Target="../tags/tag580.xml"/><Relationship Id="rId14" Type="http://schemas.openxmlformats.org/officeDocument/2006/relationships/tags" Target="../tags/tag579.xml"/><Relationship Id="rId13" Type="http://schemas.openxmlformats.org/officeDocument/2006/relationships/tags" Target="../tags/tag578.xml"/><Relationship Id="rId12" Type="http://schemas.openxmlformats.org/officeDocument/2006/relationships/tags" Target="../tags/tag577.xml"/><Relationship Id="rId11" Type="http://schemas.openxmlformats.org/officeDocument/2006/relationships/tags" Target="../tags/tag576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7" Type="http://schemas.openxmlformats.org/officeDocument/2006/relationships/tags" Target="../tags/tag586.xml"/><Relationship Id="rId6" Type="http://schemas.openxmlformats.org/officeDocument/2006/relationships/tags" Target="../tags/tag585.xml"/><Relationship Id="rId5" Type="http://schemas.openxmlformats.org/officeDocument/2006/relationships/tags" Target="../tags/tag584.xml"/><Relationship Id="rId4" Type="http://schemas.openxmlformats.org/officeDocument/2006/relationships/tags" Target="../tags/tag583.xml"/><Relationship Id="rId3" Type="http://schemas.openxmlformats.org/officeDocument/2006/relationships/tags" Target="../tags/tag582.xml"/><Relationship Id="rId2" Type="http://schemas.openxmlformats.org/officeDocument/2006/relationships/tags" Target="../tags/tag581.xml"/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594.xml"/><Relationship Id="rId8" Type="http://schemas.openxmlformats.org/officeDocument/2006/relationships/tags" Target="../tags/tag593.xml"/><Relationship Id="rId7" Type="http://schemas.openxmlformats.org/officeDocument/2006/relationships/tags" Target="../tags/tag592.xml"/><Relationship Id="rId6" Type="http://schemas.openxmlformats.org/officeDocument/2006/relationships/tags" Target="../tags/tag591.xml"/><Relationship Id="rId5" Type="http://schemas.openxmlformats.org/officeDocument/2006/relationships/tags" Target="../tags/tag590.xml"/><Relationship Id="rId4" Type="http://schemas.openxmlformats.org/officeDocument/2006/relationships/tags" Target="../tags/tag589.xml"/><Relationship Id="rId3" Type="http://schemas.openxmlformats.org/officeDocument/2006/relationships/tags" Target="../tags/tag588.xml"/><Relationship Id="rId2" Type="http://schemas.openxmlformats.org/officeDocument/2006/relationships/tags" Target="../tags/tag587.xml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97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596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595.xml"/><Relationship Id="rId14" Type="http://schemas.openxmlformats.org/officeDocument/2006/relationships/tags" Target="../tags/tag601.xml"/><Relationship Id="rId13" Type="http://schemas.openxmlformats.org/officeDocument/2006/relationships/tags" Target="../tags/tag600.xml"/><Relationship Id="rId12" Type="http://schemas.openxmlformats.org/officeDocument/2006/relationships/tags" Target="../tags/tag599.xml"/><Relationship Id="rId11" Type="http://schemas.openxmlformats.org/officeDocument/2006/relationships/tags" Target="../tags/tag598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tags" Target="../tags/tag608.xml"/><Relationship Id="rId4" Type="http://schemas.openxmlformats.org/officeDocument/2006/relationships/tags" Target="../tags/tag607.xml"/><Relationship Id="rId3" Type="http://schemas.openxmlformats.org/officeDocument/2006/relationships/tags" Target="../tags/tag606.xml"/><Relationship Id="rId2" Type="http://schemas.openxmlformats.org/officeDocument/2006/relationships/tags" Target="../tags/tag605.xml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6" Type="http://schemas.openxmlformats.org/officeDocument/2006/relationships/tags" Target="../tags/tag615.xml"/><Relationship Id="rId5" Type="http://schemas.openxmlformats.org/officeDocument/2006/relationships/tags" Target="../tags/tag614.xml"/><Relationship Id="rId4" Type="http://schemas.openxmlformats.org/officeDocument/2006/relationships/tags" Target="../tags/tag613.xml"/><Relationship Id="rId3" Type="http://schemas.openxmlformats.org/officeDocument/2006/relationships/tags" Target="../tags/tag612.xml"/><Relationship Id="rId2" Type="http://schemas.openxmlformats.org/officeDocument/2006/relationships/tags" Target="../tags/tag611.xml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5" Type="http://schemas.openxmlformats.org/officeDocument/2006/relationships/tags" Target="../tags/tag619.xml"/><Relationship Id="rId4" Type="http://schemas.openxmlformats.org/officeDocument/2006/relationships/tags" Target="../tags/tag618.xml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622.xml"/><Relationship Id="rId5" Type="http://schemas.openxmlformats.org/officeDocument/2006/relationships/tags" Target="../tags/tag621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631.xml"/><Relationship Id="rId20" Type="http://schemas.openxmlformats.org/officeDocument/2006/relationships/tags" Target="../tags/tag630.xml"/><Relationship Id="rId2" Type="http://schemas.openxmlformats.org/officeDocument/2006/relationships/tags" Target="../tags/tag620.xml"/><Relationship Id="rId19" Type="http://schemas.openxmlformats.org/officeDocument/2006/relationships/tags" Target="../tags/tag629.xml"/><Relationship Id="rId18" Type="http://schemas.openxmlformats.org/officeDocument/2006/relationships/tags" Target="../tags/tag628.xml"/><Relationship Id="rId17" Type="http://schemas.openxmlformats.org/officeDocument/2006/relationships/tags" Target="../tags/tag627.xml"/><Relationship Id="rId16" Type="http://schemas.openxmlformats.org/officeDocument/2006/relationships/tags" Target="../tags/tag626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625.xml"/><Relationship Id="rId12" Type="http://schemas.openxmlformats.org/officeDocument/2006/relationships/tags" Target="../tags/tag624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9" Type="http://schemas.openxmlformats.org/officeDocument/2006/relationships/tags" Target="../tags/tag635.xml"/><Relationship Id="rId8" Type="http://schemas.openxmlformats.org/officeDocument/2006/relationships/tags" Target="../tags/tag634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633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32.xml"/><Relationship Id="rId11" Type="http://schemas.openxmlformats.org/officeDocument/2006/relationships/tags" Target="../tags/tag637.xml"/><Relationship Id="rId10" Type="http://schemas.openxmlformats.org/officeDocument/2006/relationships/tags" Target="../tags/tag636.xml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7" Type="http://schemas.openxmlformats.org/officeDocument/2006/relationships/tags" Target="../tags/tag643.xml"/><Relationship Id="rId6" Type="http://schemas.openxmlformats.org/officeDocument/2006/relationships/tags" Target="../tags/tag642.xml"/><Relationship Id="rId5" Type="http://schemas.openxmlformats.org/officeDocument/2006/relationships/tags" Target="../tags/tag641.xml"/><Relationship Id="rId4" Type="http://schemas.openxmlformats.org/officeDocument/2006/relationships/tags" Target="../tags/tag640.xml"/><Relationship Id="rId3" Type="http://schemas.openxmlformats.org/officeDocument/2006/relationships/tags" Target="../tags/tag639.xml"/><Relationship Id="rId2" Type="http://schemas.openxmlformats.org/officeDocument/2006/relationships/tags" Target="../tags/tag638.xml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9" Type="http://schemas.openxmlformats.org/officeDocument/2006/relationships/tags" Target="../tags/tag647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646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645.xml"/><Relationship Id="rId2" Type="http://schemas.openxmlformats.org/officeDocument/2006/relationships/tags" Target="../tags/tag644.xml"/><Relationship Id="rId14" Type="http://schemas.openxmlformats.org/officeDocument/2006/relationships/tags" Target="../tags/tag652.xml"/><Relationship Id="rId13" Type="http://schemas.openxmlformats.org/officeDocument/2006/relationships/tags" Target="../tags/tag651.xml"/><Relationship Id="rId12" Type="http://schemas.openxmlformats.org/officeDocument/2006/relationships/tags" Target="../tags/tag650.xml"/><Relationship Id="rId11" Type="http://schemas.openxmlformats.org/officeDocument/2006/relationships/tags" Target="../tags/tag649.xml"/><Relationship Id="rId10" Type="http://schemas.openxmlformats.org/officeDocument/2006/relationships/tags" Target="../tags/tag648.xml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9" Type="http://schemas.openxmlformats.org/officeDocument/2006/relationships/tags" Target="../tags/tag656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655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654.xml"/><Relationship Id="rId2" Type="http://schemas.openxmlformats.org/officeDocument/2006/relationships/tags" Target="../tags/tag653.xml"/><Relationship Id="rId14" Type="http://schemas.openxmlformats.org/officeDocument/2006/relationships/tags" Target="../tags/tag661.xml"/><Relationship Id="rId13" Type="http://schemas.openxmlformats.org/officeDocument/2006/relationships/tags" Target="../tags/tag660.xml"/><Relationship Id="rId12" Type="http://schemas.openxmlformats.org/officeDocument/2006/relationships/tags" Target="../tags/tag659.xml"/><Relationship Id="rId11" Type="http://schemas.openxmlformats.org/officeDocument/2006/relationships/tags" Target="../tags/tag658.xml"/><Relationship Id="rId10" Type="http://schemas.openxmlformats.org/officeDocument/2006/relationships/tags" Target="../tags/tag657.xml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9" Type="http://schemas.openxmlformats.org/officeDocument/2006/relationships/tags" Target="../tags/tag665.xml"/><Relationship Id="rId8" Type="http://schemas.openxmlformats.org/officeDocument/2006/relationships/tags" Target="../tags/tag664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663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62.xml"/><Relationship Id="rId14" Type="http://schemas.openxmlformats.org/officeDocument/2006/relationships/tags" Target="../tags/tag670.xml"/><Relationship Id="rId13" Type="http://schemas.openxmlformats.org/officeDocument/2006/relationships/tags" Target="../tags/tag669.xml"/><Relationship Id="rId12" Type="http://schemas.openxmlformats.org/officeDocument/2006/relationships/tags" Target="../tags/tag668.xml"/><Relationship Id="rId11" Type="http://schemas.openxmlformats.org/officeDocument/2006/relationships/tags" Target="../tags/tag667.xml"/><Relationship Id="rId10" Type="http://schemas.openxmlformats.org/officeDocument/2006/relationships/tags" Target="../tags/tag666.xml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9" Type="http://schemas.openxmlformats.org/officeDocument/2006/relationships/tags" Target="../tags/tag674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673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672.xml"/><Relationship Id="rId2" Type="http://schemas.openxmlformats.org/officeDocument/2006/relationships/tags" Target="../tags/tag671.xml"/><Relationship Id="rId16" Type="http://schemas.openxmlformats.org/officeDocument/2006/relationships/tags" Target="../tags/tag681.xml"/><Relationship Id="rId15" Type="http://schemas.openxmlformats.org/officeDocument/2006/relationships/tags" Target="../tags/tag680.xml"/><Relationship Id="rId14" Type="http://schemas.openxmlformats.org/officeDocument/2006/relationships/tags" Target="../tags/tag679.xml"/><Relationship Id="rId13" Type="http://schemas.openxmlformats.org/officeDocument/2006/relationships/tags" Target="../tags/tag678.xml"/><Relationship Id="rId12" Type="http://schemas.openxmlformats.org/officeDocument/2006/relationships/tags" Target="../tags/tag677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684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683.xml"/><Relationship Id="rId2" Type="http://schemas.openxmlformats.org/officeDocument/2006/relationships/tags" Target="../tags/tag682.xml"/><Relationship Id="rId13" Type="http://schemas.openxmlformats.org/officeDocument/2006/relationships/tags" Target="../tags/tag689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9" Type="http://schemas.openxmlformats.org/officeDocument/2006/relationships/tags" Target="../tags/tag699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698.xml"/><Relationship Id="rId5" Type="http://schemas.openxmlformats.org/officeDocument/2006/relationships/tags" Target="../tags/tag697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706.xml"/><Relationship Id="rId2" Type="http://schemas.openxmlformats.org/officeDocument/2006/relationships/tags" Target="../tags/tag696.xml"/><Relationship Id="rId19" Type="http://schemas.openxmlformats.org/officeDocument/2006/relationships/tags" Target="../tags/tag705.xml"/><Relationship Id="rId18" Type="http://schemas.openxmlformats.org/officeDocument/2006/relationships/tags" Target="../tags/tag704.xml"/><Relationship Id="rId17" Type="http://schemas.openxmlformats.org/officeDocument/2006/relationships/tags" Target="../tags/tag703.xml"/><Relationship Id="rId16" Type="http://schemas.openxmlformats.org/officeDocument/2006/relationships/tags" Target="../tags/tag702.xml"/><Relationship Id="rId15" Type="http://schemas.openxmlformats.org/officeDocument/2006/relationships/tags" Target="../tags/tag701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700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6" Type="http://schemas.openxmlformats.org/officeDocument/2006/relationships/tags" Target="../tags/tag711.xml"/><Relationship Id="rId5" Type="http://schemas.openxmlformats.org/officeDocument/2006/relationships/tags" Target="../tags/tag710.xml"/><Relationship Id="rId4" Type="http://schemas.openxmlformats.org/officeDocument/2006/relationships/tags" Target="../tags/tag709.xml"/><Relationship Id="rId3" Type="http://schemas.openxmlformats.org/officeDocument/2006/relationships/tags" Target="../tags/tag708.xml"/><Relationship Id="rId2" Type="http://schemas.openxmlformats.org/officeDocument/2006/relationships/tags" Target="../tags/tag707.xml"/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714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713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712.xml"/><Relationship Id="rId15" Type="http://schemas.openxmlformats.org/officeDocument/2006/relationships/tags" Target="../tags/tag719.xml"/><Relationship Id="rId14" Type="http://schemas.openxmlformats.org/officeDocument/2006/relationships/tags" Target="../tags/tag718.xml"/><Relationship Id="rId13" Type="http://schemas.openxmlformats.org/officeDocument/2006/relationships/tags" Target="../tags/tag717.xml"/><Relationship Id="rId12" Type="http://schemas.openxmlformats.org/officeDocument/2006/relationships/tags" Target="../tags/tag716.xml"/><Relationship Id="rId11" Type="http://schemas.openxmlformats.org/officeDocument/2006/relationships/tags" Target="../tags/tag715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7" Type="http://schemas.openxmlformats.org/officeDocument/2006/relationships/tags" Target="../tags/tag725.xml"/><Relationship Id="rId6" Type="http://schemas.openxmlformats.org/officeDocument/2006/relationships/tags" Target="../tags/tag724.xml"/><Relationship Id="rId5" Type="http://schemas.openxmlformats.org/officeDocument/2006/relationships/tags" Target="../tags/tag723.xml"/><Relationship Id="rId4" Type="http://schemas.openxmlformats.org/officeDocument/2006/relationships/tags" Target="../tags/tag722.xml"/><Relationship Id="rId3" Type="http://schemas.openxmlformats.org/officeDocument/2006/relationships/tags" Target="../tags/tag721.xml"/><Relationship Id="rId2" Type="http://schemas.openxmlformats.org/officeDocument/2006/relationships/tags" Target="../tags/tag720.xml"/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9" Type="http://schemas.openxmlformats.org/officeDocument/2006/relationships/tags" Target="../tags/tag733.xml"/><Relationship Id="rId8" Type="http://schemas.openxmlformats.org/officeDocument/2006/relationships/tags" Target="../tags/tag732.xml"/><Relationship Id="rId7" Type="http://schemas.openxmlformats.org/officeDocument/2006/relationships/tags" Target="../tags/tag731.xml"/><Relationship Id="rId6" Type="http://schemas.openxmlformats.org/officeDocument/2006/relationships/tags" Target="../tags/tag730.xml"/><Relationship Id="rId5" Type="http://schemas.openxmlformats.org/officeDocument/2006/relationships/tags" Target="../tags/tag729.xml"/><Relationship Id="rId4" Type="http://schemas.openxmlformats.org/officeDocument/2006/relationships/tags" Target="../tags/tag728.xml"/><Relationship Id="rId3" Type="http://schemas.openxmlformats.org/officeDocument/2006/relationships/tags" Target="../tags/tag727.xml"/><Relationship Id="rId2" Type="http://schemas.openxmlformats.org/officeDocument/2006/relationships/tags" Target="../tags/tag726.xml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736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735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734.xml"/><Relationship Id="rId14" Type="http://schemas.openxmlformats.org/officeDocument/2006/relationships/tags" Target="../tags/tag740.xml"/><Relationship Id="rId13" Type="http://schemas.openxmlformats.org/officeDocument/2006/relationships/tags" Target="../tags/tag739.xml"/><Relationship Id="rId12" Type="http://schemas.openxmlformats.org/officeDocument/2006/relationships/tags" Target="../tags/tag738.xml"/><Relationship Id="rId11" Type="http://schemas.openxmlformats.org/officeDocument/2006/relationships/tags" Target="../tags/tag737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4" Type="http://schemas.openxmlformats.org/officeDocument/2006/relationships/tags" Target="../tags/tag743.xml"/><Relationship Id="rId3" Type="http://schemas.openxmlformats.org/officeDocument/2006/relationships/tags" Target="../tags/tag742.xml"/><Relationship Id="rId2" Type="http://schemas.openxmlformats.org/officeDocument/2006/relationships/tags" Target="../tags/tag741.xml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7" Type="http://schemas.openxmlformats.org/officeDocument/2006/relationships/tags" Target="../tags/tag749.xml"/><Relationship Id="rId6" Type="http://schemas.openxmlformats.org/officeDocument/2006/relationships/tags" Target="../tags/tag748.xml"/><Relationship Id="rId5" Type="http://schemas.openxmlformats.org/officeDocument/2006/relationships/tags" Target="../tags/tag747.xml"/><Relationship Id="rId4" Type="http://schemas.openxmlformats.org/officeDocument/2006/relationships/tags" Target="../tags/tag746.xml"/><Relationship Id="rId3" Type="http://schemas.openxmlformats.org/officeDocument/2006/relationships/tags" Target="../tags/tag745.xml"/><Relationship Id="rId2" Type="http://schemas.openxmlformats.org/officeDocument/2006/relationships/tags" Target="../tags/tag744.xml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6" Type="http://schemas.openxmlformats.org/officeDocument/2006/relationships/tags" Target="../tags/tag754.xml"/><Relationship Id="rId5" Type="http://schemas.openxmlformats.org/officeDocument/2006/relationships/tags" Target="../tags/tag753.xml"/><Relationship Id="rId4" Type="http://schemas.openxmlformats.org/officeDocument/2006/relationships/tags" Target="../tags/tag752.xml"/><Relationship Id="rId3" Type="http://schemas.openxmlformats.org/officeDocument/2006/relationships/tags" Target="../tags/tag751.xml"/><Relationship Id="rId2" Type="http://schemas.openxmlformats.org/officeDocument/2006/relationships/tags" Target="../tags/tag750.xml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5" Type="http://schemas.openxmlformats.org/officeDocument/2006/relationships/tags" Target="../tags/tag758.xml"/><Relationship Id="rId4" Type="http://schemas.openxmlformats.org/officeDocument/2006/relationships/tags" Target="../tags/tag757.xml"/><Relationship Id="rId3" Type="http://schemas.openxmlformats.org/officeDocument/2006/relationships/tags" Target="../tags/tag756.xml"/><Relationship Id="rId2" Type="http://schemas.openxmlformats.org/officeDocument/2006/relationships/tags" Target="../tags/tag755.xml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9" Type="http://schemas.openxmlformats.org/officeDocument/2006/relationships/tags" Target="../tags/tag762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761.xml"/><Relationship Id="rId5" Type="http://schemas.openxmlformats.org/officeDocument/2006/relationships/tags" Target="../tags/tag760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770.xml"/><Relationship Id="rId20" Type="http://schemas.openxmlformats.org/officeDocument/2006/relationships/tags" Target="../tags/tag769.xml"/><Relationship Id="rId2" Type="http://schemas.openxmlformats.org/officeDocument/2006/relationships/tags" Target="../tags/tag759.xml"/><Relationship Id="rId19" Type="http://schemas.openxmlformats.org/officeDocument/2006/relationships/tags" Target="../tags/tag768.xml"/><Relationship Id="rId18" Type="http://schemas.openxmlformats.org/officeDocument/2006/relationships/tags" Target="../tags/tag767.xml"/><Relationship Id="rId17" Type="http://schemas.openxmlformats.org/officeDocument/2006/relationships/tags" Target="../tags/tag766.xml"/><Relationship Id="rId16" Type="http://schemas.openxmlformats.org/officeDocument/2006/relationships/tags" Target="../tags/tag765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764.xml"/><Relationship Id="rId12" Type="http://schemas.openxmlformats.org/officeDocument/2006/relationships/tags" Target="../tags/tag763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9" Type="http://schemas.openxmlformats.org/officeDocument/2006/relationships/tags" Target="../tags/tag774.xml"/><Relationship Id="rId8" Type="http://schemas.openxmlformats.org/officeDocument/2006/relationships/tags" Target="../tags/tag773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772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771.xml"/><Relationship Id="rId11" Type="http://schemas.openxmlformats.org/officeDocument/2006/relationships/tags" Target="../tags/tag776.xml"/><Relationship Id="rId10" Type="http://schemas.openxmlformats.org/officeDocument/2006/relationships/tags" Target="../tags/tag775.xml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7" Type="http://schemas.openxmlformats.org/officeDocument/2006/relationships/tags" Target="../tags/tag782.xml"/><Relationship Id="rId6" Type="http://schemas.openxmlformats.org/officeDocument/2006/relationships/tags" Target="../tags/tag781.xml"/><Relationship Id="rId5" Type="http://schemas.openxmlformats.org/officeDocument/2006/relationships/tags" Target="../tags/tag780.xml"/><Relationship Id="rId4" Type="http://schemas.openxmlformats.org/officeDocument/2006/relationships/tags" Target="../tags/tag779.xml"/><Relationship Id="rId3" Type="http://schemas.openxmlformats.org/officeDocument/2006/relationships/tags" Target="../tags/tag778.xml"/><Relationship Id="rId2" Type="http://schemas.openxmlformats.org/officeDocument/2006/relationships/tags" Target="../tags/tag777.xml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9" Type="http://schemas.openxmlformats.org/officeDocument/2006/relationships/tags" Target="../tags/tag786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785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784.xml"/><Relationship Id="rId2" Type="http://schemas.openxmlformats.org/officeDocument/2006/relationships/tags" Target="../tags/tag783.xml"/><Relationship Id="rId14" Type="http://schemas.openxmlformats.org/officeDocument/2006/relationships/tags" Target="../tags/tag791.xml"/><Relationship Id="rId13" Type="http://schemas.openxmlformats.org/officeDocument/2006/relationships/tags" Target="../tags/tag790.xml"/><Relationship Id="rId12" Type="http://schemas.openxmlformats.org/officeDocument/2006/relationships/tags" Target="../tags/tag789.xml"/><Relationship Id="rId11" Type="http://schemas.openxmlformats.org/officeDocument/2006/relationships/tags" Target="../tags/tag788.xml"/><Relationship Id="rId10" Type="http://schemas.openxmlformats.org/officeDocument/2006/relationships/tags" Target="../tags/tag787.xml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9" Type="http://schemas.openxmlformats.org/officeDocument/2006/relationships/tags" Target="../tags/tag795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794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4" Type="http://schemas.openxmlformats.org/officeDocument/2006/relationships/tags" Target="../tags/tag800.xml"/><Relationship Id="rId13" Type="http://schemas.openxmlformats.org/officeDocument/2006/relationships/tags" Target="../tags/tag799.xml"/><Relationship Id="rId12" Type="http://schemas.openxmlformats.org/officeDocument/2006/relationships/tags" Target="../tags/tag798.xml"/><Relationship Id="rId11" Type="http://schemas.openxmlformats.org/officeDocument/2006/relationships/tags" Target="../tags/tag797.xml"/><Relationship Id="rId10" Type="http://schemas.openxmlformats.org/officeDocument/2006/relationships/tags" Target="../tags/tag796.xml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9" Type="http://schemas.openxmlformats.org/officeDocument/2006/relationships/tags" Target="../tags/tag804.xml"/><Relationship Id="rId8" Type="http://schemas.openxmlformats.org/officeDocument/2006/relationships/tags" Target="../tags/tag803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802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801.xml"/><Relationship Id="rId14" Type="http://schemas.openxmlformats.org/officeDocument/2006/relationships/tags" Target="../tags/tag809.xml"/><Relationship Id="rId13" Type="http://schemas.openxmlformats.org/officeDocument/2006/relationships/tags" Target="../tags/tag808.xml"/><Relationship Id="rId12" Type="http://schemas.openxmlformats.org/officeDocument/2006/relationships/tags" Target="../tags/tag807.xml"/><Relationship Id="rId11" Type="http://schemas.openxmlformats.org/officeDocument/2006/relationships/tags" Target="../tags/tag806.xml"/><Relationship Id="rId10" Type="http://schemas.openxmlformats.org/officeDocument/2006/relationships/tags" Target="../tags/tag805.xml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9" Type="http://schemas.openxmlformats.org/officeDocument/2006/relationships/tags" Target="../tags/tag813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812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811.xml"/><Relationship Id="rId2" Type="http://schemas.openxmlformats.org/officeDocument/2006/relationships/tags" Target="../tags/tag810.xml"/><Relationship Id="rId16" Type="http://schemas.openxmlformats.org/officeDocument/2006/relationships/tags" Target="../tags/tag820.xml"/><Relationship Id="rId15" Type="http://schemas.openxmlformats.org/officeDocument/2006/relationships/tags" Target="../tags/tag819.xml"/><Relationship Id="rId14" Type="http://schemas.openxmlformats.org/officeDocument/2006/relationships/tags" Target="../tags/tag818.xml"/><Relationship Id="rId13" Type="http://schemas.openxmlformats.org/officeDocument/2006/relationships/tags" Target="../tags/tag817.xml"/><Relationship Id="rId12" Type="http://schemas.openxmlformats.org/officeDocument/2006/relationships/tags" Target="../tags/tag816.xml"/><Relationship Id="rId11" Type="http://schemas.openxmlformats.org/officeDocument/2006/relationships/tags" Target="../tags/tag815.xml"/><Relationship Id="rId10" Type="http://schemas.openxmlformats.org/officeDocument/2006/relationships/tags" Target="../tags/tag814.xml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9" Type="http://schemas.openxmlformats.org/officeDocument/2006/relationships/tags" Target="../tags/tag824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823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822.xml"/><Relationship Id="rId2" Type="http://schemas.openxmlformats.org/officeDocument/2006/relationships/tags" Target="../tags/tag821.xml"/><Relationship Id="rId13" Type="http://schemas.openxmlformats.org/officeDocument/2006/relationships/tags" Target="../tags/tag828.xml"/><Relationship Id="rId12" Type="http://schemas.openxmlformats.org/officeDocument/2006/relationships/tags" Target="../tags/tag827.xml"/><Relationship Id="rId11" Type="http://schemas.openxmlformats.org/officeDocument/2006/relationships/tags" Target="../tags/tag826.xml"/><Relationship Id="rId10" Type="http://schemas.openxmlformats.org/officeDocument/2006/relationships/tags" Target="../tags/tag825.xml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9" Type="http://schemas.openxmlformats.org/officeDocument/2006/relationships/tags" Target="../tags/tag838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837.xml"/><Relationship Id="rId5" Type="http://schemas.openxmlformats.org/officeDocument/2006/relationships/tags" Target="../tags/tag836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845.xml"/><Relationship Id="rId2" Type="http://schemas.openxmlformats.org/officeDocument/2006/relationships/tags" Target="../tags/tag835.xml"/><Relationship Id="rId19" Type="http://schemas.openxmlformats.org/officeDocument/2006/relationships/tags" Target="../tags/tag844.xml"/><Relationship Id="rId18" Type="http://schemas.openxmlformats.org/officeDocument/2006/relationships/tags" Target="../tags/tag843.xml"/><Relationship Id="rId17" Type="http://schemas.openxmlformats.org/officeDocument/2006/relationships/tags" Target="../tags/tag842.xml"/><Relationship Id="rId16" Type="http://schemas.openxmlformats.org/officeDocument/2006/relationships/tags" Target="../tags/tag841.xml"/><Relationship Id="rId15" Type="http://schemas.openxmlformats.org/officeDocument/2006/relationships/tags" Target="../tags/tag840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839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6" Type="http://schemas.openxmlformats.org/officeDocument/2006/relationships/tags" Target="../tags/tag850.xml"/><Relationship Id="rId5" Type="http://schemas.openxmlformats.org/officeDocument/2006/relationships/tags" Target="../tags/tag849.xml"/><Relationship Id="rId4" Type="http://schemas.openxmlformats.org/officeDocument/2006/relationships/tags" Target="../tags/tag848.xml"/><Relationship Id="rId3" Type="http://schemas.openxmlformats.org/officeDocument/2006/relationships/tags" Target="../tags/tag847.xml"/><Relationship Id="rId2" Type="http://schemas.openxmlformats.org/officeDocument/2006/relationships/tags" Target="../tags/tag846.xml"/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853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852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851.xml"/><Relationship Id="rId15" Type="http://schemas.openxmlformats.org/officeDocument/2006/relationships/tags" Target="../tags/tag858.xml"/><Relationship Id="rId14" Type="http://schemas.openxmlformats.org/officeDocument/2006/relationships/tags" Target="../tags/tag857.xml"/><Relationship Id="rId13" Type="http://schemas.openxmlformats.org/officeDocument/2006/relationships/tags" Target="../tags/tag856.xml"/><Relationship Id="rId12" Type="http://schemas.openxmlformats.org/officeDocument/2006/relationships/tags" Target="../tags/tag855.xml"/><Relationship Id="rId11" Type="http://schemas.openxmlformats.org/officeDocument/2006/relationships/tags" Target="../tags/tag854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7" Type="http://schemas.openxmlformats.org/officeDocument/2006/relationships/tags" Target="../tags/tag864.xml"/><Relationship Id="rId6" Type="http://schemas.openxmlformats.org/officeDocument/2006/relationships/tags" Target="../tags/tag863.xml"/><Relationship Id="rId5" Type="http://schemas.openxmlformats.org/officeDocument/2006/relationships/tags" Target="../tags/tag862.xml"/><Relationship Id="rId4" Type="http://schemas.openxmlformats.org/officeDocument/2006/relationships/tags" Target="../tags/tag861.xml"/><Relationship Id="rId3" Type="http://schemas.openxmlformats.org/officeDocument/2006/relationships/tags" Target="../tags/tag860.xml"/><Relationship Id="rId2" Type="http://schemas.openxmlformats.org/officeDocument/2006/relationships/tags" Target="../tags/tag859.xml"/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9" Type="http://schemas.openxmlformats.org/officeDocument/2006/relationships/tags" Target="../tags/tag872.xml"/><Relationship Id="rId8" Type="http://schemas.openxmlformats.org/officeDocument/2006/relationships/tags" Target="../tags/tag871.xml"/><Relationship Id="rId7" Type="http://schemas.openxmlformats.org/officeDocument/2006/relationships/tags" Target="../tags/tag870.xml"/><Relationship Id="rId6" Type="http://schemas.openxmlformats.org/officeDocument/2006/relationships/tags" Target="../tags/tag869.xml"/><Relationship Id="rId5" Type="http://schemas.openxmlformats.org/officeDocument/2006/relationships/tags" Target="../tags/tag868.xml"/><Relationship Id="rId4" Type="http://schemas.openxmlformats.org/officeDocument/2006/relationships/tags" Target="../tags/tag867.xml"/><Relationship Id="rId3" Type="http://schemas.openxmlformats.org/officeDocument/2006/relationships/tags" Target="../tags/tag866.xml"/><Relationship Id="rId2" Type="http://schemas.openxmlformats.org/officeDocument/2006/relationships/tags" Target="../tags/tag865.xml"/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75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874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873.xml"/><Relationship Id="rId14" Type="http://schemas.openxmlformats.org/officeDocument/2006/relationships/tags" Target="../tags/tag879.xml"/><Relationship Id="rId13" Type="http://schemas.openxmlformats.org/officeDocument/2006/relationships/tags" Target="../tags/tag878.xml"/><Relationship Id="rId12" Type="http://schemas.openxmlformats.org/officeDocument/2006/relationships/tags" Target="../tags/tag877.xml"/><Relationship Id="rId11" Type="http://schemas.openxmlformats.org/officeDocument/2006/relationships/tags" Target="../tags/tag876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4" Type="http://schemas.openxmlformats.org/officeDocument/2006/relationships/tags" Target="../tags/tag882.xml"/><Relationship Id="rId3" Type="http://schemas.openxmlformats.org/officeDocument/2006/relationships/tags" Target="../tags/tag881.xml"/><Relationship Id="rId2" Type="http://schemas.openxmlformats.org/officeDocument/2006/relationships/tags" Target="../tags/tag880.xml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7" Type="http://schemas.openxmlformats.org/officeDocument/2006/relationships/tags" Target="../tags/tag888.xml"/><Relationship Id="rId6" Type="http://schemas.openxmlformats.org/officeDocument/2006/relationships/tags" Target="../tags/tag887.xml"/><Relationship Id="rId5" Type="http://schemas.openxmlformats.org/officeDocument/2006/relationships/tags" Target="../tags/tag886.xml"/><Relationship Id="rId4" Type="http://schemas.openxmlformats.org/officeDocument/2006/relationships/tags" Target="../tags/tag885.xml"/><Relationship Id="rId3" Type="http://schemas.openxmlformats.org/officeDocument/2006/relationships/tags" Target="../tags/tag884.xml"/><Relationship Id="rId2" Type="http://schemas.openxmlformats.org/officeDocument/2006/relationships/tags" Target="../tags/tag883.xml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6" Type="http://schemas.openxmlformats.org/officeDocument/2006/relationships/tags" Target="../tags/tag893.xml"/><Relationship Id="rId5" Type="http://schemas.openxmlformats.org/officeDocument/2006/relationships/tags" Target="../tags/tag892.xml"/><Relationship Id="rId4" Type="http://schemas.openxmlformats.org/officeDocument/2006/relationships/tags" Target="../tags/tag891.xml"/><Relationship Id="rId3" Type="http://schemas.openxmlformats.org/officeDocument/2006/relationships/tags" Target="../tags/tag890.xml"/><Relationship Id="rId2" Type="http://schemas.openxmlformats.org/officeDocument/2006/relationships/tags" Target="../tags/tag889.xml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5" Type="http://schemas.openxmlformats.org/officeDocument/2006/relationships/tags" Target="../tags/tag897.xml"/><Relationship Id="rId4" Type="http://schemas.openxmlformats.org/officeDocument/2006/relationships/tags" Target="../tags/tag896.xml"/><Relationship Id="rId3" Type="http://schemas.openxmlformats.org/officeDocument/2006/relationships/tags" Target="../tags/tag895.xml"/><Relationship Id="rId2" Type="http://schemas.openxmlformats.org/officeDocument/2006/relationships/tags" Target="../tags/tag894.xml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9" Type="http://schemas.openxmlformats.org/officeDocument/2006/relationships/tags" Target="../tags/tag901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900.xml"/><Relationship Id="rId5" Type="http://schemas.openxmlformats.org/officeDocument/2006/relationships/tags" Target="../tags/tag899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909.xml"/><Relationship Id="rId20" Type="http://schemas.openxmlformats.org/officeDocument/2006/relationships/tags" Target="../tags/tag908.xml"/><Relationship Id="rId2" Type="http://schemas.openxmlformats.org/officeDocument/2006/relationships/tags" Target="../tags/tag898.xml"/><Relationship Id="rId19" Type="http://schemas.openxmlformats.org/officeDocument/2006/relationships/tags" Target="../tags/tag907.xml"/><Relationship Id="rId18" Type="http://schemas.openxmlformats.org/officeDocument/2006/relationships/tags" Target="../tags/tag906.xml"/><Relationship Id="rId17" Type="http://schemas.openxmlformats.org/officeDocument/2006/relationships/tags" Target="../tags/tag905.xml"/><Relationship Id="rId16" Type="http://schemas.openxmlformats.org/officeDocument/2006/relationships/tags" Target="../tags/tag904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903.xml"/><Relationship Id="rId12" Type="http://schemas.openxmlformats.org/officeDocument/2006/relationships/tags" Target="../tags/tag902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9" Type="http://schemas.openxmlformats.org/officeDocument/2006/relationships/tags" Target="../tags/tag913.xml"/><Relationship Id="rId8" Type="http://schemas.openxmlformats.org/officeDocument/2006/relationships/tags" Target="../tags/tag912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911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910.xml"/><Relationship Id="rId11" Type="http://schemas.openxmlformats.org/officeDocument/2006/relationships/tags" Target="../tags/tag915.xml"/><Relationship Id="rId10" Type="http://schemas.openxmlformats.org/officeDocument/2006/relationships/tags" Target="../tags/tag914.xml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7" Type="http://schemas.openxmlformats.org/officeDocument/2006/relationships/tags" Target="../tags/tag921.xml"/><Relationship Id="rId6" Type="http://schemas.openxmlformats.org/officeDocument/2006/relationships/tags" Target="../tags/tag920.xml"/><Relationship Id="rId5" Type="http://schemas.openxmlformats.org/officeDocument/2006/relationships/tags" Target="../tags/tag919.xml"/><Relationship Id="rId4" Type="http://schemas.openxmlformats.org/officeDocument/2006/relationships/tags" Target="../tags/tag918.xml"/><Relationship Id="rId3" Type="http://schemas.openxmlformats.org/officeDocument/2006/relationships/tags" Target="../tags/tag917.xml"/><Relationship Id="rId2" Type="http://schemas.openxmlformats.org/officeDocument/2006/relationships/tags" Target="../tags/tag916.xml"/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9" Type="http://schemas.openxmlformats.org/officeDocument/2006/relationships/tags" Target="../tags/tag925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924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923.xml"/><Relationship Id="rId2" Type="http://schemas.openxmlformats.org/officeDocument/2006/relationships/tags" Target="../tags/tag922.xml"/><Relationship Id="rId14" Type="http://schemas.openxmlformats.org/officeDocument/2006/relationships/tags" Target="../tags/tag930.xml"/><Relationship Id="rId13" Type="http://schemas.openxmlformats.org/officeDocument/2006/relationships/tags" Target="../tags/tag929.xml"/><Relationship Id="rId12" Type="http://schemas.openxmlformats.org/officeDocument/2006/relationships/tags" Target="../tags/tag928.xml"/><Relationship Id="rId11" Type="http://schemas.openxmlformats.org/officeDocument/2006/relationships/tags" Target="../tags/tag927.xml"/><Relationship Id="rId10" Type="http://schemas.openxmlformats.org/officeDocument/2006/relationships/tags" Target="../tags/tag926.xml"/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9" Type="http://schemas.openxmlformats.org/officeDocument/2006/relationships/tags" Target="../tags/tag934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933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932.xml"/><Relationship Id="rId2" Type="http://schemas.openxmlformats.org/officeDocument/2006/relationships/tags" Target="../tags/tag931.xml"/><Relationship Id="rId14" Type="http://schemas.openxmlformats.org/officeDocument/2006/relationships/tags" Target="../tags/tag939.xml"/><Relationship Id="rId13" Type="http://schemas.openxmlformats.org/officeDocument/2006/relationships/tags" Target="../tags/tag938.xml"/><Relationship Id="rId12" Type="http://schemas.openxmlformats.org/officeDocument/2006/relationships/tags" Target="../tags/tag937.xml"/><Relationship Id="rId11" Type="http://schemas.openxmlformats.org/officeDocument/2006/relationships/tags" Target="../tags/tag936.xml"/><Relationship Id="rId10" Type="http://schemas.openxmlformats.org/officeDocument/2006/relationships/tags" Target="../tags/tag935.xml"/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9" Type="http://schemas.openxmlformats.org/officeDocument/2006/relationships/tags" Target="../tags/tag943.xml"/><Relationship Id="rId8" Type="http://schemas.openxmlformats.org/officeDocument/2006/relationships/tags" Target="../tags/tag942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941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940.xml"/><Relationship Id="rId14" Type="http://schemas.openxmlformats.org/officeDocument/2006/relationships/tags" Target="../tags/tag948.xml"/><Relationship Id="rId13" Type="http://schemas.openxmlformats.org/officeDocument/2006/relationships/tags" Target="../tags/tag947.xml"/><Relationship Id="rId12" Type="http://schemas.openxmlformats.org/officeDocument/2006/relationships/tags" Target="../tags/tag946.xml"/><Relationship Id="rId11" Type="http://schemas.openxmlformats.org/officeDocument/2006/relationships/tags" Target="../tags/tag945.xml"/><Relationship Id="rId10" Type="http://schemas.openxmlformats.org/officeDocument/2006/relationships/tags" Target="../tags/tag944.xml"/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9" Type="http://schemas.openxmlformats.org/officeDocument/2006/relationships/tags" Target="../tags/tag952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951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950.xml"/><Relationship Id="rId2" Type="http://schemas.openxmlformats.org/officeDocument/2006/relationships/tags" Target="../tags/tag949.xml"/><Relationship Id="rId16" Type="http://schemas.openxmlformats.org/officeDocument/2006/relationships/tags" Target="../tags/tag959.xml"/><Relationship Id="rId15" Type="http://schemas.openxmlformats.org/officeDocument/2006/relationships/tags" Target="../tags/tag958.xml"/><Relationship Id="rId14" Type="http://schemas.openxmlformats.org/officeDocument/2006/relationships/tags" Target="../tags/tag957.xml"/><Relationship Id="rId13" Type="http://schemas.openxmlformats.org/officeDocument/2006/relationships/tags" Target="../tags/tag956.xml"/><Relationship Id="rId12" Type="http://schemas.openxmlformats.org/officeDocument/2006/relationships/tags" Target="../tags/tag955.xml"/><Relationship Id="rId11" Type="http://schemas.openxmlformats.org/officeDocument/2006/relationships/tags" Target="../tags/tag954.xml"/><Relationship Id="rId10" Type="http://schemas.openxmlformats.org/officeDocument/2006/relationships/tags" Target="../tags/tag953.xml"/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9" Type="http://schemas.openxmlformats.org/officeDocument/2006/relationships/tags" Target="../tags/tag963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962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961.xml"/><Relationship Id="rId2" Type="http://schemas.openxmlformats.org/officeDocument/2006/relationships/tags" Target="../tags/tag960.xml"/><Relationship Id="rId13" Type="http://schemas.openxmlformats.org/officeDocument/2006/relationships/tags" Target="../tags/tag967.xml"/><Relationship Id="rId12" Type="http://schemas.openxmlformats.org/officeDocument/2006/relationships/tags" Target="../tags/tag966.xml"/><Relationship Id="rId11" Type="http://schemas.openxmlformats.org/officeDocument/2006/relationships/tags" Target="../tags/tag965.xml"/><Relationship Id="rId10" Type="http://schemas.openxmlformats.org/officeDocument/2006/relationships/tags" Target="../tags/tag964.xml"/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9" Type="http://schemas.openxmlformats.org/officeDocument/2006/relationships/tags" Target="../tags/tag977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976.xml"/><Relationship Id="rId5" Type="http://schemas.openxmlformats.org/officeDocument/2006/relationships/tags" Target="../tags/tag975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984.xml"/><Relationship Id="rId2" Type="http://schemas.openxmlformats.org/officeDocument/2006/relationships/tags" Target="../tags/tag974.xml"/><Relationship Id="rId19" Type="http://schemas.openxmlformats.org/officeDocument/2006/relationships/tags" Target="../tags/tag983.xml"/><Relationship Id="rId18" Type="http://schemas.openxmlformats.org/officeDocument/2006/relationships/tags" Target="../tags/tag982.xml"/><Relationship Id="rId17" Type="http://schemas.openxmlformats.org/officeDocument/2006/relationships/tags" Target="../tags/tag981.xml"/><Relationship Id="rId16" Type="http://schemas.openxmlformats.org/officeDocument/2006/relationships/tags" Target="../tags/tag980.xml"/><Relationship Id="rId15" Type="http://schemas.openxmlformats.org/officeDocument/2006/relationships/tags" Target="../tags/tag979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978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6" Type="http://schemas.openxmlformats.org/officeDocument/2006/relationships/tags" Target="../tags/tag989.xml"/><Relationship Id="rId5" Type="http://schemas.openxmlformats.org/officeDocument/2006/relationships/tags" Target="../tags/tag988.xml"/><Relationship Id="rId4" Type="http://schemas.openxmlformats.org/officeDocument/2006/relationships/tags" Target="../tags/tag987.xml"/><Relationship Id="rId3" Type="http://schemas.openxmlformats.org/officeDocument/2006/relationships/tags" Target="../tags/tag986.xml"/><Relationship Id="rId2" Type="http://schemas.openxmlformats.org/officeDocument/2006/relationships/tags" Target="../tags/tag985.xml"/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992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991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990.xml"/><Relationship Id="rId15" Type="http://schemas.openxmlformats.org/officeDocument/2006/relationships/tags" Target="../tags/tag997.xml"/><Relationship Id="rId14" Type="http://schemas.openxmlformats.org/officeDocument/2006/relationships/tags" Target="../tags/tag996.xml"/><Relationship Id="rId13" Type="http://schemas.openxmlformats.org/officeDocument/2006/relationships/tags" Target="../tags/tag995.xml"/><Relationship Id="rId12" Type="http://schemas.openxmlformats.org/officeDocument/2006/relationships/tags" Target="../tags/tag994.xml"/><Relationship Id="rId11" Type="http://schemas.openxmlformats.org/officeDocument/2006/relationships/tags" Target="../tags/tag993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7" Type="http://schemas.openxmlformats.org/officeDocument/2006/relationships/tags" Target="../tags/tag1003.xml"/><Relationship Id="rId6" Type="http://schemas.openxmlformats.org/officeDocument/2006/relationships/tags" Target="../tags/tag1002.xml"/><Relationship Id="rId5" Type="http://schemas.openxmlformats.org/officeDocument/2006/relationships/tags" Target="../tags/tag1001.xml"/><Relationship Id="rId4" Type="http://schemas.openxmlformats.org/officeDocument/2006/relationships/tags" Target="../tags/tag1000.xml"/><Relationship Id="rId3" Type="http://schemas.openxmlformats.org/officeDocument/2006/relationships/tags" Target="../tags/tag999.xml"/><Relationship Id="rId2" Type="http://schemas.openxmlformats.org/officeDocument/2006/relationships/tags" Target="../tags/tag998.xml"/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9" Type="http://schemas.openxmlformats.org/officeDocument/2006/relationships/tags" Target="../tags/tag1011.xml"/><Relationship Id="rId8" Type="http://schemas.openxmlformats.org/officeDocument/2006/relationships/tags" Target="../tags/tag1010.xml"/><Relationship Id="rId7" Type="http://schemas.openxmlformats.org/officeDocument/2006/relationships/tags" Target="../tags/tag1009.xml"/><Relationship Id="rId6" Type="http://schemas.openxmlformats.org/officeDocument/2006/relationships/tags" Target="../tags/tag1008.xml"/><Relationship Id="rId5" Type="http://schemas.openxmlformats.org/officeDocument/2006/relationships/tags" Target="../tags/tag1007.xml"/><Relationship Id="rId4" Type="http://schemas.openxmlformats.org/officeDocument/2006/relationships/tags" Target="../tags/tag1006.xml"/><Relationship Id="rId3" Type="http://schemas.openxmlformats.org/officeDocument/2006/relationships/tags" Target="../tags/tag1005.xml"/><Relationship Id="rId2" Type="http://schemas.openxmlformats.org/officeDocument/2006/relationships/tags" Target="../tags/tag1004.xml"/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014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013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012.xml"/><Relationship Id="rId14" Type="http://schemas.openxmlformats.org/officeDocument/2006/relationships/tags" Target="../tags/tag1018.xml"/><Relationship Id="rId13" Type="http://schemas.openxmlformats.org/officeDocument/2006/relationships/tags" Target="../tags/tag1017.xml"/><Relationship Id="rId12" Type="http://schemas.openxmlformats.org/officeDocument/2006/relationships/tags" Target="../tags/tag1016.xml"/><Relationship Id="rId11" Type="http://schemas.openxmlformats.org/officeDocument/2006/relationships/tags" Target="../tags/tag1015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4" Type="http://schemas.openxmlformats.org/officeDocument/2006/relationships/tags" Target="../tags/tag1021.xml"/><Relationship Id="rId3" Type="http://schemas.openxmlformats.org/officeDocument/2006/relationships/tags" Target="../tags/tag1020.xml"/><Relationship Id="rId2" Type="http://schemas.openxmlformats.org/officeDocument/2006/relationships/tags" Target="../tags/tag1019.xml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7" Type="http://schemas.openxmlformats.org/officeDocument/2006/relationships/tags" Target="../tags/tag1027.xml"/><Relationship Id="rId6" Type="http://schemas.openxmlformats.org/officeDocument/2006/relationships/tags" Target="../tags/tag1026.xml"/><Relationship Id="rId5" Type="http://schemas.openxmlformats.org/officeDocument/2006/relationships/tags" Target="../tags/tag1025.xml"/><Relationship Id="rId4" Type="http://schemas.openxmlformats.org/officeDocument/2006/relationships/tags" Target="../tags/tag1024.xml"/><Relationship Id="rId3" Type="http://schemas.openxmlformats.org/officeDocument/2006/relationships/tags" Target="../tags/tag1023.xml"/><Relationship Id="rId2" Type="http://schemas.openxmlformats.org/officeDocument/2006/relationships/tags" Target="../tags/tag1022.xml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6" Type="http://schemas.openxmlformats.org/officeDocument/2006/relationships/tags" Target="../tags/tag1032.xml"/><Relationship Id="rId5" Type="http://schemas.openxmlformats.org/officeDocument/2006/relationships/tags" Target="../tags/tag1031.xml"/><Relationship Id="rId4" Type="http://schemas.openxmlformats.org/officeDocument/2006/relationships/tags" Target="../tags/tag1030.xml"/><Relationship Id="rId3" Type="http://schemas.openxmlformats.org/officeDocument/2006/relationships/tags" Target="../tags/tag1029.xml"/><Relationship Id="rId2" Type="http://schemas.openxmlformats.org/officeDocument/2006/relationships/tags" Target="../tags/tag1028.xml"/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5" Type="http://schemas.openxmlformats.org/officeDocument/2006/relationships/tags" Target="../tags/tag1036.xml"/><Relationship Id="rId4" Type="http://schemas.openxmlformats.org/officeDocument/2006/relationships/tags" Target="../tags/tag1035.xml"/><Relationship Id="rId3" Type="http://schemas.openxmlformats.org/officeDocument/2006/relationships/tags" Target="../tags/tag1034.xml"/><Relationship Id="rId2" Type="http://schemas.openxmlformats.org/officeDocument/2006/relationships/tags" Target="../tags/tag1033.xml"/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9" Type="http://schemas.openxmlformats.org/officeDocument/2006/relationships/tags" Target="../tags/tag1040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1039.xml"/><Relationship Id="rId5" Type="http://schemas.openxmlformats.org/officeDocument/2006/relationships/tags" Target="../tags/tag1038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1048.xml"/><Relationship Id="rId20" Type="http://schemas.openxmlformats.org/officeDocument/2006/relationships/tags" Target="../tags/tag1047.xml"/><Relationship Id="rId2" Type="http://schemas.openxmlformats.org/officeDocument/2006/relationships/tags" Target="../tags/tag1037.xml"/><Relationship Id="rId19" Type="http://schemas.openxmlformats.org/officeDocument/2006/relationships/tags" Target="../tags/tag1046.xml"/><Relationship Id="rId18" Type="http://schemas.openxmlformats.org/officeDocument/2006/relationships/tags" Target="../tags/tag1045.xml"/><Relationship Id="rId17" Type="http://schemas.openxmlformats.org/officeDocument/2006/relationships/tags" Target="../tags/tag1044.xml"/><Relationship Id="rId16" Type="http://schemas.openxmlformats.org/officeDocument/2006/relationships/tags" Target="../tags/tag1043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1042.xml"/><Relationship Id="rId12" Type="http://schemas.openxmlformats.org/officeDocument/2006/relationships/tags" Target="../tags/tag1041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9" Type="http://schemas.openxmlformats.org/officeDocument/2006/relationships/tags" Target="../tags/tag1052.xml"/><Relationship Id="rId8" Type="http://schemas.openxmlformats.org/officeDocument/2006/relationships/tags" Target="../tags/tag1051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1050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49.xml"/><Relationship Id="rId11" Type="http://schemas.openxmlformats.org/officeDocument/2006/relationships/tags" Target="../tags/tag1054.xml"/><Relationship Id="rId10" Type="http://schemas.openxmlformats.org/officeDocument/2006/relationships/tags" Target="../tags/tag1053.xml"/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7" Type="http://schemas.openxmlformats.org/officeDocument/2006/relationships/tags" Target="../tags/tag1060.xml"/><Relationship Id="rId6" Type="http://schemas.openxmlformats.org/officeDocument/2006/relationships/tags" Target="../tags/tag1059.xml"/><Relationship Id="rId5" Type="http://schemas.openxmlformats.org/officeDocument/2006/relationships/tags" Target="../tags/tag1058.xml"/><Relationship Id="rId4" Type="http://schemas.openxmlformats.org/officeDocument/2006/relationships/tags" Target="../tags/tag1057.xml"/><Relationship Id="rId3" Type="http://schemas.openxmlformats.org/officeDocument/2006/relationships/tags" Target="../tags/tag1056.xml"/><Relationship Id="rId2" Type="http://schemas.openxmlformats.org/officeDocument/2006/relationships/tags" Target="../tags/tag1055.xml"/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9" Type="http://schemas.openxmlformats.org/officeDocument/2006/relationships/tags" Target="../tags/tag1064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1063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062.xml"/><Relationship Id="rId2" Type="http://schemas.openxmlformats.org/officeDocument/2006/relationships/tags" Target="../tags/tag1061.xml"/><Relationship Id="rId14" Type="http://schemas.openxmlformats.org/officeDocument/2006/relationships/tags" Target="../tags/tag1069.xml"/><Relationship Id="rId13" Type="http://schemas.openxmlformats.org/officeDocument/2006/relationships/tags" Target="../tags/tag1068.xml"/><Relationship Id="rId12" Type="http://schemas.openxmlformats.org/officeDocument/2006/relationships/tags" Target="../tags/tag1067.xml"/><Relationship Id="rId11" Type="http://schemas.openxmlformats.org/officeDocument/2006/relationships/tags" Target="../tags/tag1066.xml"/><Relationship Id="rId10" Type="http://schemas.openxmlformats.org/officeDocument/2006/relationships/tags" Target="../tags/tag1065.xml"/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9" Type="http://schemas.openxmlformats.org/officeDocument/2006/relationships/tags" Target="../tags/tag1073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072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071.xml"/><Relationship Id="rId2" Type="http://schemas.openxmlformats.org/officeDocument/2006/relationships/tags" Target="../tags/tag1070.xml"/><Relationship Id="rId14" Type="http://schemas.openxmlformats.org/officeDocument/2006/relationships/tags" Target="../tags/tag1078.xml"/><Relationship Id="rId13" Type="http://schemas.openxmlformats.org/officeDocument/2006/relationships/tags" Target="../tags/tag1077.xml"/><Relationship Id="rId12" Type="http://schemas.openxmlformats.org/officeDocument/2006/relationships/tags" Target="../tags/tag1076.xml"/><Relationship Id="rId11" Type="http://schemas.openxmlformats.org/officeDocument/2006/relationships/tags" Target="../tags/tag1075.xml"/><Relationship Id="rId10" Type="http://schemas.openxmlformats.org/officeDocument/2006/relationships/tags" Target="../tags/tag1074.xml"/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9" Type="http://schemas.openxmlformats.org/officeDocument/2006/relationships/tags" Target="../tags/tag1082.xml"/><Relationship Id="rId8" Type="http://schemas.openxmlformats.org/officeDocument/2006/relationships/tags" Target="../tags/tag1081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1080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79.xml"/><Relationship Id="rId14" Type="http://schemas.openxmlformats.org/officeDocument/2006/relationships/tags" Target="../tags/tag1087.xml"/><Relationship Id="rId13" Type="http://schemas.openxmlformats.org/officeDocument/2006/relationships/tags" Target="../tags/tag1086.xml"/><Relationship Id="rId12" Type="http://schemas.openxmlformats.org/officeDocument/2006/relationships/tags" Target="../tags/tag1085.xml"/><Relationship Id="rId11" Type="http://schemas.openxmlformats.org/officeDocument/2006/relationships/tags" Target="../tags/tag1084.xml"/><Relationship Id="rId10" Type="http://schemas.openxmlformats.org/officeDocument/2006/relationships/tags" Target="../tags/tag1083.xml"/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9" Type="http://schemas.openxmlformats.org/officeDocument/2006/relationships/tags" Target="../tags/tag1091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090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1089.xml"/><Relationship Id="rId2" Type="http://schemas.openxmlformats.org/officeDocument/2006/relationships/tags" Target="../tags/tag1088.xml"/><Relationship Id="rId16" Type="http://schemas.openxmlformats.org/officeDocument/2006/relationships/tags" Target="../tags/tag1098.xml"/><Relationship Id="rId15" Type="http://schemas.openxmlformats.org/officeDocument/2006/relationships/tags" Target="../tags/tag1097.xml"/><Relationship Id="rId14" Type="http://schemas.openxmlformats.org/officeDocument/2006/relationships/tags" Target="../tags/tag1096.xml"/><Relationship Id="rId13" Type="http://schemas.openxmlformats.org/officeDocument/2006/relationships/tags" Target="../tags/tag1095.xml"/><Relationship Id="rId12" Type="http://schemas.openxmlformats.org/officeDocument/2006/relationships/tags" Target="../tags/tag1094.xml"/><Relationship Id="rId11" Type="http://schemas.openxmlformats.org/officeDocument/2006/relationships/tags" Target="../tags/tag1093.xml"/><Relationship Id="rId10" Type="http://schemas.openxmlformats.org/officeDocument/2006/relationships/tags" Target="../tags/tag1092.xml"/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1102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1101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1100.xml"/><Relationship Id="rId2" Type="http://schemas.openxmlformats.org/officeDocument/2006/relationships/tags" Target="../tags/tag1099.xml"/><Relationship Id="rId13" Type="http://schemas.openxmlformats.org/officeDocument/2006/relationships/tags" Target="../tags/tag1106.xml"/><Relationship Id="rId12" Type="http://schemas.openxmlformats.org/officeDocument/2006/relationships/tags" Target="../tags/tag1105.xml"/><Relationship Id="rId11" Type="http://schemas.openxmlformats.org/officeDocument/2006/relationships/tags" Target="../tags/tag1104.xml"/><Relationship Id="rId10" Type="http://schemas.openxmlformats.org/officeDocument/2006/relationships/tags" Target="../tags/tag1103.xml"/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9" Type="http://schemas.openxmlformats.org/officeDocument/2006/relationships/tags" Target="../tags/tag1116.xml"/><Relationship Id="rId8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7" Type="http://schemas.openxmlformats.org/officeDocument/2006/relationships/image" Target="../media/image2.png"/><Relationship Id="rId6" Type="http://schemas.openxmlformats.org/officeDocument/2006/relationships/tags" Target="../tags/tag1115.xml"/><Relationship Id="rId5" Type="http://schemas.openxmlformats.org/officeDocument/2006/relationships/tags" Target="../tags/tag1114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0" Type="http://schemas.openxmlformats.org/officeDocument/2006/relationships/tags" Target="../tags/tag1123.xml"/><Relationship Id="rId2" Type="http://schemas.openxmlformats.org/officeDocument/2006/relationships/tags" Target="../tags/tag1113.xml"/><Relationship Id="rId19" Type="http://schemas.openxmlformats.org/officeDocument/2006/relationships/tags" Target="../tags/tag1122.xml"/><Relationship Id="rId18" Type="http://schemas.openxmlformats.org/officeDocument/2006/relationships/tags" Target="../tags/tag1121.xml"/><Relationship Id="rId17" Type="http://schemas.openxmlformats.org/officeDocument/2006/relationships/tags" Target="../tags/tag1120.xml"/><Relationship Id="rId16" Type="http://schemas.openxmlformats.org/officeDocument/2006/relationships/tags" Target="../tags/tag1119.xml"/><Relationship Id="rId15" Type="http://schemas.openxmlformats.org/officeDocument/2006/relationships/tags" Target="../tags/tag1118.xml"/><Relationship Id="rId14" Type="http://schemas.openxmlformats.org/officeDocument/2006/relationships/image" Target="file:///F:\Lets_Create/pic_temp/1_pic_quater_right_down.png" TargetMode="External"/><Relationship Id="rId13" Type="http://schemas.openxmlformats.org/officeDocument/2006/relationships/image" Target="../media/image4.png"/><Relationship Id="rId12" Type="http://schemas.openxmlformats.org/officeDocument/2006/relationships/tags" Target="../tags/tag1117.xml"/><Relationship Id="rId11" Type="http://schemas.openxmlformats.org/officeDocument/2006/relationships/image" Target="file:///F:\Lets_Create/pic_temp/0_pic_quater_right_down.png" TargetMode="Externa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6" Type="http://schemas.openxmlformats.org/officeDocument/2006/relationships/tags" Target="../tags/tag1128.xml"/><Relationship Id="rId5" Type="http://schemas.openxmlformats.org/officeDocument/2006/relationships/tags" Target="../tags/tag1127.xml"/><Relationship Id="rId4" Type="http://schemas.openxmlformats.org/officeDocument/2006/relationships/tags" Target="../tags/tag1126.xml"/><Relationship Id="rId3" Type="http://schemas.openxmlformats.org/officeDocument/2006/relationships/tags" Target="../tags/tag1125.xml"/><Relationship Id="rId2" Type="http://schemas.openxmlformats.org/officeDocument/2006/relationships/tags" Target="../tags/tag1124.xml"/><Relationship Id="rId1" Type="http://schemas.openxmlformats.org/officeDocument/2006/relationships/slideMaster" Target="../slideMasters/slideMaster10.xml"/></Relationships>
</file>

<file path=ppt/slideLayouts/_rels/slideLayout1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131.xml"/><Relationship Id="rId7" Type="http://schemas.openxmlformats.org/officeDocument/2006/relationships/image" Target="file:///F:\Lets_Create/pic_temp/pic_half_top.png" TargetMode="External"/><Relationship Id="rId6" Type="http://schemas.openxmlformats.org/officeDocument/2006/relationships/image" Target="../media/image5.png"/><Relationship Id="rId5" Type="http://schemas.openxmlformats.org/officeDocument/2006/relationships/tags" Target="../tags/tag1130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129.xml"/><Relationship Id="rId15" Type="http://schemas.openxmlformats.org/officeDocument/2006/relationships/tags" Target="../tags/tag1136.xml"/><Relationship Id="rId14" Type="http://schemas.openxmlformats.org/officeDocument/2006/relationships/tags" Target="../tags/tag1135.xml"/><Relationship Id="rId13" Type="http://schemas.openxmlformats.org/officeDocument/2006/relationships/tags" Target="../tags/tag1134.xml"/><Relationship Id="rId12" Type="http://schemas.openxmlformats.org/officeDocument/2006/relationships/tags" Target="../tags/tag1133.xml"/><Relationship Id="rId11" Type="http://schemas.openxmlformats.org/officeDocument/2006/relationships/tags" Target="../tags/tag1132.xml"/><Relationship Id="rId10" Type="http://schemas.openxmlformats.org/officeDocument/2006/relationships/image" Target="file:///F:\Lets_Create/pic_temp/pic_half_down.png" TargetMode="External"/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7" Type="http://schemas.openxmlformats.org/officeDocument/2006/relationships/tags" Target="../tags/tag1142.xml"/><Relationship Id="rId6" Type="http://schemas.openxmlformats.org/officeDocument/2006/relationships/tags" Target="../tags/tag1141.xml"/><Relationship Id="rId5" Type="http://schemas.openxmlformats.org/officeDocument/2006/relationships/tags" Target="../tags/tag1140.xml"/><Relationship Id="rId4" Type="http://schemas.openxmlformats.org/officeDocument/2006/relationships/tags" Target="../tags/tag1139.xml"/><Relationship Id="rId3" Type="http://schemas.openxmlformats.org/officeDocument/2006/relationships/tags" Target="../tags/tag1138.xml"/><Relationship Id="rId2" Type="http://schemas.openxmlformats.org/officeDocument/2006/relationships/tags" Target="../tags/tag1137.xml"/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9" Type="http://schemas.openxmlformats.org/officeDocument/2006/relationships/tags" Target="../tags/tag1150.xml"/><Relationship Id="rId8" Type="http://schemas.openxmlformats.org/officeDocument/2006/relationships/tags" Target="../tags/tag1149.xml"/><Relationship Id="rId7" Type="http://schemas.openxmlformats.org/officeDocument/2006/relationships/tags" Target="../tags/tag1148.xml"/><Relationship Id="rId6" Type="http://schemas.openxmlformats.org/officeDocument/2006/relationships/tags" Target="../tags/tag1147.xml"/><Relationship Id="rId5" Type="http://schemas.openxmlformats.org/officeDocument/2006/relationships/tags" Target="../tags/tag1146.xml"/><Relationship Id="rId4" Type="http://schemas.openxmlformats.org/officeDocument/2006/relationships/tags" Target="../tags/tag1145.xml"/><Relationship Id="rId3" Type="http://schemas.openxmlformats.org/officeDocument/2006/relationships/tags" Target="../tags/tag1144.xml"/><Relationship Id="rId2" Type="http://schemas.openxmlformats.org/officeDocument/2006/relationships/tags" Target="../tags/tag1143.xml"/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153.xml"/><Relationship Id="rId7" Type="http://schemas.openxmlformats.org/officeDocument/2006/relationships/image" Target="file:///C:\Users\Administrator\Desktop\&#32032;&#26448;&#20998;&#31867;\&#25968;&#25454;&#21830;&#21153;\&#20027;&#39064;\&#22270;&#29255;11.png" TargetMode="External"/><Relationship Id="rId6" Type="http://schemas.openxmlformats.org/officeDocument/2006/relationships/image" Target="../media/image7.png"/><Relationship Id="rId5" Type="http://schemas.openxmlformats.org/officeDocument/2006/relationships/tags" Target="../tags/tag1152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151.xml"/><Relationship Id="rId14" Type="http://schemas.openxmlformats.org/officeDocument/2006/relationships/tags" Target="../tags/tag1157.xml"/><Relationship Id="rId13" Type="http://schemas.openxmlformats.org/officeDocument/2006/relationships/tags" Target="../tags/tag1156.xml"/><Relationship Id="rId12" Type="http://schemas.openxmlformats.org/officeDocument/2006/relationships/tags" Target="../tags/tag1155.xml"/><Relationship Id="rId11" Type="http://schemas.openxmlformats.org/officeDocument/2006/relationships/tags" Target="../tags/tag1154.xml"/><Relationship Id="rId10" Type="http://schemas.openxmlformats.org/officeDocument/2006/relationships/image" Target="file:///F:\Lets_Create/pic_temp/1_pic_quater_right_down.png" TargetMode="External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4" Type="http://schemas.openxmlformats.org/officeDocument/2006/relationships/tags" Target="../tags/tag1160.xml"/><Relationship Id="rId3" Type="http://schemas.openxmlformats.org/officeDocument/2006/relationships/tags" Target="../tags/tag1159.xml"/><Relationship Id="rId2" Type="http://schemas.openxmlformats.org/officeDocument/2006/relationships/tags" Target="../tags/tag1158.xml"/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7" Type="http://schemas.openxmlformats.org/officeDocument/2006/relationships/tags" Target="../tags/tag1166.xml"/><Relationship Id="rId6" Type="http://schemas.openxmlformats.org/officeDocument/2006/relationships/tags" Target="../tags/tag1165.xml"/><Relationship Id="rId5" Type="http://schemas.openxmlformats.org/officeDocument/2006/relationships/tags" Target="../tags/tag1164.xml"/><Relationship Id="rId4" Type="http://schemas.openxmlformats.org/officeDocument/2006/relationships/tags" Target="../tags/tag1163.xml"/><Relationship Id="rId3" Type="http://schemas.openxmlformats.org/officeDocument/2006/relationships/tags" Target="../tags/tag1162.xml"/><Relationship Id="rId2" Type="http://schemas.openxmlformats.org/officeDocument/2006/relationships/tags" Target="../tags/tag1161.xml"/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6" Type="http://schemas.openxmlformats.org/officeDocument/2006/relationships/tags" Target="../tags/tag1171.xml"/><Relationship Id="rId5" Type="http://schemas.openxmlformats.org/officeDocument/2006/relationships/tags" Target="../tags/tag1170.xml"/><Relationship Id="rId4" Type="http://schemas.openxmlformats.org/officeDocument/2006/relationships/tags" Target="../tags/tag1169.xml"/><Relationship Id="rId3" Type="http://schemas.openxmlformats.org/officeDocument/2006/relationships/tags" Target="../tags/tag1168.xml"/><Relationship Id="rId2" Type="http://schemas.openxmlformats.org/officeDocument/2006/relationships/tags" Target="../tags/tag1167.xml"/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5" Type="http://schemas.openxmlformats.org/officeDocument/2006/relationships/tags" Target="../tags/tag1175.xml"/><Relationship Id="rId4" Type="http://schemas.openxmlformats.org/officeDocument/2006/relationships/tags" Target="../tags/tag1174.xml"/><Relationship Id="rId3" Type="http://schemas.openxmlformats.org/officeDocument/2006/relationships/tags" Target="../tags/tag1173.xml"/><Relationship Id="rId2" Type="http://schemas.openxmlformats.org/officeDocument/2006/relationships/tags" Target="../tags/tag1172.xml"/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9" Type="http://schemas.openxmlformats.org/officeDocument/2006/relationships/tags" Target="../tags/tag1179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8.png"/><Relationship Id="rId6" Type="http://schemas.openxmlformats.org/officeDocument/2006/relationships/tags" Target="../tags/tag1178.xml"/><Relationship Id="rId5" Type="http://schemas.openxmlformats.org/officeDocument/2006/relationships/tags" Target="../tags/tag1177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1" Type="http://schemas.openxmlformats.org/officeDocument/2006/relationships/tags" Target="../tags/tag1187.xml"/><Relationship Id="rId20" Type="http://schemas.openxmlformats.org/officeDocument/2006/relationships/tags" Target="../tags/tag1186.xml"/><Relationship Id="rId2" Type="http://schemas.openxmlformats.org/officeDocument/2006/relationships/tags" Target="../tags/tag1176.xml"/><Relationship Id="rId19" Type="http://schemas.openxmlformats.org/officeDocument/2006/relationships/tags" Target="../tags/tag1185.xml"/><Relationship Id="rId18" Type="http://schemas.openxmlformats.org/officeDocument/2006/relationships/tags" Target="../tags/tag1184.xml"/><Relationship Id="rId17" Type="http://schemas.openxmlformats.org/officeDocument/2006/relationships/tags" Target="../tags/tag1183.xml"/><Relationship Id="rId16" Type="http://schemas.openxmlformats.org/officeDocument/2006/relationships/tags" Target="../tags/tag1182.xml"/><Relationship Id="rId15" Type="http://schemas.openxmlformats.org/officeDocument/2006/relationships/image" Target="file:///F:\Lets_Create/pic_temp/1_pic_quater_right_down.png" TargetMode="External"/><Relationship Id="rId14" Type="http://schemas.openxmlformats.org/officeDocument/2006/relationships/image" Target="../media/image4.png"/><Relationship Id="rId13" Type="http://schemas.openxmlformats.org/officeDocument/2006/relationships/tags" Target="../tags/tag1181.xml"/><Relationship Id="rId12" Type="http://schemas.openxmlformats.org/officeDocument/2006/relationships/tags" Target="../tags/tag1180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9" Type="http://schemas.openxmlformats.org/officeDocument/2006/relationships/tags" Target="../tags/tag1191.xml"/><Relationship Id="rId8" Type="http://schemas.openxmlformats.org/officeDocument/2006/relationships/tags" Target="../tags/tag1190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1189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188.xml"/><Relationship Id="rId11" Type="http://schemas.openxmlformats.org/officeDocument/2006/relationships/tags" Target="../tags/tag1193.xml"/><Relationship Id="rId10" Type="http://schemas.openxmlformats.org/officeDocument/2006/relationships/tags" Target="../tags/tag1192.xml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7" Type="http://schemas.openxmlformats.org/officeDocument/2006/relationships/tags" Target="../tags/tag1199.xml"/><Relationship Id="rId6" Type="http://schemas.openxmlformats.org/officeDocument/2006/relationships/tags" Target="../tags/tag1198.xml"/><Relationship Id="rId5" Type="http://schemas.openxmlformats.org/officeDocument/2006/relationships/tags" Target="../tags/tag1197.xml"/><Relationship Id="rId4" Type="http://schemas.openxmlformats.org/officeDocument/2006/relationships/tags" Target="../tags/tag1196.xml"/><Relationship Id="rId3" Type="http://schemas.openxmlformats.org/officeDocument/2006/relationships/tags" Target="../tags/tag1195.xml"/><Relationship Id="rId2" Type="http://schemas.openxmlformats.org/officeDocument/2006/relationships/tags" Target="../tags/tag1194.xml"/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9" Type="http://schemas.openxmlformats.org/officeDocument/2006/relationships/tags" Target="../tags/tag1203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1202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201.xml"/><Relationship Id="rId2" Type="http://schemas.openxmlformats.org/officeDocument/2006/relationships/tags" Target="../tags/tag1200.xml"/><Relationship Id="rId14" Type="http://schemas.openxmlformats.org/officeDocument/2006/relationships/tags" Target="../tags/tag1208.xml"/><Relationship Id="rId13" Type="http://schemas.openxmlformats.org/officeDocument/2006/relationships/tags" Target="../tags/tag1207.xml"/><Relationship Id="rId12" Type="http://schemas.openxmlformats.org/officeDocument/2006/relationships/tags" Target="../tags/tag1206.xml"/><Relationship Id="rId11" Type="http://schemas.openxmlformats.org/officeDocument/2006/relationships/tags" Target="../tags/tag1205.xml"/><Relationship Id="rId10" Type="http://schemas.openxmlformats.org/officeDocument/2006/relationships/tags" Target="../tags/tag1204.xml"/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9" Type="http://schemas.openxmlformats.org/officeDocument/2006/relationships/tags" Target="../tags/tag1212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211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210.xml"/><Relationship Id="rId2" Type="http://schemas.openxmlformats.org/officeDocument/2006/relationships/tags" Target="../tags/tag1209.xml"/><Relationship Id="rId14" Type="http://schemas.openxmlformats.org/officeDocument/2006/relationships/tags" Target="../tags/tag1217.xml"/><Relationship Id="rId13" Type="http://schemas.openxmlformats.org/officeDocument/2006/relationships/tags" Target="../tags/tag1216.xml"/><Relationship Id="rId12" Type="http://schemas.openxmlformats.org/officeDocument/2006/relationships/tags" Target="../tags/tag1215.xml"/><Relationship Id="rId11" Type="http://schemas.openxmlformats.org/officeDocument/2006/relationships/tags" Target="../tags/tag1214.xml"/><Relationship Id="rId10" Type="http://schemas.openxmlformats.org/officeDocument/2006/relationships/tags" Target="../tags/tag1213.xml"/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9" Type="http://schemas.openxmlformats.org/officeDocument/2006/relationships/tags" Target="../tags/tag1221.xml"/><Relationship Id="rId8" Type="http://schemas.openxmlformats.org/officeDocument/2006/relationships/tags" Target="../tags/tag1220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1219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218.xml"/><Relationship Id="rId14" Type="http://schemas.openxmlformats.org/officeDocument/2006/relationships/tags" Target="../tags/tag1226.xml"/><Relationship Id="rId13" Type="http://schemas.openxmlformats.org/officeDocument/2006/relationships/tags" Target="../tags/tag1225.xml"/><Relationship Id="rId12" Type="http://schemas.openxmlformats.org/officeDocument/2006/relationships/tags" Target="../tags/tag1224.xml"/><Relationship Id="rId11" Type="http://schemas.openxmlformats.org/officeDocument/2006/relationships/tags" Target="../tags/tag1223.xml"/><Relationship Id="rId10" Type="http://schemas.openxmlformats.org/officeDocument/2006/relationships/tags" Target="../tags/tag1222.xml"/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9" Type="http://schemas.openxmlformats.org/officeDocument/2006/relationships/tags" Target="../tags/tag1230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229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1228.xml"/><Relationship Id="rId2" Type="http://schemas.openxmlformats.org/officeDocument/2006/relationships/tags" Target="../tags/tag1227.xml"/><Relationship Id="rId16" Type="http://schemas.openxmlformats.org/officeDocument/2006/relationships/tags" Target="../tags/tag1237.xml"/><Relationship Id="rId15" Type="http://schemas.openxmlformats.org/officeDocument/2006/relationships/tags" Target="../tags/tag1236.xml"/><Relationship Id="rId14" Type="http://schemas.openxmlformats.org/officeDocument/2006/relationships/tags" Target="../tags/tag1235.xml"/><Relationship Id="rId13" Type="http://schemas.openxmlformats.org/officeDocument/2006/relationships/tags" Target="../tags/tag1234.xml"/><Relationship Id="rId12" Type="http://schemas.openxmlformats.org/officeDocument/2006/relationships/tags" Target="../tags/tag1233.xml"/><Relationship Id="rId11" Type="http://schemas.openxmlformats.org/officeDocument/2006/relationships/tags" Target="../tags/tag1232.xml"/><Relationship Id="rId10" Type="http://schemas.openxmlformats.org/officeDocument/2006/relationships/tags" Target="../tags/tag1231.xml"/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9" Type="http://schemas.openxmlformats.org/officeDocument/2006/relationships/tags" Target="../tags/tag1241.xml"/><Relationship Id="rId8" Type="http://schemas.openxmlformats.org/officeDocument/2006/relationships/image" Target="file:///F:\Lets_Create/pic_temp/1_pic_quater_right_down.png" TargetMode="External"/><Relationship Id="rId7" Type="http://schemas.openxmlformats.org/officeDocument/2006/relationships/image" Target="../media/image10.png"/><Relationship Id="rId6" Type="http://schemas.openxmlformats.org/officeDocument/2006/relationships/tags" Target="../tags/tag1240.xml"/><Relationship Id="rId5" Type="http://schemas.openxmlformats.org/officeDocument/2006/relationships/image" Target="file:///F:\Lets_Create/pic_temp/0_pic_quater_right_down.png" TargetMode="External"/><Relationship Id="rId4" Type="http://schemas.openxmlformats.org/officeDocument/2006/relationships/image" Target="../media/image12.png"/><Relationship Id="rId3" Type="http://schemas.openxmlformats.org/officeDocument/2006/relationships/tags" Target="../tags/tag1239.xml"/><Relationship Id="rId2" Type="http://schemas.openxmlformats.org/officeDocument/2006/relationships/tags" Target="../tags/tag1238.xml"/><Relationship Id="rId13" Type="http://schemas.openxmlformats.org/officeDocument/2006/relationships/tags" Target="../tags/tag1245.xml"/><Relationship Id="rId12" Type="http://schemas.openxmlformats.org/officeDocument/2006/relationships/tags" Target="../tags/tag1244.xml"/><Relationship Id="rId11" Type="http://schemas.openxmlformats.org/officeDocument/2006/relationships/tags" Target="../tags/tag1243.xml"/><Relationship Id="rId10" Type="http://schemas.openxmlformats.org/officeDocument/2006/relationships/tags" Target="../tags/tag1242.xml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: 圆角 12"/>
          <p:cNvSpPr/>
          <p:nvPr userDrawn="1">
            <p:custDataLst>
              <p:tags r:id="rId5"/>
            </p:custDataLst>
          </p:nvPr>
        </p:nvSpPr>
        <p:spPr>
          <a:xfrm>
            <a:off x="1252110" y="3662990"/>
            <a:ext cx="2108573" cy="45459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84AC"/>
              </a:gs>
              <a:gs pos="100000">
                <a:srgbClr val="01A5AE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6096000" y="1169618"/>
            <a:ext cx="5486400" cy="4518764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9220" y="138430"/>
            <a:ext cx="1143000" cy="1031347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1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2558415" y="4443544"/>
            <a:ext cx="1143000" cy="839656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15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 flipH="1">
            <a:off x="1379220" y="44435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1166047" y="1351502"/>
            <a:ext cx="5148690" cy="2087846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6000" spc="20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1252110" y="3667369"/>
            <a:ext cx="2108573" cy="45459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4064000" y="5184384"/>
            <a:ext cx="4064000" cy="1673616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4064000" y="0"/>
            <a:ext cx="4064000" cy="16736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930616" y="2687883"/>
            <a:ext cx="5572869" cy="860632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4800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3930616" y="3602572"/>
            <a:ext cx="5572297" cy="969832"/>
          </a:xfrm>
        </p:spPr>
        <p:txBody>
          <a:bodyPr lIns="90000" tIns="0" rIns="90000" bIns="46800">
            <a:normAutofit/>
          </a:bodyPr>
          <a:lstStyle>
            <a:lvl1pPr marL="0" indent="0" algn="l">
              <a:buNone/>
              <a:defRPr sz="18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10795"/>
            <a:ext cx="1220279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845820" y="1683385"/>
            <a:ext cx="3874135" cy="329755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10972800" y="6018344"/>
            <a:ext cx="1143000" cy="8396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矩形: 圆角 14"/>
          <p:cNvSpPr/>
          <p:nvPr userDrawn="1">
            <p:custDataLst>
              <p:tags r:id="rId5"/>
            </p:custDataLst>
          </p:nvPr>
        </p:nvSpPr>
        <p:spPr>
          <a:xfrm>
            <a:off x="4864735" y="4306852"/>
            <a:ext cx="2266315" cy="47640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 w="9525" cap="flat">
            <a:noFill/>
            <a:prstDash val="solid"/>
            <a:miter/>
          </a:ln>
          <a:effectLst>
            <a:glow rad="114300">
              <a:srgbClr val="00EDB0">
                <a:alpha val="16000"/>
              </a:srgbClr>
            </a:glow>
            <a:softEdge rad="0"/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b="1" dirty="0">
              <a:solidFill>
                <a:schemeClr val="tx1"/>
              </a:solidFill>
            </a:endParaRPr>
          </a:p>
        </p:txBody>
      </p:sp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1397000"/>
            <a:ext cx="2467127" cy="406400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9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9724873" y="1397000"/>
            <a:ext cx="2467127" cy="406400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>
            <p:custDataLst>
              <p:tags r:id="rId12"/>
            </p:custDataLst>
          </p:nvPr>
        </p:nvGrpSpPr>
        <p:grpSpPr>
          <a:xfrm>
            <a:off x="4967605" y="1990090"/>
            <a:ext cx="2322195" cy="839470"/>
            <a:chOff x="7776" y="7859"/>
            <a:chExt cx="3657" cy="1322"/>
          </a:xfrm>
        </p:grpSpPr>
        <p:pic>
          <p:nvPicPr>
            <p:cNvPr id="13" name="图片 12"/>
            <p:cNvPicPr/>
            <p:nvPr>
              <p:custDataLst>
                <p:tags r:id="rId13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>
              <a:off x="9633" y="7859"/>
              <a:ext cx="1800" cy="1322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>
              <p:custDataLst>
                <p:tags r:id="rId16"/>
              </p:custDataLst>
            </p:nvPr>
          </p:nvPicPr>
          <p:blipFill>
            <a:blip r:embed="rId14" r:link="rId15" cstate="screen"/>
            <a:stretch>
              <a:fillRect/>
            </a:stretch>
          </p:blipFill>
          <p:spPr>
            <a:xfrm flipH="1">
              <a:off x="7776" y="7859"/>
              <a:ext cx="1800" cy="132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3501986" y="2829175"/>
            <a:ext cx="5188028" cy="1438459"/>
          </a:xfrm>
        </p:spPr>
        <p:txBody>
          <a:bodyPr vert="horz" lIns="90170" tIns="46990" rIns="90170" bIns="0" rtlCol="0" anchor="b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30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21"/>
            </p:custDataLst>
          </p:nvPr>
        </p:nvSpPr>
        <p:spPr>
          <a:xfrm>
            <a:off x="4866611" y="4306852"/>
            <a:ext cx="2266316" cy="476404"/>
          </a:xfrm>
        </p:spPr>
        <p:txBody>
          <a:bodyPr lIns="90000" tIns="46800" rIns="90000" bIns="468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 algn="ctr">
              <a:defRPr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608076" y="457200"/>
            <a:ext cx="10975848" cy="59436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0994390" y="76200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5539740"/>
            <a:ext cx="1731010" cy="13182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65405" y="6540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885805" y="6540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76200" y="86995"/>
            <a:ext cx="1143000" cy="1031240"/>
          </a:xfrm>
          <a:prstGeom prst="rect">
            <a:avLst/>
          </a:prstGeom>
        </p:spPr>
      </p:pic>
      <p:pic>
        <p:nvPicPr>
          <p:cNvPr id="11" name="图片 10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0983595" y="86995"/>
            <a:ext cx="1143000" cy="83947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11178540" y="0"/>
            <a:ext cx="1013460" cy="91440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0" y="6029325"/>
            <a:ext cx="1143000" cy="8394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screen"/>
          <a:stretch>
            <a:fillRect/>
          </a:stretch>
        </p:blipFill>
        <p:spPr>
          <a:xfrm>
            <a:off x="97790" y="76200"/>
            <a:ext cx="2287905" cy="2000885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7" r:link="rId8" cstate="screen"/>
          <a:stretch>
            <a:fillRect/>
          </a:stretch>
        </p:blipFill>
        <p:spPr>
          <a:xfrm>
            <a:off x="10034270" y="5273040"/>
            <a:ext cx="2157730" cy="1584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6" Type="http://schemas.openxmlformats.org/officeDocument/2006/relationships/theme" Target="../theme/theme2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6" Type="http://schemas.openxmlformats.org/officeDocument/2006/relationships/theme" Target="../theme/theme3.xml"/><Relationship Id="rId25" Type="http://schemas.openxmlformats.org/officeDocument/2006/relationships/tags" Target="../tags/tag278.xml"/><Relationship Id="rId24" Type="http://schemas.openxmlformats.org/officeDocument/2006/relationships/tags" Target="../tags/tag277.xml"/><Relationship Id="rId23" Type="http://schemas.openxmlformats.org/officeDocument/2006/relationships/tags" Target="../tags/tag276.xml"/><Relationship Id="rId22" Type="http://schemas.openxmlformats.org/officeDocument/2006/relationships/tags" Target="../tags/tag275.xml"/><Relationship Id="rId21" Type="http://schemas.openxmlformats.org/officeDocument/2006/relationships/tags" Target="../tags/tag274.xml"/><Relationship Id="rId20" Type="http://schemas.openxmlformats.org/officeDocument/2006/relationships/tags" Target="../tags/tag273.xml"/><Relationship Id="rId2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6" Type="http://schemas.openxmlformats.org/officeDocument/2006/relationships/theme" Target="../theme/theme4.xml"/><Relationship Id="rId25" Type="http://schemas.openxmlformats.org/officeDocument/2006/relationships/tags" Target="../tags/tag417.xml"/><Relationship Id="rId24" Type="http://schemas.openxmlformats.org/officeDocument/2006/relationships/tags" Target="../tags/tag416.xml"/><Relationship Id="rId23" Type="http://schemas.openxmlformats.org/officeDocument/2006/relationships/tags" Target="../tags/tag415.xml"/><Relationship Id="rId22" Type="http://schemas.openxmlformats.org/officeDocument/2006/relationships/tags" Target="../tags/tag414.xml"/><Relationship Id="rId21" Type="http://schemas.openxmlformats.org/officeDocument/2006/relationships/tags" Target="../tags/tag413.xml"/><Relationship Id="rId20" Type="http://schemas.openxmlformats.org/officeDocument/2006/relationships/tags" Target="../tags/tag412.xml"/><Relationship Id="rId2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2.xml"/><Relationship Id="rId26" Type="http://schemas.openxmlformats.org/officeDocument/2006/relationships/theme" Target="../theme/theme5.xml"/><Relationship Id="rId25" Type="http://schemas.openxmlformats.org/officeDocument/2006/relationships/tags" Target="../tags/tag556.xml"/><Relationship Id="rId24" Type="http://schemas.openxmlformats.org/officeDocument/2006/relationships/tags" Target="../tags/tag555.xml"/><Relationship Id="rId23" Type="http://schemas.openxmlformats.org/officeDocument/2006/relationships/tags" Target="../tags/tag554.xml"/><Relationship Id="rId22" Type="http://schemas.openxmlformats.org/officeDocument/2006/relationships/tags" Target="../tags/tag553.xml"/><Relationship Id="rId21" Type="http://schemas.openxmlformats.org/officeDocument/2006/relationships/tags" Target="../tags/tag552.xml"/><Relationship Id="rId20" Type="http://schemas.openxmlformats.org/officeDocument/2006/relationships/tags" Target="../tags/tag551.xml"/><Relationship Id="rId2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6" Type="http://schemas.openxmlformats.org/officeDocument/2006/relationships/theme" Target="../theme/theme6.xml"/><Relationship Id="rId25" Type="http://schemas.openxmlformats.org/officeDocument/2006/relationships/tags" Target="../tags/tag695.xml"/><Relationship Id="rId24" Type="http://schemas.openxmlformats.org/officeDocument/2006/relationships/tags" Target="../tags/tag694.xml"/><Relationship Id="rId23" Type="http://schemas.openxmlformats.org/officeDocument/2006/relationships/tags" Target="../tags/tag693.xml"/><Relationship Id="rId22" Type="http://schemas.openxmlformats.org/officeDocument/2006/relationships/tags" Target="../tags/tag692.xml"/><Relationship Id="rId21" Type="http://schemas.openxmlformats.org/officeDocument/2006/relationships/tags" Target="../tags/tag691.xml"/><Relationship Id="rId20" Type="http://schemas.openxmlformats.org/officeDocument/2006/relationships/tags" Target="../tags/tag690.xml"/><Relationship Id="rId2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94.xml"/><Relationship Id="rId15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6.xml"/><Relationship Id="rId8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4.xml"/><Relationship Id="rId6" Type="http://schemas.openxmlformats.org/officeDocument/2006/relationships/slideLayout" Target="../slideLayouts/slideLayout103.xml"/><Relationship Id="rId5" Type="http://schemas.openxmlformats.org/officeDocument/2006/relationships/slideLayout" Target="../slideLayouts/slideLayout102.xml"/><Relationship Id="rId4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100.xml"/><Relationship Id="rId26" Type="http://schemas.openxmlformats.org/officeDocument/2006/relationships/theme" Target="../theme/theme7.xml"/><Relationship Id="rId25" Type="http://schemas.openxmlformats.org/officeDocument/2006/relationships/tags" Target="../tags/tag834.xml"/><Relationship Id="rId24" Type="http://schemas.openxmlformats.org/officeDocument/2006/relationships/tags" Target="../tags/tag833.xml"/><Relationship Id="rId23" Type="http://schemas.openxmlformats.org/officeDocument/2006/relationships/tags" Target="../tags/tag832.xml"/><Relationship Id="rId22" Type="http://schemas.openxmlformats.org/officeDocument/2006/relationships/tags" Target="../tags/tag831.xml"/><Relationship Id="rId21" Type="http://schemas.openxmlformats.org/officeDocument/2006/relationships/tags" Target="../tags/tag830.xml"/><Relationship Id="rId20" Type="http://schemas.openxmlformats.org/officeDocument/2006/relationships/tags" Target="../tags/tag829.xml"/><Relationship Id="rId2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116.xml"/><Relationship Id="rId18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12.xml"/><Relationship Id="rId14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110.xml"/><Relationship Id="rId12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9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19.xml"/><Relationship Id="rId25" Type="http://schemas.openxmlformats.org/officeDocument/2006/relationships/theme" Target="../theme/theme8.xml"/><Relationship Id="rId24" Type="http://schemas.openxmlformats.org/officeDocument/2006/relationships/tags" Target="../tags/tag973.xml"/><Relationship Id="rId23" Type="http://schemas.openxmlformats.org/officeDocument/2006/relationships/tags" Target="../tags/tag972.xml"/><Relationship Id="rId22" Type="http://schemas.openxmlformats.org/officeDocument/2006/relationships/tags" Target="../tags/tag971.xml"/><Relationship Id="rId21" Type="http://schemas.openxmlformats.org/officeDocument/2006/relationships/tags" Target="../tags/tag970.xml"/><Relationship Id="rId20" Type="http://schemas.openxmlformats.org/officeDocument/2006/relationships/tags" Target="../tags/tag969.xml"/><Relationship Id="rId2" Type="http://schemas.openxmlformats.org/officeDocument/2006/relationships/slideLayout" Target="../slideLayouts/slideLayout118.xml"/><Relationship Id="rId19" Type="http://schemas.openxmlformats.org/officeDocument/2006/relationships/tags" Target="../tags/tag968.xml"/><Relationship Id="rId18" Type="http://schemas.openxmlformats.org/officeDocument/2006/relationships/slideLayout" Target="../slideLayouts/slideLayout134.xml"/><Relationship Id="rId17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17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7.xml"/><Relationship Id="rId25" Type="http://schemas.openxmlformats.org/officeDocument/2006/relationships/theme" Target="../theme/theme9.xml"/><Relationship Id="rId24" Type="http://schemas.openxmlformats.org/officeDocument/2006/relationships/tags" Target="../tags/tag1112.xml"/><Relationship Id="rId23" Type="http://schemas.openxmlformats.org/officeDocument/2006/relationships/tags" Target="../tags/tag1111.xml"/><Relationship Id="rId22" Type="http://schemas.openxmlformats.org/officeDocument/2006/relationships/tags" Target="../tags/tag1110.xml"/><Relationship Id="rId21" Type="http://schemas.openxmlformats.org/officeDocument/2006/relationships/tags" Target="../tags/tag1109.xml"/><Relationship Id="rId20" Type="http://schemas.openxmlformats.org/officeDocument/2006/relationships/tags" Target="../tags/tag1108.xml"/><Relationship Id="rId2" Type="http://schemas.openxmlformats.org/officeDocument/2006/relationships/slideLayout" Target="../slideLayouts/slideLayout136.xml"/><Relationship Id="rId19" Type="http://schemas.openxmlformats.org/officeDocument/2006/relationships/tags" Target="../tags/tag1107.xml"/><Relationship Id="rId18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35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5.xml"/><Relationship Id="rId25" Type="http://schemas.openxmlformats.org/officeDocument/2006/relationships/theme" Target="../theme/theme10.xml"/><Relationship Id="rId24" Type="http://schemas.openxmlformats.org/officeDocument/2006/relationships/tags" Target="../tags/tag1251.xml"/><Relationship Id="rId23" Type="http://schemas.openxmlformats.org/officeDocument/2006/relationships/tags" Target="../tags/tag1250.xml"/><Relationship Id="rId22" Type="http://schemas.openxmlformats.org/officeDocument/2006/relationships/tags" Target="../tags/tag1249.xml"/><Relationship Id="rId21" Type="http://schemas.openxmlformats.org/officeDocument/2006/relationships/tags" Target="../tags/tag1248.xml"/><Relationship Id="rId20" Type="http://schemas.openxmlformats.org/officeDocument/2006/relationships/tags" Target="../tags/tag1247.xml"/><Relationship Id="rId2" Type="http://schemas.openxmlformats.org/officeDocument/2006/relationships/slideLayout" Target="../slideLayouts/slideLayout154.xml"/><Relationship Id="rId19" Type="http://schemas.openxmlformats.org/officeDocument/2006/relationships/tags" Target="../tags/tag1246.xml"/><Relationship Id="rId18" Type="http://schemas.openxmlformats.org/officeDocument/2006/relationships/slideLayout" Target="../slideLayouts/slideLayout170.xml"/><Relationship Id="rId17" Type="http://schemas.openxmlformats.org/officeDocument/2006/relationships/slideLayout" Target="../slideLayouts/slideLayout169.xml"/><Relationship Id="rId16" Type="http://schemas.openxmlformats.org/officeDocument/2006/relationships/slideLayout" Target="../slideLayouts/slideLayout168.xml"/><Relationship Id="rId15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bg1"/>
          </a:solidFill>
          <a:uFillTx/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5.xml"/><Relationship Id="rId3" Type="http://schemas.openxmlformats.org/officeDocument/2006/relationships/tags" Target="../tags/tag1254.xml"/><Relationship Id="rId2" Type="http://schemas.openxmlformats.org/officeDocument/2006/relationships/tags" Target="../tags/tag1253.xml"/><Relationship Id="rId1" Type="http://schemas.openxmlformats.org/officeDocument/2006/relationships/tags" Target="../tags/tag125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63.xml"/><Relationship Id="rId8" Type="http://schemas.openxmlformats.org/officeDocument/2006/relationships/tags" Target="../tags/tag1262.xml"/><Relationship Id="rId7" Type="http://schemas.openxmlformats.org/officeDocument/2006/relationships/tags" Target="../tags/tag1261.xml"/><Relationship Id="rId6" Type="http://schemas.openxmlformats.org/officeDocument/2006/relationships/tags" Target="../tags/tag1260.xml"/><Relationship Id="rId5" Type="http://schemas.openxmlformats.org/officeDocument/2006/relationships/tags" Target="../tags/tag1259.xml"/><Relationship Id="rId4" Type="http://schemas.openxmlformats.org/officeDocument/2006/relationships/tags" Target="../tags/tag1258.xml"/><Relationship Id="rId3" Type="http://schemas.openxmlformats.org/officeDocument/2006/relationships/tags" Target="../tags/tag1257.xml"/><Relationship Id="rId2" Type="http://schemas.openxmlformats.org/officeDocument/2006/relationships/tags" Target="../tags/tag1256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40.xml"/><Relationship Id="rId17" Type="http://schemas.openxmlformats.org/officeDocument/2006/relationships/tags" Target="../tags/tag1271.xml"/><Relationship Id="rId16" Type="http://schemas.openxmlformats.org/officeDocument/2006/relationships/tags" Target="../tags/tag1270.xml"/><Relationship Id="rId15" Type="http://schemas.openxmlformats.org/officeDocument/2006/relationships/tags" Target="../tags/tag1269.xml"/><Relationship Id="rId14" Type="http://schemas.openxmlformats.org/officeDocument/2006/relationships/tags" Target="../tags/tag1268.xml"/><Relationship Id="rId13" Type="http://schemas.openxmlformats.org/officeDocument/2006/relationships/tags" Target="../tags/tag1267.xml"/><Relationship Id="rId12" Type="http://schemas.openxmlformats.org/officeDocument/2006/relationships/tags" Target="../tags/tag1266.xml"/><Relationship Id="rId11" Type="http://schemas.openxmlformats.org/officeDocument/2006/relationships/tags" Target="../tags/tag1265.xml"/><Relationship Id="rId10" Type="http://schemas.openxmlformats.org/officeDocument/2006/relationships/tags" Target="../tags/tag1264.xml"/><Relationship Id="rId1" Type="http://schemas.openxmlformats.org/officeDocument/2006/relationships/tags" Target="../tags/tag125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37.xml"/><Relationship Id="rId3" Type="http://schemas.openxmlformats.org/officeDocument/2006/relationships/tags" Target="../tags/tag1274.xml"/><Relationship Id="rId2" Type="http://schemas.openxmlformats.org/officeDocument/2006/relationships/tags" Target="../tags/tag1273.xml"/><Relationship Id="rId1" Type="http://schemas.openxmlformats.org/officeDocument/2006/relationships/tags" Target="../tags/tag127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79.xml"/><Relationship Id="rId8" Type="http://schemas.openxmlformats.org/officeDocument/2006/relationships/tags" Target="../tags/tag1278.xml"/><Relationship Id="rId7" Type="http://schemas.openxmlformats.org/officeDocument/2006/relationships/tags" Target="../tags/tag1277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276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41.xml"/><Relationship Id="rId11" Type="http://schemas.openxmlformats.org/officeDocument/2006/relationships/tags" Target="../tags/tag1281.xml"/><Relationship Id="rId10" Type="http://schemas.openxmlformats.org/officeDocument/2006/relationships/tags" Target="../tags/tag1280.xml"/><Relationship Id="rId1" Type="http://schemas.openxmlformats.org/officeDocument/2006/relationships/tags" Target="../tags/tag127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3.xml"/><Relationship Id="rId3" Type="http://schemas.openxmlformats.org/officeDocument/2006/relationships/tags" Target="../tags/tag1284.xml"/><Relationship Id="rId2" Type="http://schemas.openxmlformats.org/officeDocument/2006/relationships/tags" Target="../tags/tag1283.xml"/><Relationship Id="rId1" Type="http://schemas.openxmlformats.org/officeDocument/2006/relationships/tags" Target="../tags/tag128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4.xml"/><Relationship Id="rId4" Type="http://schemas.openxmlformats.org/officeDocument/2006/relationships/tags" Target="../tags/tag1287.xml"/><Relationship Id="rId3" Type="http://schemas.openxmlformats.org/officeDocument/2006/relationships/image" Target="../media/image13.png"/><Relationship Id="rId2" Type="http://schemas.openxmlformats.org/officeDocument/2006/relationships/tags" Target="../tags/tag1286.xml"/><Relationship Id="rId1" Type="http://schemas.openxmlformats.org/officeDocument/2006/relationships/tags" Target="../tags/tag128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2.xml"/><Relationship Id="rId3" Type="http://schemas.openxmlformats.org/officeDocument/2006/relationships/tags" Target="../tags/tag1290.xml"/><Relationship Id="rId2" Type="http://schemas.openxmlformats.org/officeDocument/2006/relationships/tags" Target="../tags/tag1289.xml"/><Relationship Id="rId1" Type="http://schemas.openxmlformats.org/officeDocument/2006/relationships/tags" Target="../tags/tag1288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66.xml"/><Relationship Id="rId5" Type="http://schemas.openxmlformats.org/officeDocument/2006/relationships/tags" Target="../tags/tag1294.xml"/><Relationship Id="rId4" Type="http://schemas.openxmlformats.org/officeDocument/2006/relationships/image" Target="../media/image14.png"/><Relationship Id="rId3" Type="http://schemas.openxmlformats.org/officeDocument/2006/relationships/tags" Target="../tags/tag1293.xml"/><Relationship Id="rId2" Type="http://schemas.openxmlformats.org/officeDocument/2006/relationships/tags" Target="../tags/tag1292.xml"/><Relationship Id="rId1" Type="http://schemas.openxmlformats.org/officeDocument/2006/relationships/tags" Target="../tags/tag129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98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tags" Target="../tags/tag1297.xml"/><Relationship Id="rId2" Type="http://schemas.openxmlformats.org/officeDocument/2006/relationships/tags" Target="../tags/tag1296.xml"/><Relationship Id="rId10" Type="http://schemas.openxmlformats.org/officeDocument/2006/relationships/slideLayout" Target="../slideLayouts/slideLayout166.xml"/><Relationship Id="rId1" Type="http://schemas.openxmlformats.org/officeDocument/2006/relationships/tags" Target="../tags/tag129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6.xml"/><Relationship Id="rId6" Type="http://schemas.openxmlformats.org/officeDocument/2006/relationships/tags" Target="../tags/tag130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tags" Target="../tags/tag1301.xml"/><Relationship Id="rId2" Type="http://schemas.openxmlformats.org/officeDocument/2006/relationships/tags" Target="../tags/tag1300.xml"/><Relationship Id="rId1" Type="http://schemas.openxmlformats.org/officeDocument/2006/relationships/tags" Target="../tags/tag129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1.xml"/><Relationship Id="rId3" Type="http://schemas.openxmlformats.org/officeDocument/2006/relationships/tags" Target="../tags/tag1305.xml"/><Relationship Id="rId2" Type="http://schemas.openxmlformats.org/officeDocument/2006/relationships/tags" Target="../tags/tag1304.xml"/><Relationship Id="rId1" Type="http://schemas.openxmlformats.org/officeDocument/2006/relationships/tags" Target="../tags/tag130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tags" Target="../tags/tag1308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07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9.xml"/><Relationship Id="rId14" Type="http://schemas.openxmlformats.org/officeDocument/2006/relationships/tags" Target="../tags/tag1312.xml"/><Relationship Id="rId13" Type="http://schemas.openxmlformats.org/officeDocument/2006/relationships/image" Target="../media/image24.svg"/><Relationship Id="rId12" Type="http://schemas.openxmlformats.org/officeDocument/2006/relationships/tags" Target="../tags/tag1311.xml"/><Relationship Id="rId11" Type="http://schemas.openxmlformats.org/officeDocument/2006/relationships/tags" Target="../tags/tag1310.xml"/><Relationship Id="rId10" Type="http://schemas.openxmlformats.org/officeDocument/2006/relationships/tags" Target="../tags/tag1309.xml"/><Relationship Id="rId1" Type="http://schemas.openxmlformats.org/officeDocument/2006/relationships/tags" Target="../tags/tag130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2.png"/><Relationship Id="rId7" Type="http://schemas.openxmlformats.org/officeDocument/2006/relationships/tags" Target="../tags/tag1315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14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9.xml"/><Relationship Id="rId14" Type="http://schemas.openxmlformats.org/officeDocument/2006/relationships/tags" Target="../tags/tag1319.xml"/><Relationship Id="rId13" Type="http://schemas.openxmlformats.org/officeDocument/2006/relationships/image" Target="../media/image26.svg"/><Relationship Id="rId12" Type="http://schemas.openxmlformats.org/officeDocument/2006/relationships/tags" Target="../tags/tag1318.xml"/><Relationship Id="rId11" Type="http://schemas.openxmlformats.org/officeDocument/2006/relationships/tags" Target="../tags/tag1317.xml"/><Relationship Id="rId10" Type="http://schemas.openxmlformats.org/officeDocument/2006/relationships/tags" Target="../tags/tag1316.xml"/><Relationship Id="rId1" Type="http://schemas.openxmlformats.org/officeDocument/2006/relationships/tags" Target="../tags/tag13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6.xml"/><Relationship Id="rId4" Type="http://schemas.openxmlformats.org/officeDocument/2006/relationships/tags" Target="../tags/tag1322.xml"/><Relationship Id="rId3" Type="http://schemas.openxmlformats.org/officeDocument/2006/relationships/image" Target="../media/image27.png"/><Relationship Id="rId2" Type="http://schemas.openxmlformats.org/officeDocument/2006/relationships/tags" Target="../tags/tag1321.xml"/><Relationship Id="rId1" Type="http://schemas.openxmlformats.org/officeDocument/2006/relationships/tags" Target="../tags/tag132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9.xml"/><Relationship Id="rId3" Type="http://schemas.openxmlformats.org/officeDocument/2006/relationships/tags" Target="../tags/tag1324.xml"/><Relationship Id="rId2" Type="http://schemas.openxmlformats.org/officeDocument/2006/relationships/tags" Target="../tags/tag1323.xml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9.xml"/><Relationship Id="rId6" Type="http://schemas.openxmlformats.org/officeDocument/2006/relationships/tags" Target="../tags/tag132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tags" Target="../tags/tag1327.xml"/><Relationship Id="rId2" Type="http://schemas.openxmlformats.org/officeDocument/2006/relationships/tags" Target="../tags/tag1326.xml"/><Relationship Id="rId1" Type="http://schemas.openxmlformats.org/officeDocument/2006/relationships/tags" Target="../tags/tag1325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9.xml"/><Relationship Id="rId6" Type="http://schemas.openxmlformats.org/officeDocument/2006/relationships/tags" Target="../tags/tag133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tags" Target="../tags/tag1331.xml"/><Relationship Id="rId2" Type="http://schemas.openxmlformats.org/officeDocument/2006/relationships/tags" Target="../tags/tag1330.xml"/><Relationship Id="rId1" Type="http://schemas.openxmlformats.org/officeDocument/2006/relationships/tags" Target="../tags/tag132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337.xml"/><Relationship Id="rId8" Type="http://schemas.openxmlformats.org/officeDocument/2006/relationships/tags" Target="../tags/tag1336.xml"/><Relationship Id="rId7" Type="http://schemas.openxmlformats.org/officeDocument/2006/relationships/tags" Target="../tags/tag1335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34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339.xml"/><Relationship Id="rId10" Type="http://schemas.openxmlformats.org/officeDocument/2006/relationships/tags" Target="../tags/tag1338.xml"/><Relationship Id="rId1" Type="http://schemas.openxmlformats.org/officeDocument/2006/relationships/tags" Target="../tags/tag133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66.xml"/><Relationship Id="rId4" Type="http://schemas.openxmlformats.org/officeDocument/2006/relationships/tags" Target="../tags/tag1342.xml"/><Relationship Id="rId3" Type="http://schemas.openxmlformats.org/officeDocument/2006/relationships/image" Target="../media/image33.png"/><Relationship Id="rId2" Type="http://schemas.openxmlformats.org/officeDocument/2006/relationships/tags" Target="../tags/tag1341.xml"/><Relationship Id="rId1" Type="http://schemas.openxmlformats.org/officeDocument/2006/relationships/tags" Target="../tags/tag134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347.xml"/><Relationship Id="rId8" Type="http://schemas.openxmlformats.org/officeDocument/2006/relationships/tags" Target="../tags/tag1346.xml"/><Relationship Id="rId7" Type="http://schemas.openxmlformats.org/officeDocument/2006/relationships/tags" Target="../tags/tag1345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44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04.xml"/><Relationship Id="rId11" Type="http://schemas.openxmlformats.org/officeDocument/2006/relationships/tags" Target="../tags/tag1349.xml"/><Relationship Id="rId10" Type="http://schemas.openxmlformats.org/officeDocument/2006/relationships/tags" Target="../tags/tag1348.xml"/><Relationship Id="rId1" Type="http://schemas.openxmlformats.org/officeDocument/2006/relationships/tags" Target="../tags/tag134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51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352.xml"/><Relationship Id="rId1" Type="http://schemas.openxmlformats.org/officeDocument/2006/relationships/tags" Target="../tags/tag135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357.xml"/><Relationship Id="rId8" Type="http://schemas.openxmlformats.org/officeDocument/2006/relationships/tags" Target="../tags/tag1356.xml"/><Relationship Id="rId7" Type="http://schemas.openxmlformats.org/officeDocument/2006/relationships/tags" Target="../tags/tag1355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54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135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362.xml"/><Relationship Id="rId8" Type="http://schemas.openxmlformats.org/officeDocument/2006/relationships/tags" Target="../tags/tag1361.xml"/><Relationship Id="rId7" Type="http://schemas.openxmlformats.org/officeDocument/2006/relationships/tags" Target="../tags/tag1360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59.xml"/><Relationship Id="rId3" Type="http://schemas.openxmlformats.org/officeDocument/2006/relationships/image" Target="file:///F:\Lets_Create/pic_temp/0_pic_quater_right_down.png" TargetMode="External"/><Relationship Id="rId20" Type="http://schemas.openxmlformats.org/officeDocument/2006/relationships/notesSlide" Target="../notesSlides/notesSlide14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28.xml"/><Relationship Id="rId18" Type="http://schemas.openxmlformats.org/officeDocument/2006/relationships/tags" Target="../tags/tag1370.xml"/><Relationship Id="rId17" Type="http://schemas.openxmlformats.org/officeDocument/2006/relationships/image" Target="../media/image41.png"/><Relationship Id="rId16" Type="http://schemas.openxmlformats.org/officeDocument/2006/relationships/tags" Target="../tags/tag1369.xml"/><Relationship Id="rId15" Type="http://schemas.openxmlformats.org/officeDocument/2006/relationships/tags" Target="../tags/tag1368.xml"/><Relationship Id="rId14" Type="http://schemas.openxmlformats.org/officeDocument/2006/relationships/tags" Target="../tags/tag1367.xml"/><Relationship Id="rId13" Type="http://schemas.openxmlformats.org/officeDocument/2006/relationships/tags" Target="../tags/tag1366.xml"/><Relationship Id="rId12" Type="http://schemas.openxmlformats.org/officeDocument/2006/relationships/tags" Target="../tags/tag1365.xml"/><Relationship Id="rId11" Type="http://schemas.openxmlformats.org/officeDocument/2006/relationships/tags" Target="../tags/tag1364.xml"/><Relationship Id="rId10" Type="http://schemas.openxmlformats.org/officeDocument/2006/relationships/tags" Target="../tags/tag1363.xml"/><Relationship Id="rId1" Type="http://schemas.openxmlformats.org/officeDocument/2006/relationships/tags" Target="../tags/tag1358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1374.xml"/><Relationship Id="rId7" Type="http://schemas.openxmlformats.org/officeDocument/2006/relationships/image" Target="file:///F:\Lets_Create/pic_temp/1_pic_quater_right_down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1373.xml"/><Relationship Id="rId4" Type="http://schemas.openxmlformats.org/officeDocument/2006/relationships/image" Target="file:///F:\Lets_Create/pic_temp/0_pic_quater_right_down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372.xml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9.xml"/><Relationship Id="rId12" Type="http://schemas.openxmlformats.org/officeDocument/2006/relationships/tags" Target="../tags/tag1375.xml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tags" Target="../tags/tag137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tags" Target="../tags/tag1379.xml"/><Relationship Id="rId7" Type="http://schemas.openxmlformats.org/officeDocument/2006/relationships/tags" Target="../tags/tag1378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77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380.xml"/><Relationship Id="rId10" Type="http://schemas.openxmlformats.org/officeDocument/2006/relationships/image" Target="../media/image46.png"/><Relationship Id="rId1" Type="http://schemas.openxmlformats.org/officeDocument/2006/relationships/tags" Target="../tags/tag1376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383.xml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82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1381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9.xml"/><Relationship Id="rId6" Type="http://schemas.openxmlformats.org/officeDocument/2006/relationships/tags" Target="../tags/tag1387.xml"/><Relationship Id="rId5" Type="http://schemas.openxmlformats.org/officeDocument/2006/relationships/image" Target="../media/image50.png"/><Relationship Id="rId4" Type="http://schemas.openxmlformats.org/officeDocument/2006/relationships/tags" Target="../tags/tag1386.xml"/><Relationship Id="rId3" Type="http://schemas.openxmlformats.org/officeDocument/2006/relationships/image" Target="../media/image49.png"/><Relationship Id="rId2" Type="http://schemas.openxmlformats.org/officeDocument/2006/relationships/tags" Target="../tags/tag1385.xml"/><Relationship Id="rId1" Type="http://schemas.openxmlformats.org/officeDocument/2006/relationships/tags" Target="../tags/tag1384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9.xml"/><Relationship Id="rId6" Type="http://schemas.openxmlformats.org/officeDocument/2006/relationships/tags" Target="../tags/tag1391.xml"/><Relationship Id="rId5" Type="http://schemas.openxmlformats.org/officeDocument/2006/relationships/image" Target="../media/image52.png"/><Relationship Id="rId4" Type="http://schemas.openxmlformats.org/officeDocument/2006/relationships/tags" Target="../tags/tag1390.xml"/><Relationship Id="rId3" Type="http://schemas.openxmlformats.org/officeDocument/2006/relationships/image" Target="../media/image51.png"/><Relationship Id="rId2" Type="http://schemas.openxmlformats.org/officeDocument/2006/relationships/tags" Target="../tags/tag1389.xml"/><Relationship Id="rId1" Type="http://schemas.openxmlformats.org/officeDocument/2006/relationships/tags" Target="../tags/tag1388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1395.xml"/><Relationship Id="rId8" Type="http://schemas.openxmlformats.org/officeDocument/2006/relationships/tags" Target="../tags/tag1394.xml"/><Relationship Id="rId7" Type="http://schemas.openxmlformats.org/officeDocument/2006/relationships/image" Target="../media/image53.jpeg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393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396.xml"/><Relationship Id="rId1" Type="http://schemas.openxmlformats.org/officeDocument/2006/relationships/tags" Target="../tags/tag139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9.xml"/><Relationship Id="rId3" Type="http://schemas.openxmlformats.org/officeDocument/2006/relationships/tags" Target="../tags/tag1397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19.xml"/><Relationship Id="rId3" Type="http://schemas.openxmlformats.org/officeDocument/2006/relationships/tags" Target="../tags/tag1400.xml"/><Relationship Id="rId2" Type="http://schemas.openxmlformats.org/officeDocument/2006/relationships/tags" Target="../tags/tag1399.xml"/><Relationship Id="rId1" Type="http://schemas.openxmlformats.org/officeDocument/2006/relationships/tags" Target="../tags/tag1398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1405.xml"/><Relationship Id="rId8" Type="http://schemas.openxmlformats.org/officeDocument/2006/relationships/tags" Target="../tags/tag1404.xml"/><Relationship Id="rId7" Type="http://schemas.openxmlformats.org/officeDocument/2006/relationships/tags" Target="../tags/tag1403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402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407.xml"/><Relationship Id="rId10" Type="http://schemas.openxmlformats.org/officeDocument/2006/relationships/tags" Target="../tags/tag1406.xml"/><Relationship Id="rId1" Type="http://schemas.openxmlformats.org/officeDocument/2006/relationships/tags" Target="../tags/tag1401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1412.xml"/><Relationship Id="rId8" Type="http://schemas.openxmlformats.org/officeDocument/2006/relationships/tags" Target="../tags/tag1411.xml"/><Relationship Id="rId7" Type="http://schemas.openxmlformats.org/officeDocument/2006/relationships/tags" Target="../tags/tag1410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409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1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414.xml"/><Relationship Id="rId10" Type="http://schemas.openxmlformats.org/officeDocument/2006/relationships/tags" Target="../tags/tag1413.xml"/><Relationship Id="rId1" Type="http://schemas.openxmlformats.org/officeDocument/2006/relationships/tags" Target="../tags/tag1408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1419.xml"/><Relationship Id="rId8" Type="http://schemas.openxmlformats.org/officeDocument/2006/relationships/tags" Target="../tags/tag1418.xml"/><Relationship Id="rId7" Type="http://schemas.openxmlformats.org/officeDocument/2006/relationships/tags" Target="../tags/tag1417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416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22.xml"/><Relationship Id="rId11" Type="http://schemas.openxmlformats.org/officeDocument/2006/relationships/slideLayout" Target="../slideLayouts/slideLayout9.xml"/><Relationship Id="rId10" Type="http://schemas.openxmlformats.org/officeDocument/2006/relationships/tags" Target="../tags/tag1420.xml"/><Relationship Id="rId1" Type="http://schemas.openxmlformats.org/officeDocument/2006/relationships/tags" Target="../tags/tag1415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425.xml"/><Relationship Id="rId8" Type="http://schemas.openxmlformats.org/officeDocument/2006/relationships/tags" Target="../tags/tag1424.xml"/><Relationship Id="rId7" Type="http://schemas.openxmlformats.org/officeDocument/2006/relationships/tags" Target="../tags/tag1423.xml"/><Relationship Id="rId6" Type="http://schemas.openxmlformats.org/officeDocument/2006/relationships/image" Target="file:///F:\Lets_Create/pic_temp/1_pic_quater_right_down.png" TargetMode="External"/><Relationship Id="rId5" Type="http://schemas.openxmlformats.org/officeDocument/2006/relationships/image" Target="../media/image4.png"/><Relationship Id="rId4" Type="http://schemas.openxmlformats.org/officeDocument/2006/relationships/tags" Target="../tags/tag1422.xml"/><Relationship Id="rId3" Type="http://schemas.openxmlformats.org/officeDocument/2006/relationships/image" Target="file:///F:\Lets_Create/pic_temp/0_pic_quater_right_down.png" TargetMode="External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23.xml"/><Relationship Id="rId12" Type="http://schemas.openxmlformats.org/officeDocument/2006/relationships/slideLayout" Target="../slideLayouts/slideLayout9.xml"/><Relationship Id="rId11" Type="http://schemas.openxmlformats.org/officeDocument/2006/relationships/tags" Target="../tags/tag1427.xml"/><Relationship Id="rId10" Type="http://schemas.openxmlformats.org/officeDocument/2006/relationships/tags" Target="../tags/tag1426.xml"/><Relationship Id="rId1" Type="http://schemas.openxmlformats.org/officeDocument/2006/relationships/tags" Target="../tags/tag1421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63.xml"/><Relationship Id="rId3" Type="http://schemas.openxmlformats.org/officeDocument/2006/relationships/tags" Target="../tags/tag1430.xml"/><Relationship Id="rId2" Type="http://schemas.openxmlformats.org/officeDocument/2006/relationships/tags" Target="../tags/tag1429.xml"/><Relationship Id="rId1" Type="http://schemas.openxmlformats.org/officeDocument/2006/relationships/tags" Target="../tags/tag14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6"/>
          <p:cNvSpPr/>
          <p:nvPr/>
        </p:nvSpPr>
        <p:spPr>
          <a:xfrm>
            <a:off x="685165" y="5658485"/>
            <a:ext cx="36798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 2025/12/17</a:t>
            </a:r>
            <a:endParaRPr lang="en-US" sz="2000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4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6047" y="1351502"/>
            <a:ext cx="5148690" cy="2087846"/>
          </a:xfrm>
          <a:prstGeom prst="rect">
            <a:avLst/>
          </a:prstGeom>
        </p:spPr>
        <p:txBody>
          <a:bodyPr vert="horz" lIns="90000" tIns="46800" rIns="90000" bIns="0" rtlCol="0" anchor="b" anchorCtr="0">
            <a:normAutofit fontScale="7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1" u="none" strike="noStrike" kern="1200" cap="none" spc="200" normalizeH="0" baseline="0">
                <a:gradFill>
                  <a:gsLst>
                    <a:gs pos="0">
                      <a:srgbClr val="0084AC"/>
                    </a:gs>
                    <a:gs pos="100000">
                      <a:srgbClr val="01A5AE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6000" dirty="0">
                <a:gradFill>
                  <a:gsLst>
                    <a:gs pos="0">
                      <a:schemeClr val="lt1"/>
                    </a:gs>
                    <a:gs pos="100000">
                      <a:srgbClr val="01A5AE"/>
                    </a:gs>
                  </a:gsLst>
                  <a:lin ang="0" scaled="0"/>
                </a:gradFill>
              </a:rPr>
              <a:t>网易云歌单数据解码：播放量飙升的隐藏公式</a:t>
            </a:r>
            <a:endParaRPr lang="en-US" sz="6000" dirty="0">
              <a:gradFill>
                <a:gsLst>
                  <a:gs pos="0">
                    <a:schemeClr val="lt1"/>
                  </a:gs>
                  <a:gs pos="100000">
                    <a:srgbClr val="01A5AE"/>
                  </a:gs>
                </a:gsLst>
                <a:lin ang="0" scaled="0"/>
              </a:gradFill>
            </a:endParaRPr>
          </a:p>
        </p:txBody>
      </p:sp>
      <p:sp>
        <p:nvSpPr>
          <p:cNvPr id="25" name="文本占位符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52110" y="3667369"/>
            <a:ext cx="2108573" cy="454596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60000"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b="1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en-US" sz="2000" dirty="0">
                <a:solidFill>
                  <a:schemeClr val="lt1"/>
                </a:solidFill>
              </a:rPr>
              <a:t>汇报人:王悦安、赵紫曦</a:t>
            </a:r>
            <a:endParaRPr lang="en-US" sz="2000" dirty="0">
              <a:solidFill>
                <a:schemeClr val="lt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>
            <p:custDataLst>
              <p:tags r:id="rId1"/>
            </p:custDataLst>
          </p:nvPr>
        </p:nvSpPr>
        <p:spPr>
          <a:xfrm>
            <a:off x="7252335" y="4028025"/>
            <a:ext cx="3937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rgbClr val="588EEF">
              <a:shade val="50000"/>
            </a:srgbClr>
          </a:lnRef>
          <a:fillRef idx="1">
            <a:srgbClr val="588EEF"/>
          </a:fillRef>
          <a:effectRef idx="0">
            <a:srgbClr val="588EEF"/>
          </a:effectRef>
          <a:fontRef idx="minor">
            <a:srgbClr val="FFFFFF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0" name="PA_淘宝网chenying0907出品 934"/>
          <p:cNvSpPr/>
          <p:nvPr>
            <p:custDataLst>
              <p:tags r:id="rId2"/>
            </p:custDataLst>
          </p:nvPr>
        </p:nvSpPr>
        <p:spPr>
          <a:xfrm>
            <a:off x="6273501" y="4095144"/>
            <a:ext cx="2351368" cy="453928"/>
          </a:xfrm>
          <a:prstGeom prst="rect">
            <a:avLst/>
          </a:prstGeom>
          <a:ln w="12700">
            <a:miter lim="400000"/>
          </a:ln>
        </p:spPr>
        <p:txBody>
          <a:bodyPr wrap="square" lIns="90000" rIns="90000" anchor="t" anchorCtr="0">
            <a:normAutofit/>
          </a:bodyPr>
          <a:lstStyle>
            <a:lvl1pPr algn="ctr">
              <a:defRPr sz="3200" b="1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描述性分析</a:t>
            </a:r>
            <a:endParaRPr lang="zh-CN" altLang="en-US" sz="16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PA_淘宝网chenying0907出品 962"/>
          <p:cNvSpPr/>
          <p:nvPr>
            <p:custDataLst>
              <p:tags r:id="rId3"/>
            </p:custDataLst>
          </p:nvPr>
        </p:nvSpPr>
        <p:spPr>
          <a:xfrm>
            <a:off x="6981190" y="3368675"/>
            <a:ext cx="952500" cy="628015"/>
          </a:xfrm>
          <a:prstGeom prst="rect">
            <a:avLst/>
          </a:prstGeom>
          <a:ln w="12700">
            <a:miter lim="400000"/>
          </a:ln>
        </p:spPr>
        <p:txBody>
          <a:bodyPr wrap="square" lIns="90000" tIns="46800" rIns="90000" bIns="0" anchor="b" anchorCtr="0">
            <a:normAutofit lnSpcReduction="20000"/>
          </a:bodyPr>
          <a:lstStyle>
            <a:lvl1pPr defTabSz="4572000">
              <a:defRPr sz="7200">
                <a:solidFill>
                  <a:srgbClr val="FFFFFF"/>
                </a:solidFill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pPr algn="ctr" fontAlgn="auto">
              <a:lnSpc>
                <a:spcPct val="100000"/>
              </a:lnSpc>
            </a:pPr>
            <a:r>
              <a:rPr lang="en-US" altLang="zh-CN" sz="40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03</a:t>
            </a:r>
            <a:endParaRPr lang="en-US" altLang="zh-CN" sz="40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52" name="矩形 51"/>
          <p:cNvSpPr/>
          <p:nvPr>
            <p:custDataLst>
              <p:tags r:id="rId4"/>
            </p:custDataLst>
          </p:nvPr>
        </p:nvSpPr>
        <p:spPr>
          <a:xfrm>
            <a:off x="7252335" y="2583741"/>
            <a:ext cx="3937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rgbClr val="588EEF">
              <a:shade val="50000"/>
            </a:srgbClr>
          </a:lnRef>
          <a:fillRef idx="1">
            <a:srgbClr val="588EEF"/>
          </a:fillRef>
          <a:effectRef idx="0">
            <a:srgbClr val="588EEF"/>
          </a:effectRef>
          <a:fontRef idx="minor">
            <a:srgbClr val="FFFFFF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3" name="PA_淘宝网chenying0907出品 934"/>
          <p:cNvSpPr/>
          <p:nvPr>
            <p:custDataLst>
              <p:tags r:id="rId5"/>
            </p:custDataLst>
          </p:nvPr>
        </p:nvSpPr>
        <p:spPr>
          <a:xfrm>
            <a:off x="6260166" y="2650860"/>
            <a:ext cx="2351368" cy="453928"/>
          </a:xfrm>
          <a:prstGeom prst="rect">
            <a:avLst/>
          </a:prstGeom>
          <a:ln w="12700">
            <a:miter lim="400000"/>
          </a:ln>
        </p:spPr>
        <p:txBody>
          <a:bodyPr wrap="square" lIns="90000" rIns="90000" anchor="t" anchorCtr="0">
            <a:normAutofit/>
          </a:bodyPr>
          <a:lstStyle>
            <a:lvl1pPr algn="ctr">
              <a:defRPr sz="3200" b="1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研究缘起及研究</a:t>
            </a: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意义</a:t>
            </a:r>
            <a:endParaRPr lang="zh-CN" altLang="en-US" sz="16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PA_淘宝网chenying0907出品 962"/>
          <p:cNvSpPr/>
          <p:nvPr>
            <p:custDataLst>
              <p:tags r:id="rId6"/>
            </p:custDataLst>
          </p:nvPr>
        </p:nvSpPr>
        <p:spPr>
          <a:xfrm>
            <a:off x="6981190" y="1924685"/>
            <a:ext cx="952500" cy="628015"/>
          </a:xfrm>
          <a:prstGeom prst="rect">
            <a:avLst/>
          </a:prstGeom>
          <a:ln w="12700">
            <a:miter lim="400000"/>
          </a:ln>
        </p:spPr>
        <p:txBody>
          <a:bodyPr wrap="square" lIns="90000" tIns="46800" rIns="90000" bIns="0" anchor="b" anchorCtr="0">
            <a:normAutofit lnSpcReduction="20000"/>
          </a:bodyPr>
          <a:lstStyle>
            <a:lvl1pPr defTabSz="4572000">
              <a:defRPr sz="7200">
                <a:solidFill>
                  <a:srgbClr val="FFFFFF"/>
                </a:solidFill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pPr algn="ctr" fontAlgn="auto">
              <a:lnSpc>
                <a:spcPct val="100000"/>
              </a:lnSpc>
            </a:pPr>
            <a:r>
              <a:rPr lang="en-US" altLang="zh-CN" sz="40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01</a:t>
            </a:r>
            <a:endParaRPr lang="en-US" altLang="zh-CN" sz="40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56" name="矩形 55"/>
          <p:cNvSpPr/>
          <p:nvPr>
            <p:custDataLst>
              <p:tags r:id="rId7"/>
            </p:custDataLst>
          </p:nvPr>
        </p:nvSpPr>
        <p:spPr>
          <a:xfrm>
            <a:off x="10208895" y="2583741"/>
            <a:ext cx="3937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rgbClr val="588EEF">
              <a:shade val="50000"/>
            </a:srgbClr>
          </a:lnRef>
          <a:fillRef idx="1">
            <a:srgbClr val="588EEF"/>
          </a:fillRef>
          <a:effectRef idx="0">
            <a:srgbClr val="588EEF"/>
          </a:effectRef>
          <a:fontRef idx="minor">
            <a:srgbClr val="FFFFFF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7" name="PA_淘宝网chenying0907出品 934"/>
          <p:cNvSpPr/>
          <p:nvPr>
            <p:custDataLst>
              <p:tags r:id="rId8"/>
            </p:custDataLst>
          </p:nvPr>
        </p:nvSpPr>
        <p:spPr>
          <a:xfrm>
            <a:off x="9230061" y="2650860"/>
            <a:ext cx="2351368" cy="478155"/>
          </a:xfrm>
          <a:prstGeom prst="rect">
            <a:avLst/>
          </a:prstGeom>
          <a:ln w="12700">
            <a:miter lim="400000"/>
          </a:ln>
        </p:spPr>
        <p:txBody>
          <a:bodyPr wrap="square" lIns="90000" rIns="90000" anchor="t" anchorCtr="0">
            <a:normAutofit/>
          </a:bodyPr>
          <a:lstStyle>
            <a:lvl1pPr algn="ctr">
              <a:defRPr sz="3200" b="1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概述</a:t>
            </a:r>
            <a:endParaRPr lang="zh-CN" altLang="en-US" sz="16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PA_淘宝网chenying0907出品 962"/>
          <p:cNvSpPr/>
          <p:nvPr>
            <p:custDataLst>
              <p:tags r:id="rId9"/>
            </p:custDataLst>
          </p:nvPr>
        </p:nvSpPr>
        <p:spPr>
          <a:xfrm>
            <a:off x="9939020" y="1924685"/>
            <a:ext cx="952500" cy="628015"/>
          </a:xfrm>
          <a:prstGeom prst="rect">
            <a:avLst/>
          </a:prstGeom>
          <a:ln w="12700">
            <a:miter lim="400000"/>
          </a:ln>
        </p:spPr>
        <p:txBody>
          <a:bodyPr wrap="square" lIns="90000" tIns="46800" rIns="90000" bIns="0" anchor="b" anchorCtr="0">
            <a:normAutofit lnSpcReduction="20000"/>
          </a:bodyPr>
          <a:lstStyle>
            <a:lvl1pPr defTabSz="4572000">
              <a:defRPr sz="7200">
                <a:solidFill>
                  <a:srgbClr val="FFFFFF"/>
                </a:solidFill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pPr algn="ctr" fontAlgn="auto">
              <a:lnSpc>
                <a:spcPct val="100000"/>
              </a:lnSpc>
            </a:pPr>
            <a:r>
              <a:rPr lang="en-US" altLang="zh-CN" sz="40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02</a:t>
            </a:r>
            <a:endParaRPr lang="en-US" altLang="zh-CN" sz="40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10208895" y="4028025"/>
            <a:ext cx="3937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rgbClr val="588EEF">
              <a:shade val="50000"/>
            </a:srgbClr>
          </a:lnRef>
          <a:fillRef idx="1">
            <a:srgbClr val="588EEF"/>
          </a:fillRef>
          <a:effectRef idx="0">
            <a:srgbClr val="588EEF"/>
          </a:effectRef>
          <a:fontRef idx="minor">
            <a:srgbClr val="FFFFFF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1" name="PA_淘宝网chenying0907出品 934"/>
          <p:cNvSpPr/>
          <p:nvPr>
            <p:custDataLst>
              <p:tags r:id="rId11"/>
            </p:custDataLst>
          </p:nvPr>
        </p:nvSpPr>
        <p:spPr>
          <a:xfrm>
            <a:off x="9239586" y="4095144"/>
            <a:ext cx="2351368" cy="478155"/>
          </a:xfrm>
          <a:prstGeom prst="rect">
            <a:avLst/>
          </a:prstGeom>
          <a:ln w="12700">
            <a:miter lim="400000"/>
          </a:ln>
        </p:spPr>
        <p:txBody>
          <a:bodyPr wrap="square" lIns="90000" rIns="90000" anchor="t" anchorCtr="0">
            <a:normAutofit/>
          </a:bodyPr>
          <a:lstStyle>
            <a:lvl1pPr algn="ctr">
              <a:defRPr sz="3200" b="1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核心指标</a:t>
            </a: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的详细</a:t>
            </a: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16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PA_淘宝网chenying0907出品 962"/>
          <p:cNvSpPr/>
          <p:nvPr>
            <p:custDataLst>
              <p:tags r:id="rId12"/>
            </p:custDataLst>
          </p:nvPr>
        </p:nvSpPr>
        <p:spPr>
          <a:xfrm>
            <a:off x="9939020" y="3368675"/>
            <a:ext cx="952500" cy="628015"/>
          </a:xfrm>
          <a:prstGeom prst="rect">
            <a:avLst/>
          </a:prstGeom>
          <a:ln w="12700">
            <a:miter lim="400000"/>
          </a:ln>
        </p:spPr>
        <p:txBody>
          <a:bodyPr wrap="square" lIns="90000" tIns="46800" rIns="90000" bIns="0" anchor="b" anchorCtr="0">
            <a:normAutofit lnSpcReduction="20000"/>
          </a:bodyPr>
          <a:lstStyle>
            <a:lvl1pPr defTabSz="4572000">
              <a:defRPr sz="7200">
                <a:solidFill>
                  <a:srgbClr val="FFFFFF"/>
                </a:solidFill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pPr algn="ctr" fontAlgn="auto">
              <a:lnSpc>
                <a:spcPct val="100000"/>
              </a:lnSpc>
            </a:pPr>
            <a:r>
              <a:rPr lang="en-US" altLang="zh-CN" sz="40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04</a:t>
            </a:r>
            <a:endParaRPr lang="en-US" altLang="zh-CN" sz="40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  <p:sp>
        <p:nvSpPr>
          <p:cNvPr id="63" name="PA_淘宝网chenying0907出品 962"/>
          <p:cNvSpPr/>
          <p:nvPr>
            <p:custDataLst>
              <p:tags r:id="rId13"/>
            </p:custDataLst>
          </p:nvPr>
        </p:nvSpPr>
        <p:spPr>
          <a:xfrm>
            <a:off x="8180705" y="824865"/>
            <a:ext cx="1612900" cy="1002030"/>
          </a:xfrm>
          <a:prstGeom prst="rect">
            <a:avLst/>
          </a:prstGeom>
          <a:ln w="12700">
            <a:miter lim="400000"/>
          </a:ln>
        </p:spPr>
        <p:txBody>
          <a:bodyPr wrap="square" lIns="90000" tIns="46800" rIns="90000" bIns="46800" anchor="ctr" anchorCtr="0">
            <a:normAutofit/>
          </a:bodyPr>
          <a:lstStyle>
            <a:lvl1pPr defTabSz="4572000">
              <a:defRPr sz="7200">
                <a:solidFill>
                  <a:srgbClr val="FFFFFF"/>
                </a:solidFill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4800" b="1" dirty="0">
                <a:gradFill>
                  <a:gsLst>
                    <a:gs pos="35000">
                      <a:schemeClr val="lt1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4800" b="1" dirty="0">
              <a:gradFill>
                <a:gsLst>
                  <a:gs pos="35000">
                    <a:schemeClr val="lt1"/>
                  </a:gs>
                  <a:gs pos="100000">
                    <a:schemeClr val="accent1"/>
                  </a:gs>
                </a:gsLst>
                <a:lin ang="0" scaled="0"/>
              </a:gra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/>
          <p:nvPr>
            <p:custDataLst>
              <p:tags r:id="rId14"/>
            </p:custDataLst>
          </p:nvPr>
        </p:nvSpPr>
        <p:spPr>
          <a:xfrm>
            <a:off x="7254126" y="5471344"/>
            <a:ext cx="393700" cy="457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rgbClr val="588EEF">
              <a:shade val="50000"/>
            </a:srgbClr>
          </a:lnRef>
          <a:fillRef idx="1">
            <a:srgbClr val="588EEF"/>
          </a:fillRef>
          <a:effectRef idx="0">
            <a:srgbClr val="588EEF"/>
          </a:effectRef>
          <a:fontRef idx="minor">
            <a:srgbClr val="FFFFFF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9" name="PA_淘宝网chenying0907出品 934"/>
          <p:cNvSpPr/>
          <p:nvPr>
            <p:custDataLst>
              <p:tags r:id="rId15"/>
            </p:custDataLst>
          </p:nvPr>
        </p:nvSpPr>
        <p:spPr>
          <a:xfrm>
            <a:off x="6275292" y="5538463"/>
            <a:ext cx="2351368" cy="453928"/>
          </a:xfrm>
          <a:prstGeom prst="rect">
            <a:avLst/>
          </a:prstGeom>
          <a:ln w="12700">
            <a:miter lim="400000"/>
          </a:ln>
        </p:spPr>
        <p:txBody>
          <a:bodyPr wrap="square" lIns="90000" rIns="90000" anchor="t" anchorCtr="0">
            <a:normAutofit/>
          </a:bodyPr>
          <a:lstStyle>
            <a:lvl1pPr algn="ctr">
              <a:defRPr sz="3200" b="1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  <a:sym typeface="Montserrat Semi Bold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结论、展望与</a:t>
            </a:r>
            <a:r>
              <a:rPr lang="zh-CN" altLang="en-US" sz="16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rPr>
              <a:t>不足</a:t>
            </a:r>
            <a:endParaRPr lang="zh-CN" altLang="en-US" sz="16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PA_淘宝网chenying0907出品 962"/>
          <p:cNvSpPr/>
          <p:nvPr>
            <p:custDataLst>
              <p:tags r:id="rId16"/>
            </p:custDataLst>
          </p:nvPr>
        </p:nvSpPr>
        <p:spPr>
          <a:xfrm>
            <a:off x="6983095" y="4812030"/>
            <a:ext cx="952500" cy="628015"/>
          </a:xfrm>
          <a:prstGeom prst="rect">
            <a:avLst/>
          </a:prstGeom>
          <a:ln w="12700">
            <a:miter lim="400000"/>
          </a:ln>
        </p:spPr>
        <p:txBody>
          <a:bodyPr wrap="square" lIns="90000" tIns="46800" rIns="90000" bIns="0" anchor="b" anchorCtr="0">
            <a:normAutofit lnSpcReduction="20000"/>
          </a:bodyPr>
          <a:lstStyle>
            <a:lvl1pPr defTabSz="4572000">
              <a:defRPr sz="7200">
                <a:solidFill>
                  <a:srgbClr val="FFFFFF"/>
                </a:solidFill>
                <a:latin typeface="Montserrat-Bold"/>
                <a:ea typeface="Montserrat-Bold"/>
                <a:cs typeface="Montserrat-Bold"/>
                <a:sym typeface="Montserrat-Bold"/>
              </a:defRPr>
            </a:lvl1pPr>
          </a:lstStyle>
          <a:p>
            <a:pPr algn="ctr" fontAlgn="auto">
              <a:lnSpc>
                <a:spcPct val="100000"/>
              </a:lnSpc>
            </a:pPr>
            <a:r>
              <a:rPr lang="en-US" altLang="zh-CN" sz="4000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微软雅黑" panose="020B0503020204020204" charset="-122"/>
              </a:rPr>
              <a:t>05</a:t>
            </a:r>
            <a:endParaRPr lang="en-US" altLang="zh-CN" sz="4000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文本框 529"/>
          <p:cNvSpPr txBox="1"/>
          <p:nvPr>
            <p:custDataLst>
              <p:tags r:id="rId1"/>
            </p:custDataLst>
          </p:nvPr>
        </p:nvSpPr>
        <p:spPr>
          <a:xfrm>
            <a:off x="2417039" y="2661903"/>
            <a:ext cx="1561801" cy="1021959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6000" b="1" spc="300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  <a:tileRect/>
                </a:gradFill>
                <a:effectLst>
                  <a:outerShdw blurRad="152400" sx="102000" sy="102000" algn="ctr" rotWithShape="0">
                    <a:srgbClr val="00EDB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1.</a:t>
            </a:r>
            <a:endParaRPr lang="zh-CN" altLang="en-US" sz="6000" b="1" spc="300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  <a:tileRect/>
              </a:gradFill>
              <a:effectLst>
                <a:outerShdw blurRad="152400" sx="102000" sy="102000" algn="ctr" rotWithShape="0">
                  <a:srgbClr val="00EDB0">
                    <a:alpha val="30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30616" y="2687883"/>
            <a:ext cx="5572869" cy="860632"/>
          </a:xfrm>
          <a:prstGeom prst="rect">
            <a:avLst/>
          </a:prstGeom>
        </p:spPr>
        <p:txBody>
          <a:bodyPr vert="horz" lIns="90000" tIns="46800" rIns="90000" bIns="0" rtlCol="0" anchor="b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800" b="1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研究缘起与</a:t>
            </a: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研究</a:t>
            </a: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意义</a:t>
            </a:r>
            <a:endParaRPr lang="zh-CN" altLang="en-US" sz="4800" dirty="0">
              <a:gradFill>
                <a:gsLst>
                  <a:gs pos="0">
                    <a:schemeClr val="lt1"/>
                  </a:gs>
                  <a:gs pos="100000">
                    <a:schemeClr val="accent2"/>
                  </a:gs>
                </a:gsLst>
                <a:lin ang="0" scaled="0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>
            <a:off x="1191260" y="1929130"/>
            <a:ext cx="4984750" cy="3945255"/>
          </a:xfrm>
          <a:custGeom>
            <a:avLst/>
            <a:gdLst/>
            <a:ahLst/>
            <a:cxnLst/>
            <a:rect l="l" t="t" r="r" b="b"/>
            <a:pathLst>
              <a:path w="4984750" h="3945255">
                <a:moveTo>
                  <a:pt x="0" y="0"/>
                </a:moveTo>
                <a:lnTo>
                  <a:pt x="4984750" y="0"/>
                </a:lnTo>
                <a:lnTo>
                  <a:pt x="4117340" y="3945255"/>
                </a:lnTo>
                <a:lnTo>
                  <a:pt x="0" y="39452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3810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1191260" y="1929130"/>
            <a:ext cx="4984750" cy="3945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9"/>
            </p:custDataLst>
          </p:nvPr>
        </p:nvSpPr>
        <p:spPr>
          <a:xfrm>
            <a:off x="5900420" y="1929130"/>
            <a:ext cx="4963795" cy="3945255"/>
          </a:xfrm>
          <a:custGeom>
            <a:avLst/>
            <a:gdLst/>
            <a:ahLst/>
            <a:cxnLst/>
            <a:rect l="l" t="t" r="r" b="b"/>
            <a:pathLst>
              <a:path w="4963795" h="3945255">
                <a:moveTo>
                  <a:pt x="867410" y="0"/>
                </a:moveTo>
                <a:lnTo>
                  <a:pt x="4963795" y="0"/>
                </a:lnTo>
                <a:lnTo>
                  <a:pt x="4963795" y="3945255"/>
                </a:lnTo>
                <a:lnTo>
                  <a:pt x="0" y="3945255"/>
                </a:lnTo>
                <a:lnTo>
                  <a:pt x="867410" y="0"/>
                </a:lnTo>
                <a:close/>
              </a:path>
            </a:pathLst>
          </a:custGeom>
          <a:solidFill>
            <a:schemeClr val="accent2"/>
          </a:solidFill>
          <a:ln w="3810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10"/>
            </p:custDataLst>
          </p:nvPr>
        </p:nvSpPr>
        <p:spPr>
          <a:xfrm>
            <a:off x="5900420" y="1929130"/>
            <a:ext cx="4963795" cy="39452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8060" y="7042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歌单为何值得被数据解剖</a:t>
            </a:r>
            <a:endParaRPr 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98600" y="2254885"/>
            <a:ext cx="4935220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歌单的多重属性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98600" y="2900680"/>
            <a:ext cx="4190281" cy="20770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歌单不仅是音乐的集合，更是情绪、场景与身份的混合体。在算法推荐时代，它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成为平台、创作者与听众三方博弈的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核心载体，承载着情感共鸣与个性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化表达的双重使命。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69940" y="2254885"/>
            <a:ext cx="4617720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分析目标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33904" y="2900680"/>
            <a:ext cx="4190281" cy="1661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     本次分析旨在用公开数据拆解播放量 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   背后的因果链，帮助平台发现高潜力内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  容，创作者低成本试错，用户快速过滤噪音，为各方提供可复制的成功模式。</a:t>
            </a:r>
            <a:endParaRPr 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  <p:custDataLst>
      <p:tags r:id="rId11"/>
    </p:custData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文本框 529"/>
          <p:cNvSpPr txBox="1"/>
          <p:nvPr>
            <p:custDataLst>
              <p:tags r:id="rId1"/>
            </p:custDataLst>
          </p:nvPr>
        </p:nvSpPr>
        <p:spPr>
          <a:xfrm>
            <a:off x="2417039" y="2661903"/>
            <a:ext cx="1561801" cy="1021959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6000" b="1" spc="300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  <a:tileRect/>
                </a:gradFill>
                <a:effectLst>
                  <a:outerShdw blurRad="152400" sx="102000" sy="102000" algn="ctr" rotWithShape="0">
                    <a:srgbClr val="00EDB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2.</a:t>
            </a:r>
            <a:endParaRPr lang="en-US" altLang="zh-CN" sz="6000" b="1" spc="300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  <a:tileRect/>
              </a:gradFill>
              <a:effectLst>
                <a:outerShdw blurRad="152400" sx="102000" sy="102000" algn="ctr" rotWithShape="0">
                  <a:srgbClr val="00EDB0">
                    <a:alpha val="30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30616" y="2687883"/>
            <a:ext cx="5572869" cy="860632"/>
          </a:xfrm>
          <a:prstGeom prst="rect">
            <a:avLst/>
          </a:prstGeom>
        </p:spPr>
        <p:txBody>
          <a:bodyPr vert="horz" lIns="90000" tIns="46800" rIns="90000" bIns="0" rtlCol="0" anchor="b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800" b="1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数据</a:t>
            </a: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概述</a:t>
            </a:r>
            <a:endParaRPr lang="zh-CN" altLang="en-US" sz="4800" dirty="0">
              <a:gradFill>
                <a:gsLst>
                  <a:gs pos="0">
                    <a:schemeClr val="lt1"/>
                  </a:gs>
                  <a:gs pos="100000">
                    <a:schemeClr val="accent2"/>
                  </a:gs>
                </a:gsLst>
                <a:lin ang="0" scaled="0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/>
          <p:nvPr>
            <p:custDataLst>
              <p:tags r:id="rId1"/>
            </p:custDataLst>
          </p:nvPr>
        </p:nvSpPr>
        <p:spPr>
          <a:xfrm>
            <a:off x="608965" y="2580005"/>
            <a:ext cx="10973435" cy="358521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170" tIns="46990" rIns="90170" bIns="4699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原始数据集总共包含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2048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个歌单数据，给出了每个歌单的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79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个相关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特征；</a:t>
            </a:r>
            <a:endParaRPr lang="zh-CN" altLang="en-US" sz="1800" spc="50" dirty="0">
              <a:ln w="3175">
                <a:noFill/>
                <a:prstDash val="dash"/>
              </a:ln>
              <a:solidFill>
                <a:schemeClr val="bg1"/>
              </a:solidFill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其数据内容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可概括为：</a:t>
            </a:r>
            <a:endParaRPr lang="zh-CN" altLang="en-US" sz="1800" spc="50" dirty="0">
              <a:ln w="3175">
                <a:noFill/>
                <a:prstDash val="dash"/>
              </a:ln>
              <a:solidFill>
                <a:schemeClr val="bg1"/>
              </a:solidFill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A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：歌单名称；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B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：作者名称；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C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：创作时间；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D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：内容简介；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E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：播放量；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F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：收藏量；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G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分享量；</a:t>
            </a:r>
            <a:endParaRPr lang="zh-CN" altLang="en-US" sz="1800" spc="50" dirty="0">
              <a:ln w="3175">
                <a:noFill/>
                <a:prstDash val="dash"/>
              </a:ln>
              <a:solidFill>
                <a:schemeClr val="bg1"/>
              </a:solidFill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H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：评论数；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I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：歌曲上的标签；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J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：粉丝量；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K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：等级；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L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：作者发布歌单数；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M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：作者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身份；；</a:t>
            </a:r>
            <a:endParaRPr lang="zh-CN" altLang="en-US" sz="1800" spc="50" dirty="0">
              <a:ln w="3175">
                <a:noFill/>
                <a:prstDash val="dash"/>
              </a:ln>
              <a:solidFill>
                <a:schemeClr val="bg1"/>
              </a:solidFill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N~AK: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描述歌单名称的数据；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AL~BB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：描述内容简介的数据；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BC~BV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：描述标签的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数据；</a:t>
            </a:r>
            <a:endParaRPr lang="zh-CN" altLang="en-US" sz="1800" spc="50" dirty="0">
              <a:ln w="3175">
                <a:noFill/>
                <a:prstDash val="dash"/>
              </a:ln>
              <a:solidFill>
                <a:schemeClr val="bg1"/>
              </a:solidFill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BW~BX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：描述歌单的数据；</a:t>
            </a:r>
            <a:r>
              <a:rPr altLang="zh-CN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BY~CA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：描述作者身份的</a:t>
            </a:r>
            <a:r>
              <a:rPr lang="zh-CN" altLang="en-US" sz="1800" spc="5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数据</a:t>
            </a:r>
            <a:endParaRPr lang="zh-CN" altLang="en-US" sz="1800" spc="50" dirty="0">
              <a:ln w="3175">
                <a:noFill/>
                <a:prstDash val="dash"/>
              </a:ln>
              <a:solidFill>
                <a:schemeClr val="bg1"/>
              </a:solidFill>
              <a:cs typeface="微软雅黑" panose="020B0503020204020204" charset="-122"/>
            </a:endParaRPr>
          </a:p>
        </p:txBody>
      </p:sp>
      <p:sp>
        <p:nvSpPr>
          <p:cNvPr id="7" name="Title 6"/>
          <p:cNvSpPr txBox="1"/>
          <p:nvPr>
            <p:custDataLst>
              <p:tags r:id="rId2"/>
            </p:custDataLst>
          </p:nvPr>
        </p:nvSpPr>
        <p:spPr>
          <a:xfrm>
            <a:off x="609600" y="1796415"/>
            <a:ext cx="10973435" cy="61912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170" tIns="46990" rIns="90170" bIns="4699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ea typeface="微软雅黑" panose="020B0503020204020204" charset="-122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zh-CN" altLang="en-US" sz="3200" b="1" spc="30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数据</a:t>
            </a:r>
            <a:r>
              <a:rPr lang="zh-CN" altLang="en-US" sz="3200" b="1" spc="300" dirty="0">
                <a:ln w="3175">
                  <a:noFill/>
                  <a:prstDash val="dash"/>
                </a:ln>
                <a:solidFill>
                  <a:schemeClr val="bg1"/>
                </a:solidFill>
                <a:cs typeface="微软雅黑" panose="020B0503020204020204" charset="-122"/>
              </a:rPr>
              <a:t>概述</a:t>
            </a:r>
            <a:endParaRPr lang="zh-CN" altLang="en-US" sz="3200" b="1" spc="300" dirty="0">
              <a:ln w="3175">
                <a:noFill/>
                <a:prstDash val="dash"/>
              </a:ln>
              <a:solidFill>
                <a:schemeClr val="bg1"/>
              </a:solidFill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3570"/>
            <a:ext cx="8910320" cy="8362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文本框 529"/>
          <p:cNvSpPr txBox="1"/>
          <p:nvPr>
            <p:custDataLst>
              <p:tags r:id="rId1"/>
            </p:custDataLst>
          </p:nvPr>
        </p:nvSpPr>
        <p:spPr>
          <a:xfrm>
            <a:off x="2417039" y="2661903"/>
            <a:ext cx="1561801" cy="1021959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6000" b="1" spc="300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  <a:tileRect/>
                </a:gradFill>
                <a:effectLst>
                  <a:outerShdw blurRad="152400" sx="102000" sy="102000" algn="ctr" rotWithShape="0">
                    <a:srgbClr val="00EDB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3.</a:t>
            </a:r>
            <a:endParaRPr lang="en-US" altLang="zh-CN" sz="6000" b="1" spc="300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  <a:tileRect/>
              </a:gradFill>
              <a:effectLst>
                <a:outerShdw blurRad="152400" sx="102000" sy="102000" algn="ctr" rotWithShape="0">
                  <a:srgbClr val="00EDB0">
                    <a:alpha val="30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30616" y="2687883"/>
            <a:ext cx="5572869" cy="860632"/>
          </a:xfrm>
          <a:prstGeom prst="rect">
            <a:avLst/>
          </a:prstGeom>
        </p:spPr>
        <p:txBody>
          <a:bodyPr vert="horz" lIns="90000" tIns="46800" rIns="90000" bIns="0" rtlCol="0" anchor="b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800" b="1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描述性</a:t>
            </a: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分析</a:t>
            </a:r>
            <a:endParaRPr lang="zh-CN" altLang="en-US" sz="4800" dirty="0">
              <a:gradFill>
                <a:gsLst>
                  <a:gs pos="0">
                    <a:schemeClr val="lt1"/>
                  </a:gs>
                  <a:gs pos="100000">
                    <a:schemeClr val="accent2"/>
                  </a:gs>
                </a:gsLst>
                <a:lin ang="0" scaled="0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/>
              <a:t>数据</a:t>
            </a:r>
            <a:r>
              <a:rPr lang="zh-CN" altLang="zh-CN"/>
              <a:t>预处理</a:t>
            </a:r>
            <a:endParaRPr lang="zh-CN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86740" y="1769110"/>
            <a:ext cx="3956685" cy="408813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/>
              <a:t>通过检测变量缺失值，我们发现只有歌单简介（</a:t>
            </a:r>
            <a:r>
              <a:rPr lang="en-US" altLang="zh-CN"/>
              <a:t>introduction</a:t>
            </a:r>
            <a:r>
              <a:rPr lang="zh-CN" altLang="en-US"/>
              <a:t>列）的数据存在缺失值，故通过</a:t>
            </a:r>
            <a:r>
              <a:rPr lang="en-US" altLang="zh-CN"/>
              <a:t>“</a:t>
            </a:r>
            <a:r>
              <a:rPr lang="zh-CN" altLang="en-US"/>
              <a:t>无简介</a:t>
            </a:r>
            <a:r>
              <a:rPr lang="en-US" altLang="zh-CN"/>
              <a:t>”</a:t>
            </a:r>
            <a:r>
              <a:rPr lang="zh-CN" altLang="en-US"/>
              <a:t>对其原本</a:t>
            </a:r>
            <a:r>
              <a:rPr lang="en-US" altLang="zh-CN"/>
              <a:t>NA</a:t>
            </a:r>
            <a:r>
              <a:rPr lang="zh-CN" altLang="en-US"/>
              <a:t>内容</a:t>
            </a:r>
            <a:r>
              <a:rPr lang="zh-CN" altLang="en-US"/>
              <a:t>填充。</a:t>
            </a:r>
            <a:endParaRPr lang="zh-CN" altLang="en-US"/>
          </a:p>
        </p:txBody>
      </p:sp>
      <p:pic>
        <p:nvPicPr>
          <p:cNvPr id="8" name="内容占位符 7" descr="plot_zoom_png"/>
          <p:cNvPicPr>
            <a:picLocks noChangeAspect="1"/>
          </p:cNvPicPr>
          <p:nvPr>
            <p:ph sz="quarter" idx="14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048375" y="770255"/>
            <a:ext cx="4584700" cy="50876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/>
              <a:t>数据</a:t>
            </a:r>
            <a:r>
              <a:rPr lang="zh-CN" altLang="zh-CN"/>
              <a:t>预处理</a:t>
            </a:r>
            <a:endParaRPr lang="zh-CN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86740" y="1769110"/>
            <a:ext cx="3956685" cy="408813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/>
              <a:t>对播放量（</a:t>
            </a:r>
            <a:r>
              <a:rPr lang="en-US" altLang="zh-CN"/>
              <a:t>play_count</a:t>
            </a:r>
            <a:r>
              <a:rPr lang="zh-CN" altLang="en-US"/>
              <a:t>列</a:t>
            </a:r>
            <a:r>
              <a:rPr lang="en-US" altLang="zh-CN"/>
              <a:t>)</a:t>
            </a:r>
            <a:r>
              <a:rPr lang="zh-CN" altLang="en-US"/>
              <a:t>的数据基础信息进行提取。</a:t>
            </a:r>
            <a:endParaRPr lang="zh-CN" altLang="en-US"/>
          </a:p>
          <a:p>
            <a:pPr>
              <a:buFont typeface="Wingdings" panose="05000000000000000000" charset="0"/>
              <a:buChar char="p"/>
            </a:pPr>
            <a:r>
              <a:rPr lang="zh-CN" altLang="en-US"/>
              <a:t>通过使用核密度估计的方法，来估计播放量的分布趋势。</a:t>
            </a:r>
            <a:endParaRPr lang="zh-CN" altLang="en-US"/>
          </a:p>
          <a:p>
            <a:pPr>
              <a:buFont typeface="Wingdings" panose="05000000000000000000" charset="0"/>
              <a:buChar char="p"/>
            </a:pPr>
            <a:r>
              <a:rPr lang="zh-CN" altLang="en-US"/>
              <a:t>考虑到播放量呈长尾分布，即少部分歌单拥有高播放量，而大部分歌单拥有低播放量，加之检测其偏度</a:t>
            </a:r>
            <a:r>
              <a:rPr lang="zh-CN" altLang="en-US"/>
              <a:t>为</a:t>
            </a:r>
            <a:r>
              <a:rPr lang="en-US" altLang="zh-CN"/>
              <a:t>8.969987</a:t>
            </a:r>
            <a:r>
              <a:rPr lang="zh-CN" altLang="en-US"/>
              <a:t>，可以得到在后续的线性拟合回归过程中需要对播放量进行</a:t>
            </a:r>
            <a:r>
              <a:rPr lang="en-US" altLang="zh-CN"/>
              <a:t>log</a:t>
            </a:r>
            <a:r>
              <a:rPr lang="zh-CN" altLang="en-US"/>
              <a:t>变换。</a:t>
            </a:r>
            <a:endParaRPr lang="zh-CN" altLang="en-US"/>
          </a:p>
        </p:txBody>
      </p:sp>
      <p:pic>
        <p:nvPicPr>
          <p:cNvPr id="3" name="内容占位符 2"/>
          <p:cNvPicPr>
            <a:picLocks noChangeAspect="1"/>
          </p:cNvPicPr>
          <p:nvPr>
            <p:ph sz="quarter" idx="14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99710" y="941705"/>
            <a:ext cx="5728970" cy="4730115"/>
          </a:xfrm>
          <a:prstGeom prst="rect">
            <a:avLst/>
          </a:prstGeom>
        </p:spPr>
      </p:pic>
      <p:pic>
        <p:nvPicPr>
          <p:cNvPr id="7" name="图片 6" descr="核密度估计play_cou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005" y="584200"/>
            <a:ext cx="5028565" cy="5580380"/>
          </a:xfrm>
          <a:prstGeom prst="rect">
            <a:avLst/>
          </a:prstGeom>
        </p:spPr>
      </p:pic>
      <p:pic>
        <p:nvPicPr>
          <p:cNvPr id="9" name="图片 8" descr="箱型图play_coun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6565" y="770255"/>
            <a:ext cx="4950460" cy="5361305"/>
          </a:xfrm>
          <a:prstGeom prst="rect">
            <a:avLst/>
          </a:prstGeom>
        </p:spPr>
      </p:pic>
      <p:pic>
        <p:nvPicPr>
          <p:cNvPr id="10" name="图片 9" descr="核密度估计log play_cou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5105" y="551815"/>
            <a:ext cx="5452745" cy="5753735"/>
          </a:xfrm>
          <a:prstGeom prst="rect">
            <a:avLst/>
          </a:prstGeom>
        </p:spPr>
      </p:pic>
      <p:pic>
        <p:nvPicPr>
          <p:cNvPr id="11" name="图片 10" descr="箱型图log play_coun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105" y="551815"/>
            <a:ext cx="5615305" cy="592518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/>
              <a:t>数据</a:t>
            </a:r>
            <a:r>
              <a:rPr lang="zh-CN" altLang="zh-CN"/>
              <a:t>预处理</a:t>
            </a:r>
            <a:endParaRPr lang="zh-CN" altLang="zh-CN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86740" y="1769110"/>
            <a:ext cx="3956685" cy="408813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zh-CN" altLang="en-US"/>
              <a:t>通过提取歌单标题（</a:t>
            </a:r>
            <a:r>
              <a:rPr lang="en-US" altLang="zh-CN"/>
              <a:t>name</a:t>
            </a:r>
            <a:r>
              <a:rPr lang="zh-CN" altLang="en-US"/>
              <a:t>列）和歌单简介列的文本，去除无实意词语、连接性词语以及标点符号，然后统计其中高频出现词语。</a:t>
            </a:r>
            <a:endParaRPr lang="zh-CN" altLang="en-US"/>
          </a:p>
        </p:txBody>
      </p:sp>
      <p:sp>
        <p:nvSpPr>
          <p:cNvPr id="2" name="内容占位符 1"/>
          <p:cNvSpPr/>
          <p:nvPr>
            <p:ph sz="quarter" idx="1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左图为标题热词，右图为简介</a:t>
            </a:r>
            <a:r>
              <a:rPr lang="zh-CN" altLang="en-US"/>
              <a:t>热词</a:t>
            </a:r>
            <a:endParaRPr lang="zh-CN" altLang="en-US"/>
          </a:p>
        </p:txBody>
      </p:sp>
      <p:pic>
        <p:nvPicPr>
          <p:cNvPr id="3" name="图片 2" descr="标题热词"/>
          <p:cNvPicPr>
            <a:picLocks noChangeAspect="1"/>
          </p:cNvPicPr>
          <p:nvPr/>
        </p:nvPicPr>
        <p:blipFill>
          <a:blip r:embed="rId4"/>
          <a:srcRect l="26123" t="25936" r="24514" b="23954"/>
          <a:stretch>
            <a:fillRect/>
          </a:stretch>
        </p:blipFill>
        <p:spPr>
          <a:xfrm>
            <a:off x="5100955" y="1498600"/>
            <a:ext cx="3286125" cy="2999740"/>
          </a:xfrm>
          <a:prstGeom prst="rect">
            <a:avLst/>
          </a:prstGeom>
        </p:spPr>
      </p:pic>
      <p:pic>
        <p:nvPicPr>
          <p:cNvPr id="4" name="图片 3" descr="简介热词"/>
          <p:cNvPicPr>
            <a:picLocks noChangeAspect="1"/>
          </p:cNvPicPr>
          <p:nvPr/>
        </p:nvPicPr>
        <p:blipFill>
          <a:blip r:embed="rId5"/>
          <a:srcRect l="32811" t="29837" r="30284" b="31275"/>
          <a:stretch>
            <a:fillRect/>
          </a:stretch>
        </p:blipFill>
        <p:spPr>
          <a:xfrm>
            <a:off x="8627110" y="1498600"/>
            <a:ext cx="3185160" cy="30175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文本框 529"/>
          <p:cNvSpPr txBox="1"/>
          <p:nvPr>
            <p:custDataLst>
              <p:tags r:id="rId1"/>
            </p:custDataLst>
          </p:nvPr>
        </p:nvSpPr>
        <p:spPr>
          <a:xfrm>
            <a:off x="2417039" y="2661903"/>
            <a:ext cx="1561801" cy="1021959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6000" b="1" spc="300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  <a:tileRect/>
                </a:gradFill>
                <a:effectLst>
                  <a:outerShdw blurRad="152400" sx="102000" sy="102000" algn="ctr" rotWithShape="0">
                    <a:srgbClr val="00EDB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4.</a:t>
            </a:r>
            <a:endParaRPr lang="zh-CN" altLang="en-US" sz="6000" b="1" spc="300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  <a:tileRect/>
              </a:gradFill>
              <a:effectLst>
                <a:outerShdw blurRad="152400" sx="102000" sy="102000" algn="ctr" rotWithShape="0">
                  <a:srgbClr val="00EDB0">
                    <a:alpha val="30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30616" y="2687883"/>
            <a:ext cx="5572869" cy="860632"/>
          </a:xfrm>
          <a:prstGeom prst="rect">
            <a:avLst/>
          </a:prstGeom>
        </p:spPr>
        <p:txBody>
          <a:bodyPr vert="horz" lIns="90000" tIns="46800" rIns="90000" bIns="0" rtlCol="0" anchor="b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800" b="1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核心指标的详细</a:t>
            </a: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分析</a:t>
            </a:r>
            <a:endParaRPr lang="zh-CN" altLang="en-US" sz="4800" dirty="0">
              <a:gradFill>
                <a:gsLst>
                  <a:gs pos="0">
                    <a:schemeClr val="lt1"/>
                  </a:gs>
                  <a:gs pos="100000">
                    <a:schemeClr val="accent2"/>
                  </a:gs>
                </a:gsLst>
                <a:lin ang="0" scaled="0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66030" y="2399030"/>
            <a:ext cx="2059305" cy="2059305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20" name="图片 19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4-16:27:03-d2skqlu1bb2p4onbqhlg.sv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46230" y="6421120"/>
            <a:ext cx="328930" cy="328930"/>
          </a:xfrm>
          <a:prstGeom prst="rect">
            <a:avLst/>
          </a:prstGeom>
        </p:spPr>
      </p:pic>
      <p:sp>
        <p:nvSpPr>
          <p:cNvPr id="9" name="Shape 4"/>
          <p:cNvSpPr/>
          <p:nvPr>
            <p:custDataLst>
              <p:tags r:id="rId10"/>
            </p:custDataLst>
          </p:nvPr>
        </p:nvSpPr>
        <p:spPr>
          <a:xfrm>
            <a:off x="11513820" y="6417945"/>
            <a:ext cx="347345" cy="343535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5"/>
          <p:cNvSpPr/>
          <p:nvPr>
            <p:custDataLst>
              <p:tags r:id="rId11"/>
            </p:custDataLst>
          </p:nvPr>
        </p:nvSpPr>
        <p:spPr>
          <a:xfrm>
            <a:off x="11513820" y="6417945"/>
            <a:ext cx="347345" cy="3435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Image 3" descr="https://kimi-img.moonshot.cn/pub/slides/slides_tmpl/image/25-09-04-16:27:03-d2skqlu1bb2p4onbqhl0.sv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30305" y="6432550"/>
            <a:ext cx="328930" cy="3289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09260" y="3228975"/>
            <a:ext cx="11728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播放量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577340" y="1421130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577340" y="4458335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754620" y="1421130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754620" y="4458335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 9"/>
          <p:cNvSpPr/>
          <p:nvPr/>
        </p:nvSpPr>
        <p:spPr>
          <a:xfrm>
            <a:off x="2357120" y="1711008"/>
            <a:ext cx="12998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结果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信息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931670" y="4748213"/>
            <a:ext cx="21507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播放量自身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分布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8494395" y="1711960"/>
            <a:ext cx="138049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标签信息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8630285" y="4748213"/>
            <a:ext cx="12446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歌单信息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  <p:custDataLst>
      <p:tags r:id="rId14"/>
    </p:custData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066030" y="2399030"/>
            <a:ext cx="2059305" cy="2059305"/>
          </a:xfrm>
          <a:prstGeom prst="ellipse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20" name="图片 19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4-16:27:03-d2skqlu1bb2p4onbqhlg.sv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46230" y="6421120"/>
            <a:ext cx="328930" cy="328930"/>
          </a:xfrm>
          <a:prstGeom prst="rect">
            <a:avLst/>
          </a:prstGeom>
        </p:spPr>
      </p:pic>
      <p:sp>
        <p:nvSpPr>
          <p:cNvPr id="9" name="Shape 4"/>
          <p:cNvSpPr/>
          <p:nvPr>
            <p:custDataLst>
              <p:tags r:id="rId10"/>
            </p:custDataLst>
          </p:nvPr>
        </p:nvSpPr>
        <p:spPr>
          <a:xfrm>
            <a:off x="11513820" y="6417945"/>
            <a:ext cx="347345" cy="343535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5"/>
          <p:cNvSpPr/>
          <p:nvPr>
            <p:custDataLst>
              <p:tags r:id="rId11"/>
            </p:custDataLst>
          </p:nvPr>
        </p:nvSpPr>
        <p:spPr>
          <a:xfrm>
            <a:off x="11513820" y="6417945"/>
            <a:ext cx="347345" cy="3435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Image 3" descr="https://kimi-img.moonshot.cn/pub/slides/slides_tmpl/image/25-09-04-16:27:03-d2skqlu1bb2p4onbqhl0.sv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30305" y="6432550"/>
            <a:ext cx="328930" cy="3289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509260" y="3228975"/>
            <a:ext cx="11728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播放量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577340" y="1421130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577340" y="4458335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754620" y="1421130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754620" y="4458335"/>
            <a:ext cx="2859405" cy="977900"/>
          </a:xfrm>
          <a:prstGeom prst="round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Text 9"/>
          <p:cNvSpPr/>
          <p:nvPr/>
        </p:nvSpPr>
        <p:spPr>
          <a:xfrm>
            <a:off x="2357120" y="1711008"/>
            <a:ext cx="12998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作者信息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931670" y="4748213"/>
            <a:ext cx="21507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文本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Text 9"/>
          <p:cNvSpPr/>
          <p:nvPr/>
        </p:nvSpPr>
        <p:spPr>
          <a:xfrm>
            <a:off x="8494395" y="1711960"/>
            <a:ext cx="138049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时间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信息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8630285" y="4748213"/>
            <a:ext cx="12446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综合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  <p:custDataLst>
      <p:tags r:id="rId14"/>
    </p:custData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2930" y="770255"/>
            <a:ext cx="3959860" cy="2569210"/>
          </a:xfrm>
        </p:spPr>
        <p:txBody>
          <a:bodyPr>
            <a:normAutofit fontScale="90000"/>
          </a:bodyPr>
          <a:lstStyle/>
          <a:p>
            <a:r>
              <a:rPr lang="zh-CN" altLang="zh-CN"/>
              <a:t>模块一：</a:t>
            </a:r>
            <a:r>
              <a:rPr lang="zh-CN" altLang="en-US"/>
              <a:t>探究播放量、收藏量、分享量、评论量以及作者粉丝数之间的线性相关关系。</a:t>
            </a:r>
            <a:endParaRPr lang="zh-CN" altLang="en-US"/>
          </a:p>
        </p:txBody>
      </p:sp>
      <p:pic>
        <p:nvPicPr>
          <p:cNvPr id="7" name="内容占位符 6" descr="相关性图表"/>
          <p:cNvPicPr>
            <a:picLocks noChangeAspect="1"/>
          </p:cNvPicPr>
          <p:nvPr>
            <p:ph sz="quarter" idx="14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6230" y="770255"/>
            <a:ext cx="5888355" cy="50876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标签频率前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3545" y="894715"/>
            <a:ext cx="5969000" cy="56388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zh-CN"/>
              <a:t>模块二：</a:t>
            </a:r>
            <a:r>
              <a:rPr lang="zh-CN" altLang="en-US"/>
              <a:t>高价值标签挖掘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87700" y="1840865"/>
            <a:ext cx="296545" cy="215900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187700" y="2327910"/>
            <a:ext cx="296545" cy="215900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zh-CN"/>
              <a:t>模块二：</a:t>
            </a:r>
            <a:r>
              <a:rPr lang="zh-CN" altLang="en-US"/>
              <a:t>高价值标签挖掘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/>
          <p:nvPr>
            <p:ph sz="quarter" idx="14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 7" descr="播放量前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" y="1233170"/>
            <a:ext cx="5347335" cy="4424680"/>
          </a:xfrm>
          <a:prstGeom prst="rect">
            <a:avLst/>
          </a:prstGeom>
        </p:spPr>
      </p:pic>
      <p:pic>
        <p:nvPicPr>
          <p:cNvPr id="9" name="图片 8" descr="播放量前十（次数够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280" y="1233170"/>
            <a:ext cx="5605780" cy="44246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zh-CN"/>
              <a:t>模块二：</a:t>
            </a:r>
            <a:r>
              <a:rPr lang="zh-CN" altLang="en-US"/>
              <a:t>高价值标签挖掘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quarter" idx="13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/>
          <p:nvPr>
            <p:ph sz="quarter" idx="14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" name="图片 9" descr="播放量倒十（次数够）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40" y="1233170"/>
            <a:ext cx="5605145" cy="4423410"/>
          </a:xfrm>
          <a:prstGeom prst="rect">
            <a:avLst/>
          </a:prstGeom>
        </p:spPr>
      </p:pic>
      <p:pic>
        <p:nvPicPr>
          <p:cNvPr id="11" name="图片 10" descr="播放量倒十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55" y="1233170"/>
            <a:ext cx="5516245" cy="43529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>
            <a:off x="1035050" y="17373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1035050" y="17373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9"/>
            </p:custDataLst>
          </p:nvPr>
        </p:nvSpPr>
        <p:spPr>
          <a:xfrm>
            <a:off x="1035050" y="40360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10"/>
            </p:custDataLst>
          </p:nvPr>
        </p:nvSpPr>
        <p:spPr>
          <a:xfrm>
            <a:off x="1035050" y="40360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8060" y="7042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zh-CN" sz="3200">
                <a:solidFill>
                  <a:schemeClr val="bg1"/>
                </a:solidFill>
                <a:sym typeface="+mn-ea"/>
              </a:rPr>
              <a:t>模块二：</a:t>
            </a:r>
            <a:r>
              <a:rPr lang="zh-CN" altLang="en-US" sz="3200">
                <a:solidFill>
                  <a:schemeClr val="bg1"/>
                </a:solidFill>
                <a:sym typeface="+mn-ea"/>
              </a:rPr>
              <a:t>高价值标签挖掘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417320" y="23710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9" name="Text 6"/>
          <p:cNvSpPr/>
          <p:nvPr/>
        </p:nvSpPr>
        <p:spPr>
          <a:xfrm>
            <a:off x="1417320" y="23710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52370" y="20002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52370" y="25158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体现核心价值用户：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后、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运用场景化、情绪化语言来描述歌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歌曲语言多为华语、粤语等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熟悉语言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417320" y="46697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13" name="Text 10"/>
          <p:cNvSpPr/>
          <p:nvPr/>
        </p:nvSpPr>
        <p:spPr>
          <a:xfrm>
            <a:off x="1417320" y="46697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52370" y="42989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负面标签</a:t>
            </a:r>
            <a:r>
              <a:rPr 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52370" y="48145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多为小众歌曲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风格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歌曲语言难以被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听懂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后、儿童标签过于少见，慎重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11"/>
          <p:cNvSpPr/>
          <p:nvPr/>
        </p:nvSpPr>
        <p:spPr>
          <a:xfrm>
            <a:off x="2452370" y="207391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正面标签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  <p:custDataLst>
      <p:tags r:id="rId11"/>
    </p:custData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2930" y="770255"/>
            <a:ext cx="3959860" cy="2215515"/>
          </a:xfrm>
        </p:spPr>
        <p:txBody>
          <a:bodyPr>
            <a:normAutofit/>
          </a:bodyPr>
          <a:lstStyle/>
          <a:p>
            <a:r>
              <a:rPr lang="zh-CN" altLang="zh-CN">
                <a:sym typeface="+mn-ea"/>
              </a:rPr>
              <a:t>模块三：多元</a:t>
            </a:r>
            <a:r>
              <a:rPr lang="zh-CN" altLang="zh-CN">
                <a:sym typeface="+mn-ea"/>
              </a:rPr>
              <a:t>线性回归进一步分析标签特性</a:t>
            </a:r>
            <a:endParaRPr lang="zh-CN" altLang="zh-CN"/>
          </a:p>
        </p:txBody>
      </p:sp>
      <p:pic>
        <p:nvPicPr>
          <p:cNvPr id="4" name="内容占位符 3" descr="随机森林标签"/>
          <p:cNvPicPr>
            <a:picLocks noChangeAspect="1"/>
          </p:cNvPicPr>
          <p:nvPr>
            <p:ph sz="quarter" idx="14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04205" y="647700"/>
            <a:ext cx="5375910" cy="556196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887720" y="1071880"/>
            <a:ext cx="264160" cy="1574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87720" y="1788160"/>
            <a:ext cx="264160" cy="1574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887720" y="2103120"/>
            <a:ext cx="264160" cy="1574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887720" y="1945640"/>
            <a:ext cx="264160" cy="1574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887720" y="5720080"/>
            <a:ext cx="264160" cy="15748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887720" y="1229360"/>
            <a:ext cx="264160" cy="1574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87720" y="5201920"/>
            <a:ext cx="264160" cy="15748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750560" y="5524500"/>
            <a:ext cx="401320" cy="15748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>
            <a:off x="1035050" y="17373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1035050" y="17373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9"/>
            </p:custDataLst>
          </p:nvPr>
        </p:nvSpPr>
        <p:spPr>
          <a:xfrm>
            <a:off x="1035050" y="40360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10"/>
            </p:custDataLst>
          </p:nvPr>
        </p:nvSpPr>
        <p:spPr>
          <a:xfrm>
            <a:off x="1035050" y="40360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8060" y="7042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zh-CN" sz="3200">
                <a:solidFill>
                  <a:schemeClr val="bg1"/>
                </a:solidFill>
                <a:sym typeface="+mn-ea"/>
              </a:rPr>
              <a:t>模块三：多元线性</a:t>
            </a:r>
            <a:r>
              <a:rPr lang="zh-CN" altLang="zh-CN" sz="3200">
                <a:solidFill>
                  <a:schemeClr val="bg1"/>
                </a:solidFill>
                <a:sym typeface="+mn-ea"/>
              </a:rPr>
              <a:t>回归进一步分析标签特性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417320" y="23710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9" name="Text 6"/>
          <p:cNvSpPr/>
          <p:nvPr/>
        </p:nvSpPr>
        <p:spPr>
          <a:xfrm>
            <a:off x="1417320" y="23710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52370" y="20002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显著正面标签与显著负面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标签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52370" y="25158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显著正面：华语、散步、民谣、粤语、欧美、流行、电子、轻音乐、古风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显著负面：蓝调、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NewAge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、民族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417320" y="46697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13" name="Text 10"/>
          <p:cNvSpPr/>
          <p:nvPr/>
        </p:nvSpPr>
        <p:spPr>
          <a:xfrm>
            <a:off x="1417320" y="46697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52370" y="42989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背后原因解析及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建议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52370" y="48145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背后原因：体现当代人的音乐偏好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建议：也可选择非显著正面标签，但置信区间过于宽泛以至于难以确保其效果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8060" y="5137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模块四：异常值和高杠杆值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提取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" name="Text 3"/>
          <p:cNvSpPr/>
          <p:nvPr/>
        </p:nvSpPr>
        <p:spPr>
          <a:xfrm>
            <a:off x="5762625" y="1425575"/>
            <a:ext cx="576008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通过检测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cook’s distance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，发现编号为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906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和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1808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的歌单具有较高的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cook’s distance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，同时提取出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47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个高异常值点，</a:t>
            </a:r>
            <a:r>
              <a:rPr lang="en-US" altLang="zh-CN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74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个高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杠杆点。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4" name="图片 3" descr="Cook's distan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060" y="1425575"/>
            <a:ext cx="4177030" cy="43218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8835" y="2541905"/>
            <a:ext cx="2908300" cy="20897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3750" y="4733290"/>
            <a:ext cx="5364480" cy="183642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7" name="图片 16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7545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>
            <p:custDataLst>
              <p:tags r:id="rId7"/>
            </p:custDataLst>
          </p:nvPr>
        </p:nvSpPr>
        <p:spPr>
          <a:xfrm>
            <a:off x="677545" y="2375535"/>
            <a:ext cx="3484880" cy="38011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353560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>
            <p:custDataLst>
              <p:tags r:id="rId8"/>
            </p:custDataLst>
          </p:nvPr>
        </p:nvSpPr>
        <p:spPr>
          <a:xfrm>
            <a:off x="4353560" y="2375535"/>
            <a:ext cx="3484880" cy="38011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029575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8060" y="5137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模块五：</a:t>
            </a:r>
            <a:r>
              <a:rPr lang="en-US" alt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k-means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聚类</a:t>
            </a:r>
            <a:endParaRPr 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18185" y="2499082"/>
            <a:ext cx="31375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数据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预处理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59099" y="3483091"/>
            <a:ext cx="3089022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通过模块四中提取出来的异常值点，将这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47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个异常值点去掉可使聚类效果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更好。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26915" y="2499082"/>
            <a:ext cx="31375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聚类</a:t>
            </a:r>
            <a:r>
              <a:rPr 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处理</a:t>
            </a:r>
            <a:endParaRPr 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67829" y="3483202"/>
            <a:ext cx="3089022" cy="1706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通过肘部算法确定聚类数量，然后通过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k-means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聚类方法，分别处理去除异常值点和未去除的，通过解释比例进行对数据的比较，同时提取每一个聚类的聚类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范围。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73085" y="2495272"/>
            <a:ext cx="31375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结果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213999" y="3479169"/>
            <a:ext cx="3089022" cy="1706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通过肘部算法，为保证解释比例，选择了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k=4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，聚类效果如后图所展示，解释比例分别为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89.53%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88.07%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，证明了去除异常值可以更好的解释，提取的聚类范围为去除异常值的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范围。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  <p:custDataLst>
      <p:tags r:id="rId9"/>
    </p:custData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6"/>
          <p:cNvSpPr/>
          <p:nvPr/>
        </p:nvSpPr>
        <p:spPr>
          <a:xfrm>
            <a:off x="988060" y="5137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模块五：</a:t>
            </a:r>
            <a:r>
              <a:rPr lang="en-US" alt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k-means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聚类</a:t>
            </a:r>
            <a:endParaRPr 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2" name="图片 1" descr="肘部算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60" y="1282065"/>
            <a:ext cx="4960620" cy="51327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155" y="2228850"/>
            <a:ext cx="5267325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6"/>
          <p:cNvSpPr/>
          <p:nvPr/>
        </p:nvSpPr>
        <p:spPr>
          <a:xfrm>
            <a:off x="988060" y="5137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模块五：</a:t>
            </a:r>
            <a:r>
              <a:rPr lang="en-US" altLang="zh-CN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k-means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聚类</a:t>
            </a:r>
            <a:endParaRPr 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3" name="图片 2" descr="聚类（去除异常值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60" y="1287780"/>
            <a:ext cx="4910455" cy="5080635"/>
          </a:xfrm>
          <a:prstGeom prst="rect">
            <a:avLst/>
          </a:prstGeom>
        </p:spPr>
      </p:pic>
      <p:pic>
        <p:nvPicPr>
          <p:cNvPr id="4" name="图片 3" descr="聚类（未去除异常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710" y="1287780"/>
            <a:ext cx="4902200" cy="50723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20" name="图片 19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988060" y="7042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模块六：日均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播放量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" name="Shape 1"/>
          <p:cNvSpPr/>
          <p:nvPr>
            <p:custDataLst>
              <p:tags r:id="rId7"/>
            </p:custDataLst>
          </p:nvPr>
        </p:nvSpPr>
        <p:spPr>
          <a:xfrm rot="300000">
            <a:off x="1297305" y="1967230"/>
            <a:ext cx="4190365" cy="3338830"/>
          </a:xfrm>
          <a:prstGeom prst="roundRect">
            <a:avLst>
              <a:gd name="adj" fmla="val 6666"/>
            </a:avLst>
          </a:prstGeom>
          <a:solidFill>
            <a:schemeClr val="accent1">
              <a:lumMod val="60000"/>
              <a:lumOff val="40000"/>
            </a:schemeClr>
          </a:solidFill>
        </p:spPr>
      </p:sp>
      <p:sp>
        <p:nvSpPr>
          <p:cNvPr id="4" name="Text 2"/>
          <p:cNvSpPr/>
          <p:nvPr>
            <p:custDataLst>
              <p:tags r:id="rId8"/>
            </p:custDataLst>
          </p:nvPr>
        </p:nvSpPr>
        <p:spPr>
          <a:xfrm rot="300000">
            <a:off x="1297305" y="1967230"/>
            <a:ext cx="4190365" cy="33388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3"/>
          <p:cNvSpPr/>
          <p:nvPr>
            <p:custDataLst>
              <p:tags r:id="rId9"/>
            </p:custDataLst>
          </p:nvPr>
        </p:nvSpPr>
        <p:spPr>
          <a:xfrm>
            <a:off x="1419225" y="2094230"/>
            <a:ext cx="4190365" cy="3460115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10"/>
            </p:custDataLst>
          </p:nvPr>
        </p:nvSpPr>
        <p:spPr>
          <a:xfrm>
            <a:off x="1419225" y="2094230"/>
            <a:ext cx="4190365" cy="34601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5"/>
          <p:cNvSpPr/>
          <p:nvPr>
            <p:custDataLst>
              <p:tags r:id="rId11"/>
            </p:custDataLst>
          </p:nvPr>
        </p:nvSpPr>
        <p:spPr>
          <a:xfrm>
            <a:off x="5147945" y="2302510"/>
            <a:ext cx="289560" cy="2895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8" name="Text 6"/>
          <p:cNvSpPr/>
          <p:nvPr>
            <p:custDataLst>
              <p:tags r:id="rId12"/>
            </p:custDataLst>
          </p:nvPr>
        </p:nvSpPr>
        <p:spPr>
          <a:xfrm>
            <a:off x="5147945" y="2302510"/>
            <a:ext cx="289560" cy="289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 8"/>
          <p:cNvSpPr/>
          <p:nvPr>
            <p:custDataLst>
              <p:tags r:id="rId13"/>
            </p:custDataLst>
          </p:nvPr>
        </p:nvSpPr>
        <p:spPr>
          <a:xfrm rot="300000">
            <a:off x="6483985" y="1967230"/>
            <a:ext cx="4190365" cy="33388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10"/>
          <p:cNvSpPr/>
          <p:nvPr>
            <p:custDataLst>
              <p:tags r:id="rId14"/>
            </p:custDataLst>
          </p:nvPr>
        </p:nvSpPr>
        <p:spPr>
          <a:xfrm>
            <a:off x="6605905" y="2094230"/>
            <a:ext cx="4190365" cy="34601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1"/>
          <p:cNvSpPr/>
          <p:nvPr>
            <p:custDataLst>
              <p:tags r:id="rId15"/>
            </p:custDataLst>
          </p:nvPr>
        </p:nvSpPr>
        <p:spPr>
          <a:xfrm>
            <a:off x="10334625" y="2302510"/>
            <a:ext cx="289560" cy="2895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4" name="Text 12"/>
          <p:cNvSpPr/>
          <p:nvPr>
            <p:custDataLst>
              <p:tags r:id="rId16"/>
            </p:custDataLst>
          </p:nvPr>
        </p:nvSpPr>
        <p:spPr>
          <a:xfrm>
            <a:off x="10334625" y="2302510"/>
            <a:ext cx="289560" cy="2895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720850" y="2320290"/>
            <a:ext cx="3184100" cy="36893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探究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原因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720850" y="3133090"/>
            <a:ext cx="3639820" cy="15995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对于现存歌单中，部分歌单可能并不优秀，只是因为发行时间早所以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目前播放量高，部分歌单可能实际很优秀，但由于发行时间晚所以目前播放量低，希望可以提供一种能够比较此类问题的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方法。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 descr="日均播放量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44945" y="734060"/>
            <a:ext cx="4845050" cy="5013325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1"/>
            </p:custDataLst>
          </p:nvPr>
        </p:nvSpPr>
        <p:spPr>
          <a:xfrm>
            <a:off x="-1270" y="-3175"/>
            <a:ext cx="12224385" cy="38550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sp>
      <p:sp>
        <p:nvSpPr>
          <p:cNvPr id="18" name="圆角矩形 17"/>
          <p:cNvSpPr/>
          <p:nvPr/>
        </p:nvSpPr>
        <p:spPr>
          <a:xfrm>
            <a:off x="627380" y="1760220"/>
            <a:ext cx="2626995" cy="12522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/>
          <p:nvPr userDrawn="1">
            <p:custDataLst>
              <p:tags r:id="rId2"/>
            </p:custDataLst>
          </p:nvPr>
        </p:nvPicPr>
        <p:blipFill>
          <a:blip r:embed="rId3" r:link="rId4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5"/>
            </p:custDataLst>
          </p:nvPr>
        </p:nvPicPr>
        <p:blipFill>
          <a:blip r:embed="rId6" r:link="rId7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-1270" y="-3175"/>
            <a:ext cx="12224385" cy="38550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10494645" y="950595"/>
            <a:ext cx="1080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Text 3"/>
          <p:cNvSpPr/>
          <p:nvPr/>
        </p:nvSpPr>
        <p:spPr>
          <a:xfrm>
            <a:off x="988695" y="367665"/>
            <a:ext cx="634428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模块七：歌单信息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3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Image 3" descr="https://kimi-img.moonshot.cn/pub/slides/slides_tmpl/image/25-09-04-16:27:03-d2skqlu1bb2p4onbqhig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429577" y="434657"/>
            <a:ext cx="533400" cy="368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68350" y="2167890"/>
            <a:ext cx="34086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定义初始回归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5"/>
          <p:cNvSpPr/>
          <p:nvPr/>
        </p:nvSpPr>
        <p:spPr>
          <a:xfrm>
            <a:off x="627380" y="4206875"/>
            <a:ext cx="2634615" cy="10204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播放量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~ 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标题长度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简介长度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歌曲总数</a:t>
            </a:r>
            <a:r>
              <a:rPr lang="en-US" altLang="zh-CN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热门歌手数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460875" y="1760220"/>
            <a:ext cx="2626995" cy="12522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Text 6"/>
          <p:cNvSpPr/>
          <p:nvPr/>
        </p:nvSpPr>
        <p:spPr>
          <a:xfrm>
            <a:off x="4579620" y="2167890"/>
            <a:ext cx="34086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stepAIC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减少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参量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294370" y="1760220"/>
            <a:ext cx="2626995" cy="125222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Text 8"/>
          <p:cNvSpPr/>
          <p:nvPr/>
        </p:nvSpPr>
        <p:spPr>
          <a:xfrm>
            <a:off x="8294370" y="2167890"/>
            <a:ext cx="34086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Anova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完成模型</a:t>
            </a: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比较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0960" y="4206875"/>
            <a:ext cx="3646805" cy="93408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6865" y="4206875"/>
            <a:ext cx="3928745" cy="83312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4" name="图片 13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 flipH="1">
            <a:off x="0" y="1424940"/>
            <a:ext cx="7891780" cy="1828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0" y="1424940"/>
            <a:ext cx="7891780" cy="18288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988060" y="5137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模块八：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作者信息分析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8335" y="1595755"/>
            <a:ext cx="641604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回归模型</a:t>
            </a:r>
            <a:endParaRPr 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8335" y="1999615"/>
            <a:ext cx="6416040" cy="12744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初始模型为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播放量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~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作者等级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作者歌单数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音乐人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stepAIC简化后的回归模型为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播放量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 (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粉丝数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作者等级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作者歌单数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)^2 +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达人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* 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认证</a:t>
            </a:r>
            <a:endParaRPr lang="en-US" altLang="zh-CN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10000"/>
              </a:lnSpc>
            </a:pPr>
            <a:endParaRPr 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8335" y="3294380"/>
            <a:ext cx="641604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原因分析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8335" y="3679190"/>
            <a:ext cx="6416040" cy="19837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丝数和播放量呈正相关，而作者等级和作者歌单数与播放量呈负相关。除了作者歌单数，另外两者效果均不显著。由于等级会随着发的歌单数增加而增加，而如果在这之前依旧没有积攒足够的粉丝数的话，代表该创作者的歌单并不受到大众欢迎，所以针对这些等级和歌单数很高但粉丝量不高的作者，他们不具有推荐价值，其中歌单数越多概效果约为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显著。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10000"/>
              </a:lnSpc>
              <a:buFont typeface="Wingdings" panose="05000000000000000000" charset="0"/>
              <a:buChar char="p"/>
            </a:pP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认证和达人均有效提升播放量，但同时拥有会造成一定效果衰减，而音乐人身份几乎无用。故而优秀创作者常常获得认证和达人身份其中之一，而同时获得两者虽依旧有效，但效果</a:t>
            </a:r>
            <a:r>
              <a:rPr lang="zh-CN" alt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衰弱。</a:t>
            </a:r>
            <a:endParaRPr lang="zh-CN" alt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4375" y="1080770"/>
            <a:ext cx="4951730" cy="33991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7815" y="5443220"/>
            <a:ext cx="6304280" cy="113220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78730" y="645160"/>
            <a:ext cx="7016115" cy="76327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模块九：作者身份的进一步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165090" y="1962150"/>
            <a:ext cx="6501765" cy="424815"/>
          </a:xfrm>
          <a:prstGeom prst="rect">
            <a:avLst/>
          </a:prstGeom>
          <a:noFill/>
        </p:spPr>
        <p:txBody>
          <a:bodyPr wrap="square" lIns="91440" tIns="45720" rIns="91440" bIns="36195" rtlCol="0" anchor="ctr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作者身份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价值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451985" y="2406015"/>
            <a:ext cx="6672580" cy="1686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5165090" y="2395220"/>
            <a:ext cx="6672580" cy="1686560"/>
          </a:xfrm>
          <a:prstGeom prst="rect">
            <a:avLst/>
          </a:prstGeom>
          <a:noFill/>
        </p:spPr>
        <p:txBody>
          <a:bodyPr wrap="square" lIns="46990" tIns="90170" rIns="90170" bIns="46990" rtlCol="0" anchor="t"/>
          <a:lstStyle/>
          <a:p>
            <a:pPr algn="just">
              <a:lnSpc>
                <a:spcPct val="12000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通过平均播放量进行简单</a:t>
            </a: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</a:t>
            </a:r>
            <a:endParaRPr lang="zh-CN" alt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65090" y="3336290"/>
            <a:ext cx="6501765" cy="424815"/>
          </a:xfrm>
          <a:prstGeom prst="rect">
            <a:avLst/>
          </a:prstGeom>
          <a:noFill/>
        </p:spPr>
        <p:txBody>
          <a:bodyPr wrap="square" lIns="91440" tIns="45720" rIns="91440" bIns="36195" rtlCol="0" anchor="ctr"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置换检验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区分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451985" y="4566285"/>
            <a:ext cx="6672580" cy="1686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5165090" y="3902710"/>
            <a:ext cx="6672580" cy="1686560"/>
          </a:xfrm>
          <a:prstGeom prst="rect">
            <a:avLst/>
          </a:prstGeom>
          <a:noFill/>
        </p:spPr>
        <p:txBody>
          <a:bodyPr wrap="square" lIns="46990" tIns="90170" rIns="90170" bIns="46990" rtlCol="0" anchor="t"/>
          <a:lstStyle/>
          <a:p>
            <a:pPr algn="just">
              <a:lnSpc>
                <a:spcPct val="12000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达人具有明显效果，而认证效果相对不显著，可能代表其提升效果并不显著，但依旧可以看出其对于播放量的</a:t>
            </a: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平均提升效果</a:t>
            </a:r>
            <a:r>
              <a:rPr lang="zh-CN" alt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较高。</a:t>
            </a:r>
            <a:endParaRPr lang="zh-CN" altLang="en-US" sz="1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身份价值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300" y="1580515"/>
            <a:ext cx="4710430" cy="3936365"/>
          </a:xfrm>
          <a:prstGeom prst="rect">
            <a:avLst/>
          </a:prstGeom>
        </p:spPr>
      </p:pic>
      <p:pic>
        <p:nvPicPr>
          <p:cNvPr id="3" name="图片 2" descr="置换检验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550" y="1580515"/>
            <a:ext cx="4742180" cy="378968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zh-CN"/>
              <a:t>模块十：时序</a:t>
            </a:r>
            <a:r>
              <a:rPr lang="zh-CN" altLang="zh-CN"/>
              <a:t>分析</a:t>
            </a:r>
            <a:endParaRPr lang="zh-CN" altLang="zh-CN"/>
          </a:p>
        </p:txBody>
      </p:sp>
      <p:pic>
        <p:nvPicPr>
          <p:cNvPr id="7" name="内容占位符 6" descr="周时序"/>
          <p:cNvPicPr>
            <a:picLocks noChangeAspect="1"/>
          </p:cNvPicPr>
          <p:nvPr>
            <p:ph sz="quarter" idx="13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9755" y="1663065"/>
            <a:ext cx="4577715" cy="3826510"/>
          </a:xfrm>
          <a:prstGeom prst="rect">
            <a:avLst/>
          </a:prstGeom>
        </p:spPr>
      </p:pic>
      <p:pic>
        <p:nvPicPr>
          <p:cNvPr id="9" name="内容占位符 8" descr="月时序"/>
          <p:cNvPicPr>
            <a:picLocks noChangeAspect="1"/>
          </p:cNvPicPr>
          <p:nvPr>
            <p:ph sz="quarter" idx="14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74765" y="1663065"/>
            <a:ext cx="4561205" cy="381254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模块十一：文本</a:t>
            </a:r>
            <a:r>
              <a:rPr lang="zh-CN" altLang="en-US"/>
              <a:t>分析</a:t>
            </a:r>
            <a:endParaRPr lang="zh-CN" altLang="en-US"/>
          </a:p>
        </p:txBody>
      </p:sp>
      <p:pic>
        <p:nvPicPr>
          <p:cNvPr id="7" name="内容占位符 6" descr="标题热词价值"/>
          <p:cNvPicPr>
            <a:picLocks noChangeAspect="1"/>
          </p:cNvPicPr>
          <p:nvPr>
            <p:ph sz="quarter" idx="13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79755" y="1663065"/>
            <a:ext cx="4617085" cy="3859530"/>
          </a:xfrm>
          <a:prstGeom prst="rect">
            <a:avLst/>
          </a:prstGeom>
        </p:spPr>
      </p:pic>
      <p:pic>
        <p:nvPicPr>
          <p:cNvPr id="8" name="内容占位符 7" descr="简介热词价值"/>
          <p:cNvPicPr>
            <a:picLocks noChangeAspect="1"/>
          </p:cNvPicPr>
          <p:nvPr>
            <p:ph sz="quarter" idx="14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88380" y="1663065"/>
            <a:ext cx="4712970" cy="393954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7" name="图片 16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pic>
        <p:nvPicPr>
          <p:cNvPr id="2" name="Image 0" descr="https://kimi-img.moonshot.cn/pub/slides/slides_tmpl/image/25-09-04-16:27:03-d2skqlu1bb2p4onbqhkg.jpg"/>
          <p:cNvPicPr>
            <a:picLocks noChangeAspect="1"/>
          </p:cNvPicPr>
          <p:nvPr/>
        </p:nvPicPr>
        <p:blipFill>
          <a:blip r:embed="rId7"/>
          <a:srcRect t="62" b="62"/>
          <a:stretch>
            <a:fillRect/>
          </a:stretch>
        </p:blipFill>
        <p:spPr>
          <a:xfrm>
            <a:off x="558165" y="1482980"/>
            <a:ext cx="11124000" cy="1735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7545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Text 1"/>
          <p:cNvSpPr/>
          <p:nvPr>
            <p:custDataLst>
              <p:tags r:id="rId8"/>
            </p:custDataLst>
          </p:nvPr>
        </p:nvSpPr>
        <p:spPr>
          <a:xfrm>
            <a:off x="677545" y="2375535"/>
            <a:ext cx="3484880" cy="38011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353560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>
            <p:custDataLst>
              <p:tags r:id="rId9"/>
            </p:custDataLst>
          </p:nvPr>
        </p:nvSpPr>
        <p:spPr>
          <a:xfrm>
            <a:off x="4353560" y="2375535"/>
            <a:ext cx="3484880" cy="38011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029575" y="2375535"/>
            <a:ext cx="3484880" cy="3801110"/>
          </a:xfrm>
          <a:prstGeom prst="rect">
            <a:avLst/>
          </a:prstGeom>
          <a:solidFill>
            <a:srgbClr val="FFFFFF"/>
          </a:solidFill>
          <a:effectLst>
            <a:outerShdw blurRad="241300" dist="26941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8060" y="5137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模块十二：神经网络综合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18185" y="2499082"/>
            <a:ext cx="31375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PCA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算法提取主要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特征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59099" y="3483091"/>
            <a:ext cx="3089022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将作者数据以及歌单数据投入其中，由于收藏量、分享量、评论数作为结果信息较为重要直接作为主要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26915" y="2499082"/>
            <a:ext cx="31375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构建神经网络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67829" y="3483202"/>
            <a:ext cx="3089022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归一化操作后，选取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的数据训练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模型，然后反归一化，使用剩下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数据作为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173085" y="2495272"/>
            <a:ext cx="313753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绘制误差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矩阵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213999" y="3479169"/>
            <a:ext cx="3089022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根据聚类算法结果分箱，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然后绘制误差矩阵以及拟合结果图，发现预测准确率为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87.32%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，拟合优度为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0.7410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。故可以认为该算法具有一定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可靠性。</a:t>
            </a:r>
            <a:endParaRPr lang="zh-CN" alt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  <p:custDataLst>
      <p:tags r:id="rId10"/>
    </p:custData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神经网络拟合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435" y="1216025"/>
            <a:ext cx="5295900" cy="4425950"/>
          </a:xfrm>
          <a:prstGeom prst="rect">
            <a:avLst/>
          </a:prstGeom>
        </p:spPr>
      </p:pic>
      <p:pic>
        <p:nvPicPr>
          <p:cNvPr id="8" name="图片 7" descr="误差矩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0" y="1216025"/>
            <a:ext cx="5295900" cy="44259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9435" y="24447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模块十二：神经网络综合</a:t>
            </a: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分析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文本框 529"/>
          <p:cNvSpPr txBox="1"/>
          <p:nvPr>
            <p:custDataLst>
              <p:tags r:id="rId1"/>
            </p:custDataLst>
          </p:nvPr>
        </p:nvSpPr>
        <p:spPr>
          <a:xfrm>
            <a:off x="2417039" y="2661903"/>
            <a:ext cx="1561801" cy="1021959"/>
          </a:xfrm>
          <a:prstGeom prst="rect">
            <a:avLst/>
          </a:prstGeom>
          <a:noFill/>
        </p:spPr>
        <p:txBody>
          <a:bodyPr wrap="square" rtlCol="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6000" b="1" spc="300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  <a:tileRect/>
                </a:gradFill>
                <a:effectLst>
                  <a:outerShdw blurRad="152400" sx="102000" sy="102000" algn="ctr" rotWithShape="0">
                    <a:srgbClr val="00EDB0">
                      <a:alpha val="30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charset="-122"/>
              </a:rPr>
              <a:t>5.</a:t>
            </a:r>
            <a:endParaRPr lang="en-US" altLang="zh-CN" sz="6000" b="1" spc="300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0"/>
                <a:tileRect/>
              </a:gradFill>
              <a:effectLst>
                <a:outerShdw blurRad="152400" sx="102000" sy="102000" algn="ctr" rotWithShape="0">
                  <a:srgbClr val="00EDB0">
                    <a:alpha val="30000"/>
                  </a:srgbClr>
                </a:outerShdw>
              </a:effectLst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30616" y="2687883"/>
            <a:ext cx="5572869" cy="860632"/>
          </a:xfrm>
          <a:prstGeom prst="rect">
            <a:avLst/>
          </a:prstGeom>
        </p:spPr>
        <p:txBody>
          <a:bodyPr vert="horz" lIns="90000" tIns="46800" rIns="90000" bIns="0" rtlCol="0" anchor="b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800" b="1" u="none" strike="noStrike" kern="1200" cap="none" spc="300" normalizeH="0" baseline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>
                  <a:outerShdw blurRad="152400" sx="102000" sy="102000" algn="ctr" rotWithShape="0">
                    <a:schemeClr val="accent6">
                      <a:alpha val="30000"/>
                    </a:schemeClr>
                  </a:outerShd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结论、展望与</a:t>
            </a:r>
            <a:r>
              <a:rPr lang="zh-CN" altLang="en-US" sz="4800" dirty="0">
                <a:gradFill>
                  <a:gsLst>
                    <a:gs pos="0">
                      <a:schemeClr val="l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不足</a:t>
            </a:r>
            <a:endParaRPr lang="zh-CN" altLang="en-US" sz="4800" dirty="0">
              <a:gradFill>
                <a:gsLst>
                  <a:gs pos="0">
                    <a:schemeClr val="lt1"/>
                  </a:gs>
                  <a:gs pos="100000">
                    <a:schemeClr val="accent2"/>
                  </a:gs>
                </a:gsLst>
                <a:lin ang="0" scaled="0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>
            <a:off x="1035050" y="17373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1035050" y="17373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9"/>
            </p:custDataLst>
          </p:nvPr>
        </p:nvSpPr>
        <p:spPr>
          <a:xfrm>
            <a:off x="1035050" y="40360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10"/>
            </p:custDataLst>
          </p:nvPr>
        </p:nvSpPr>
        <p:spPr>
          <a:xfrm>
            <a:off x="1035050" y="40360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8060" y="7042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zh-CN" sz="3200">
                <a:solidFill>
                  <a:schemeClr val="bg1"/>
                </a:solidFill>
                <a:sym typeface="+mn-ea"/>
              </a:rPr>
              <a:t>对于</a:t>
            </a:r>
            <a:r>
              <a:rPr lang="zh-CN" altLang="zh-CN" sz="3200">
                <a:solidFill>
                  <a:schemeClr val="bg1"/>
                </a:solidFill>
                <a:sym typeface="+mn-ea"/>
              </a:rPr>
              <a:t>企业</a:t>
            </a:r>
            <a:endParaRPr lang="zh-CN" altLang="zh-CN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417320" y="23710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9" name="Text 6"/>
          <p:cNvSpPr/>
          <p:nvPr/>
        </p:nvSpPr>
        <p:spPr>
          <a:xfrm>
            <a:off x="1417320" y="23710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52370" y="20002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歌单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52370" y="25158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收藏数、分享数、评论数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播放量高的歌单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日均播放量处于第二象限的新歌单具有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潜力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选取热门标签内容，热门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时间举办创作对应歌单的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417320" y="46697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13" name="Text 10"/>
          <p:cNvSpPr/>
          <p:nvPr/>
        </p:nvSpPr>
        <p:spPr>
          <a:xfrm>
            <a:off x="1417320" y="46697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52370" y="42989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创作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者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52370" y="481457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与日均播放量处于第一象限的老歌单的作者签订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合约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等级和歌单数较低，但粉丝量已经很高的新作者给予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推广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>
            <a:off x="1035050" y="17373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1035050" y="17373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9"/>
            </p:custDataLst>
          </p:nvPr>
        </p:nvSpPr>
        <p:spPr>
          <a:xfrm>
            <a:off x="1035050" y="40360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>
            <p:custDataLst>
              <p:tags r:id="rId10"/>
            </p:custDataLst>
          </p:nvPr>
        </p:nvSpPr>
        <p:spPr>
          <a:xfrm>
            <a:off x="1035050" y="40360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2760" y="7042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zh-CN" sz="3200">
                <a:solidFill>
                  <a:schemeClr val="bg1"/>
                </a:solidFill>
                <a:sym typeface="+mn-ea"/>
              </a:rPr>
              <a:t>对于</a:t>
            </a:r>
            <a:r>
              <a:rPr lang="zh-CN" altLang="zh-CN" sz="3200">
                <a:solidFill>
                  <a:schemeClr val="bg1"/>
                </a:solidFill>
                <a:sym typeface="+mn-ea"/>
              </a:rPr>
              <a:t>创作者</a:t>
            </a:r>
            <a:endParaRPr lang="zh-CN" altLang="zh-CN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839960" y="2399665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9" name="Text 6"/>
          <p:cNvSpPr/>
          <p:nvPr/>
        </p:nvSpPr>
        <p:spPr>
          <a:xfrm>
            <a:off x="9839960" y="2399665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29080" y="185547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歌单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29080" y="229743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创建歌单时尽量选择热门标签如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华语、热门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歌手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歌单的标题和简介中尽可能添加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热词，击中搜索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尽可能在九月的周日发歌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单，此时为听歌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高峰期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选择优质歌曲而非依靠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839960" y="46697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13" name="Text 10"/>
          <p:cNvSpPr/>
          <p:nvPr/>
        </p:nvSpPr>
        <p:spPr>
          <a:xfrm>
            <a:off x="9839960" y="46697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23035" y="42989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创作者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29080" y="474091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少创建劣质歌单，在初期尽可能提升粉丝数而非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歌单数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在有一定粉丝数情况下，将重心转移至收藏量、分享数、评论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尽可能获得认证和达人身份其中之一，获得之后对另一身份可以不那么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重视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>
            <a:off x="1035050" y="2620645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1035050" y="17373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3"/>
          <p:cNvSpPr/>
          <p:nvPr>
            <p:custDataLst>
              <p:tags r:id="rId9"/>
            </p:custDataLst>
          </p:nvPr>
        </p:nvSpPr>
        <p:spPr>
          <a:xfrm>
            <a:off x="1035050" y="40360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8060" y="704215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zh-CN" sz="3200">
                <a:solidFill>
                  <a:schemeClr val="bg1"/>
                </a:solidFill>
                <a:sym typeface="+mn-ea"/>
              </a:rPr>
              <a:t>对于</a:t>
            </a:r>
            <a:r>
              <a:rPr lang="zh-CN" altLang="zh-CN" sz="3200">
                <a:solidFill>
                  <a:schemeClr val="bg1"/>
                </a:solidFill>
                <a:sym typeface="+mn-ea"/>
              </a:rPr>
              <a:t>用户</a:t>
            </a:r>
            <a:endParaRPr lang="zh-CN" altLang="zh-CN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417320" y="3203575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  <p:txBody>
          <a:bodyPr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417320" y="3203575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16175" y="2761615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just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评估歌单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好坏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16175" y="3203575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可以使用我们所设立的神经网络算法，来评价一个歌单的播放量高低，以此作为评估歌单好坏的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>
            <p:custDataLst>
              <p:tags r:id="rId1"/>
            </p:custDataLst>
          </p:nvPr>
        </p:nvPicPr>
        <p:blipFill>
          <a:blip r:embed="rId2" r:link="rId3" cstate="screen"/>
          <a:stretch>
            <a:fillRect/>
          </a:stretch>
        </p:blipFill>
        <p:spPr>
          <a:xfrm>
            <a:off x="86995" y="5747385"/>
            <a:ext cx="1143000" cy="1031240"/>
          </a:xfrm>
          <a:prstGeom prst="rect">
            <a:avLst/>
          </a:prstGeom>
        </p:spPr>
      </p:pic>
      <p:pic>
        <p:nvPicPr>
          <p:cNvPr id="16" name="图片 15"/>
          <p:cNvPicPr/>
          <p:nvPr userDrawn="1">
            <p:custDataLst>
              <p:tags r:id="rId4"/>
            </p:custDataLst>
          </p:nvPr>
        </p:nvPicPr>
        <p:blipFill>
          <a:blip r:embed="rId5" r:link="rId6" cstate="screen"/>
          <a:stretch>
            <a:fillRect/>
          </a:stretch>
        </p:blipFill>
        <p:spPr>
          <a:xfrm>
            <a:off x="11027410" y="6008370"/>
            <a:ext cx="1143000" cy="839470"/>
          </a:xfrm>
          <a:prstGeom prst="rect">
            <a:avLst/>
          </a:prstGeom>
        </p:spPr>
      </p:pic>
      <p:sp>
        <p:nvSpPr>
          <p:cNvPr id="2" name="Shape 0"/>
          <p:cNvSpPr/>
          <p:nvPr>
            <p:custDataLst>
              <p:tags r:id="rId7"/>
            </p:custDataLst>
          </p:nvPr>
        </p:nvSpPr>
        <p:spPr>
          <a:xfrm>
            <a:off x="1035050" y="17373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3" name="Text 1"/>
          <p:cNvSpPr/>
          <p:nvPr>
            <p:custDataLst>
              <p:tags r:id="rId8"/>
            </p:custDataLst>
          </p:nvPr>
        </p:nvSpPr>
        <p:spPr>
          <a:xfrm>
            <a:off x="1035050" y="17373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9"/>
            </p:custDataLst>
          </p:nvPr>
        </p:nvSpPr>
        <p:spPr>
          <a:xfrm>
            <a:off x="1035050" y="4036060"/>
            <a:ext cx="10021570" cy="2055495"/>
          </a:xfrm>
          <a:prstGeom prst="roundRect">
            <a:avLst>
              <a:gd name="adj" fmla="val 11535"/>
            </a:avLst>
          </a:prstGeom>
          <a:solidFill>
            <a:srgbClr val="FFFFFF"/>
          </a:solidFill>
          <a:ln w="3175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Text 3"/>
          <p:cNvSpPr/>
          <p:nvPr>
            <p:custDataLst>
              <p:tags r:id="rId10"/>
            </p:custDataLst>
          </p:nvPr>
        </p:nvSpPr>
        <p:spPr>
          <a:xfrm>
            <a:off x="1035050" y="4036060"/>
            <a:ext cx="10021570" cy="2055495"/>
          </a:xfrm>
          <a:prstGeom prst="rect">
            <a:avLst/>
          </a:prstGeom>
          <a:noFill/>
        </p:spPr>
        <p:txBody>
          <a:bodyPr wrap="square" lIns="45720" tIns="0" rIns="0" bIns="45720" rtlCol="0" anchor="ctr"/>
          <a:lstStyle/>
          <a:p>
            <a:pPr>
              <a:lnSpc>
                <a:spcPct val="100000"/>
              </a:lnSpc>
            </a:pPr>
            <a:endParaRPr 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2760" y="647700"/>
            <a:ext cx="1053465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zh-CN" sz="3200">
                <a:solidFill>
                  <a:schemeClr val="bg1"/>
                </a:solidFill>
                <a:sym typeface="+mn-ea"/>
              </a:rPr>
              <a:t>展望与</a:t>
            </a:r>
            <a:r>
              <a:rPr lang="zh-CN" altLang="zh-CN" sz="3200">
                <a:solidFill>
                  <a:schemeClr val="bg1"/>
                </a:solidFill>
                <a:sym typeface="+mn-ea"/>
              </a:rPr>
              <a:t>不足</a:t>
            </a:r>
            <a:endParaRPr lang="zh-CN" altLang="zh-CN" sz="3200">
              <a:solidFill>
                <a:schemeClr val="bg1"/>
              </a:solidFill>
              <a:sym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839960" y="2399665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9" name="Text 6"/>
          <p:cNvSpPr/>
          <p:nvPr/>
        </p:nvSpPr>
        <p:spPr>
          <a:xfrm>
            <a:off x="9839960" y="2399665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01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29080" y="185547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展望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29080" y="229743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获得更加近期的数据来验证神经网络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进一步的展现歌单发布时间与播放量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的周期性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839960" y="4669790"/>
            <a:ext cx="788035" cy="788035"/>
          </a:xfrm>
          <a:prstGeom prst="ellipse">
            <a:avLst/>
          </a:prstGeom>
          <a:gradFill flip="none" rotWithShape="1">
            <a:gsLst>
              <a:gs pos="0">
                <a:srgbClr val="232323"/>
              </a:gs>
              <a:gs pos="100000">
                <a:srgbClr val="1A1A1A"/>
              </a:gs>
            </a:gsLst>
            <a:lin ang="7680000" scaled="1"/>
          </a:gradFill>
        </p:spPr>
      </p:sp>
      <p:sp>
        <p:nvSpPr>
          <p:cNvPr id="13" name="Text 10"/>
          <p:cNvSpPr/>
          <p:nvPr/>
        </p:nvSpPr>
        <p:spPr>
          <a:xfrm>
            <a:off x="9839960" y="4669790"/>
            <a:ext cx="788035" cy="788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02</a:t>
            </a:r>
            <a:endParaRPr 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23035" y="4298950"/>
            <a:ext cx="8211820" cy="4419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l">
              <a:lnSpc>
                <a:spcPct val="10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不足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29080" y="4740910"/>
            <a:ext cx="8175625" cy="110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对于部分耦合效应未进行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p"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对于部分可能非线性的模型没有进一步的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探究</a:t>
            </a:r>
            <a:endParaRPr lang="zh-CN" altLang="en-US" sz="1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谢谢收看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Q&amp;</a:t>
            </a:r>
            <a:r>
              <a:rPr lang="en-US" altLang="zh-CN"/>
              <a:t>A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127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228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237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255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26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367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376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39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40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506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515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54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6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6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6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645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654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672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73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68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784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793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94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81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82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923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932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9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9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9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950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96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9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9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9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9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1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1062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0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0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0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0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107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0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1089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90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0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110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0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1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1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2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1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1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1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1"/>
  <p:tag name="KSO_WM_UNIT_BK_DARK_LIGHT" val="1"/>
  <p:tag name="KSO_WM_UNIT_SUBTYPE" val="h"/>
  <p:tag name="KSO_WM_UNIT_TYPE" val="i"/>
  <p:tag name="KSO_WM_UNIT_INDEX" val="1"/>
</p:tagLst>
</file>

<file path=ppt/tags/tag1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1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1201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02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1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1"/>
  <p:tag name="KSO_WM_UNIT_BK_DARK_LIGHT" val="1"/>
</p:tagLst>
</file>

<file path=ppt/tags/tag1210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1"/>
</p:tagLst>
</file>

<file path=ppt/tags/tag1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1"/>
</p:tagLst>
</file>

<file path=ppt/tags/tag1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1228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9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1"/>
  <p:tag name="KSO_WM_UNIT_BK_DARK_LIGHT" val="1"/>
</p:tagLst>
</file>

<file path=ppt/tags/tag123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4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1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1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29"/>
</p:tagLst>
</file>

<file path=ppt/tags/tag1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51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929"/>
  <p:tag name="KSO_WM_TEMPLATE_MASTER_THUMB_INDEX" val="12"/>
  <p:tag name="KSO_WM_TEMPLATE_THUMBS_INDEX" val="1、4、7、8、9、10、11、12、13、14、15"/>
</p:tagLst>
</file>

<file path=ppt/tags/tag1252.xml><?xml version="1.0" encoding="utf-8"?>
<p:tagLst xmlns:p="http://schemas.openxmlformats.org/presentationml/2006/main">
  <p:tag name="KSO_WM_UNIT_ISCONTENTSTITLE" val="0"/>
  <p:tag name="KSO_WM_UNIT_PRESET_TEXT" val="数据商务风格通用型PPT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  <p:tag name="KSO_WM_UNIT_TEXT_SHADOW_SCHEMECOLOR_INDEX_BRIGHTNESS" val="0"/>
  <p:tag name="KSO_WM_UNIT_TEXT_SHADOW_SCHEMECOLOR_INDEX" val="10"/>
</p:tagLst>
</file>

<file path=ppt/tags/tag1253.xml><?xml version="1.0" encoding="utf-8"?>
<p:tagLst xmlns:p="http://schemas.openxmlformats.org/presentationml/2006/main">
  <p:tag name="KSO_WM_UNIT_ISCONTENTSTITLE" val="0"/>
  <p:tag name="KSO_WM_UNIT_PRESET_TEXT" val="202X-202X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3929_1*b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1254.xml><?xml version="1.0" encoding="utf-8"?>
<p:tagLst xmlns:p="http://schemas.openxmlformats.org/presentationml/2006/main">
  <p:tag name="KSO_WM_SLIDE_ID" val="custom20203929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929"/>
  <p:tag name="KSO_WM_SLIDE_LAYOUT" val="a_b"/>
  <p:tag name="KSO_WM_SLIDE_LAYOUT_CNT" val="1_1"/>
  <p:tag name="KSO_WM_TEMPLATE_MASTER_THUMB_INDEX" val="12"/>
  <p:tag name="KSO_WM_TEMPLATE_THUMBS_INDEX" val="1、4、7、8、9、10、11、12、13、14、15"/>
</p:tagLst>
</file>

<file path=ppt/tags/tag1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3929_6*l_h_i*1_3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56.xml><?xml version="1.0" encoding="utf-8"?>
<p:tagLst xmlns:p="http://schemas.openxmlformats.org/presentationml/2006/main">
  <p:tag name="PA" val="v3.0.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3929_6*l_h_f*1_3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PRESET_TEXT" val="单击此处添加标题"/>
  <p:tag name="KSO_WM_UNIT_VALUE" val="7"/>
  <p:tag name="KSO_WM_UNIT_TEXT_FILL_FORE_SCHEMECOLOR_INDEX" val="14"/>
  <p:tag name="KSO_WM_UNIT_TEXT_FILL_TYPE" val="1"/>
  <p:tag name="KSO_WM_UNIT_USESOURCEFORMAT_APPLY" val="1"/>
  <p:tag name="KSO_WM_UNIT_SUBTYPE" val="a"/>
  <p:tag name="KSO_WM_DIAGRAM_VIRTUALLY_FRAME" val="{&quot;height&quot;:322.1994488188976,&quot;left&quot;:492.9264566929134,&quot;top&quot;:151.55,&quot;width&quot;:419.88811023622037}"/>
</p:tagLst>
</file>

<file path=ppt/tags/tag1257.xml><?xml version="1.0" encoding="utf-8"?>
<p:tagLst xmlns:p="http://schemas.openxmlformats.org/presentationml/2006/main">
  <p:tag name="PA" val="v3.0.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03929_6*l_h_i*1_3_2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3929_6*l_h_i*1_1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59.xml><?xml version="1.0" encoding="utf-8"?>
<p:tagLst xmlns:p="http://schemas.openxmlformats.org/presentationml/2006/main">
  <p:tag name="PA" val="v3.0.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3929_6*l_h_f*1_1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PRESET_TEXT" val="单击此处添加标题"/>
  <p:tag name="KSO_WM_UNIT_VALUE" val="7"/>
  <p:tag name="KSO_WM_UNIT_TEXT_FILL_FORE_SCHEMECOLOR_INDEX" val="14"/>
  <p:tag name="KSO_WM_UNIT_TEXT_FILL_TYPE" val="1"/>
  <p:tag name="KSO_WM_UNIT_USESOURCEFORMAT_APPLY" val="1"/>
  <p:tag name="KSO_WM_UNIT_SUBTYPE" val="a"/>
  <p:tag name="KSO_WM_DIAGRAM_VIRTUALLY_FRAME" val="{&quot;height&quot;:322.1994488188976,&quot;left&quot;:492.9264566929134,&quot;top&quot;:151.55,&quot;width&quot;:419.88811023622037}"/>
</p:tagLst>
</file>

<file path=ppt/tags/tag1260.xml><?xml version="1.0" encoding="utf-8"?>
<p:tagLst xmlns:p="http://schemas.openxmlformats.org/presentationml/2006/main">
  <p:tag name="PA" val="v3.0.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03929_6*l_h_i*1_1_2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3929_6*l_h_i*1_2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62.xml><?xml version="1.0" encoding="utf-8"?>
<p:tagLst xmlns:p="http://schemas.openxmlformats.org/presentationml/2006/main">
  <p:tag name="PA" val="v3.0.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3929_6*l_h_f*1_2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PRESET_TEXT" val="单击此处添加标题"/>
  <p:tag name="KSO_WM_UNIT_VALUE" val="7"/>
  <p:tag name="KSO_WM_UNIT_TEXT_FILL_FORE_SCHEMECOLOR_INDEX" val="14"/>
  <p:tag name="KSO_WM_UNIT_TEXT_FILL_TYPE" val="1"/>
  <p:tag name="KSO_WM_UNIT_USESOURCEFORMAT_APPLY" val="1"/>
  <p:tag name="KSO_WM_UNIT_SUBTYPE" val="a"/>
  <p:tag name="KSO_WM_DIAGRAM_VIRTUALLY_FRAME" val="{&quot;height&quot;:322.1994488188976,&quot;left&quot;:492.9264566929134,&quot;top&quot;:151.55,&quot;width&quot;:419.88811023622037}"/>
</p:tagLst>
</file>

<file path=ppt/tags/tag1263.xml><?xml version="1.0" encoding="utf-8"?>
<p:tagLst xmlns:p="http://schemas.openxmlformats.org/presentationml/2006/main">
  <p:tag name="PA" val="v3.0.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03929_6*l_h_i*1_2_2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3929_6*l_h_i*1_4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65.xml><?xml version="1.0" encoding="utf-8"?>
<p:tagLst xmlns:p="http://schemas.openxmlformats.org/presentationml/2006/main">
  <p:tag name="PA" val="v3.0.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3929_6*l_h_f*1_4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PRESET_TEXT" val="单击此处添加标题"/>
  <p:tag name="KSO_WM_UNIT_VALUE" val="7"/>
  <p:tag name="KSO_WM_UNIT_TEXT_FILL_FORE_SCHEMECOLOR_INDEX" val="14"/>
  <p:tag name="KSO_WM_UNIT_TEXT_FILL_TYPE" val="1"/>
  <p:tag name="KSO_WM_UNIT_USESOURCEFORMAT_APPLY" val="1"/>
  <p:tag name="KSO_WM_UNIT_SUBTYPE" val="a"/>
  <p:tag name="KSO_WM_DIAGRAM_VIRTUALLY_FRAME" val="{&quot;height&quot;:322.1994488188976,&quot;left&quot;:492.9264566929134,&quot;top&quot;:151.55,&quot;width&quot;:419.88811023622037}"/>
</p:tagLst>
</file>

<file path=ppt/tags/tag1266.xml><?xml version="1.0" encoding="utf-8"?>
<p:tagLst xmlns:p="http://schemas.openxmlformats.org/presentationml/2006/main">
  <p:tag name="PA" val="v3.0.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03929_6*l_h_i*1_4_2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67.xml><?xml version="1.0" encoding="utf-8"?>
<p:tagLst xmlns:p="http://schemas.openxmlformats.org/presentationml/2006/main">
  <p:tag name="PA" val="v3.0.1"/>
  <p:tag name="KSO_WM_UNIT_ISCONTENTSTITLE" val="1"/>
  <p:tag name="KSO_WM_UNIT_PRESET_TEXT" val="目录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3929_6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UNIT_ISNUMDGMTITLE" val="0"/>
</p:tagLst>
</file>

<file path=ppt/tags/tag1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03929_6*l_h_i*1_5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69.xml><?xml version="1.0" encoding="utf-8"?>
<p:tagLst xmlns:p="http://schemas.openxmlformats.org/presentationml/2006/main">
  <p:tag name="PA" val="v3.0.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03929_6*l_h_f*1_5_1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PRESET_TEXT" val="单击此处添加标题"/>
  <p:tag name="KSO_WM_UNIT_VALUE" val="7"/>
  <p:tag name="KSO_WM_UNIT_TEXT_FILL_FORE_SCHEMECOLOR_INDEX" val="14"/>
  <p:tag name="KSO_WM_UNIT_TEXT_FILL_TYPE" val="1"/>
  <p:tag name="KSO_WM_UNIT_USESOURCEFORMAT_APPLY" val="1"/>
  <p:tag name="KSO_WM_UNIT_SUBTYPE" val="a"/>
  <p:tag name="KSO_WM_DIAGRAM_VIRTUALLY_FRAME" val="{&quot;height&quot;:322.1994488188976,&quot;left&quot;:492.9264566929134,&quot;top&quot;:151.55,&quot;width&quot;:419.88811023622037}"/>
</p:tagLst>
</file>

<file path=ppt/tags/tag1270.xml><?xml version="1.0" encoding="utf-8"?>
<p:tagLst xmlns:p="http://schemas.openxmlformats.org/presentationml/2006/main">
  <p:tag name="PA" val="v3.0.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03929_6*l_h_i*1_5_2"/>
  <p:tag name="KSO_WM_TEMPLATE_CATEGORY" val="custom"/>
  <p:tag name="KSO_WM_TEMPLATE_INDEX" val="2020392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UNIT_USESOURCEFORMAT_APPLY" val="1"/>
  <p:tag name="KSO_WM_DIAGRAM_VIRTUALLY_FRAME" val="{&quot;height&quot;:322.1994488188976,&quot;left&quot;:492.9264566929134,&quot;top&quot;:151.55,&quot;width&quot;:419.88811023622037}"/>
</p:tagLst>
</file>

<file path=ppt/tags/tag1271.xml><?xml version="1.0" encoding="utf-8"?>
<p:tagLst xmlns:p="http://schemas.openxmlformats.org/presentationml/2006/main">
  <p:tag name="KSO_WM_SLIDE_ID" val="custom20203929_6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3929"/>
  <p:tag name="KSO_WM_SLIDE_LAYOUT" val="a_l"/>
  <p:tag name="KSO_WM_SLIDE_LAYOUT_CNT" val="1_1"/>
</p:tagLst>
</file>

<file path=ppt/tags/tag1272.xml><?xml version="1.0" encoding="utf-8"?>
<p:tagLst xmlns:p="http://schemas.openxmlformats.org/presentationml/2006/main">
  <p:tag name="KSO_WM_UNIT_PRESET_TEXT" val="0.1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3929_7*e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1273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7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  <p:tag name="KSO_WM_UNIT_TEXT_SHADOW_SCHEMECOLOR_INDEX_BRIGHTNESS" val="0"/>
  <p:tag name="KSO_WM_UNIT_TEXT_SHADOW_SCHEMECOLOR_INDEX" val="10"/>
</p:tagLst>
</file>

<file path=ppt/tags/tag1274.xml><?xml version="1.0" encoding="utf-8"?>
<p:tagLst xmlns:p="http://schemas.openxmlformats.org/presentationml/2006/main">
  <p:tag name="KSO_WM_SLIDE_ID" val="custom20203929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3929"/>
  <p:tag name="KSO_WM_SLIDE_LAYOUT" val="a_b_e"/>
  <p:tag name="KSO_WM_SLIDE_LAYOUT_CNT" val="1_1_1"/>
</p:tagLst>
</file>

<file path=ppt/tags/tag1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2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12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7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12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1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282.xml><?xml version="1.0" encoding="utf-8"?>
<p:tagLst xmlns:p="http://schemas.openxmlformats.org/presentationml/2006/main">
  <p:tag name="KSO_WM_UNIT_PRESET_TEXT" val="0.1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3929_7*e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1283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7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  <p:tag name="KSO_WM_UNIT_TEXT_SHADOW_SCHEMECOLOR_INDEX_BRIGHTNESS" val="0"/>
  <p:tag name="KSO_WM_UNIT_TEXT_SHADOW_SCHEMECOLOR_INDEX" val="10"/>
</p:tagLst>
</file>

<file path=ppt/tags/tag1284.xml><?xml version="1.0" encoding="utf-8"?>
<p:tagLst xmlns:p="http://schemas.openxmlformats.org/presentationml/2006/main">
  <p:tag name="KSO_WM_SLIDE_ID" val="custom20203929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3929"/>
  <p:tag name="KSO_WM_SLIDE_LAYOUT" val="a_b_e"/>
  <p:tag name="KSO_WM_SLIDE_LAYOUT_CNT" val="1_1_1"/>
</p:tagLst>
</file>

<file path=ppt/tags/tag1285.xml><?xml version="1.0" encoding="utf-8"?>
<p:tagLst xmlns:p="http://schemas.openxmlformats.org/presentationml/2006/main">
  <p:tag name="KSO_WM_UNIT_PRESET_TEXT" val="点击此处添加正文，文字是您思想的提炼，为了演示发布的良好效果，请言简意赅的阐述您的观点。"/>
  <p:tag name="KSO_WM_UNIT_NOCLEAR" val="0"/>
  <p:tag name="KSO_WM_UNIT_VALUE" val="14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3929_8*f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BTYPE" val="a"/>
</p:tagLst>
</file>

<file path=ppt/tags/tag1286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8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287.xml><?xml version="1.0" encoding="utf-8"?>
<p:tagLst xmlns:p="http://schemas.openxmlformats.org/presentationml/2006/main">
  <p:tag name="KSO_WM_SLIDE_ID" val="custom20203929_8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8"/>
  <p:tag name="KSO_WM_SLIDE_SIZE" val="865*443"/>
  <p:tag name="KSO_WM_SLIDE_POSITION" val="47*48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1_1"/>
</p:tagLst>
</file>

<file path=ppt/tags/tag1288.xml><?xml version="1.0" encoding="utf-8"?>
<p:tagLst xmlns:p="http://schemas.openxmlformats.org/presentationml/2006/main">
  <p:tag name="KSO_WM_UNIT_PRESET_TEXT" val="0.1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3929_7*e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1289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7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  <p:tag name="KSO_WM_UNIT_TEXT_SHADOW_SCHEMECOLOR_INDEX_BRIGHTNESS" val="0"/>
  <p:tag name="KSO_WM_UNIT_TEXT_SHADOW_SCHEMECOLOR_INDEX" val="10"/>
</p:tagLst>
</file>

<file path=ppt/tags/tag1290.xml><?xml version="1.0" encoding="utf-8"?>
<p:tagLst xmlns:p="http://schemas.openxmlformats.org/presentationml/2006/main">
  <p:tag name="KSO_WM_SLIDE_ID" val="custom20203929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3929"/>
  <p:tag name="KSO_WM_SLIDE_LAYOUT" val="a_b_e"/>
  <p:tag name="KSO_WM_SLIDE_LAYOUT_CNT" val="1_1_1"/>
</p:tagLst>
</file>

<file path=ppt/tags/tag1291.xml><?xml version="1.0" encoding="utf-8"?>
<p:tagLst xmlns:p="http://schemas.openxmlformats.org/presentationml/2006/main">
  <p:tag name="KSO_WM_UNIT_ISCONTENTS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1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292.xml><?xml version="1.0" encoding="utf-8"?>
<p:tagLst xmlns:p="http://schemas.openxmlformats.org/presentationml/2006/main">
  <p:tag name="KSO_WM_UNIT_PRESET_TEXT" val="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"/>
  <p:tag name="KSO_WM_UNIT_NOCLEAR" val="0"/>
  <p:tag name="KSO_WM_UNIT_VALUE" val="21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3929_11*f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BTYPE" val="a"/>
</p:tagLst>
</file>

<file path=ppt/tags/tag1293.xml><?xml version="1.0" encoding="utf-8"?>
<p:tagLst xmlns:p="http://schemas.openxmlformats.org/presentationml/2006/main">
  <p:tag name="KSO_WM_UNIT_VALUE" val="1412*179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3929_11*d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294.xml><?xml version="1.0" encoding="utf-8"?>
<p:tagLst xmlns:p="http://schemas.openxmlformats.org/presentationml/2006/main">
  <p:tag name="KSO_WM_SLIDE_ID" val="custom20203929_11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1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1_1"/>
</p:tagLst>
</file>

<file path=ppt/tags/tag1295.xml><?xml version="1.0" encoding="utf-8"?>
<p:tagLst xmlns:p="http://schemas.openxmlformats.org/presentationml/2006/main">
  <p:tag name="KSO_WM_UNIT_ISCONTENTS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1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296.xml><?xml version="1.0" encoding="utf-8"?>
<p:tagLst xmlns:p="http://schemas.openxmlformats.org/presentationml/2006/main">
  <p:tag name="KSO_WM_UNIT_PRESET_TEXT" val="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"/>
  <p:tag name="KSO_WM_UNIT_NOCLEAR" val="0"/>
  <p:tag name="KSO_WM_UNIT_VALUE" val="216"/>
  <p:tag name="KSO_WM_UNIT_HIGHLIGHT" val="0"/>
  <p:tag name="KSO_WM_UNIT_COMPATIBLE" val="0"/>
  <p:tag name="KSO_WM_UNIT_DIAGRAM_ISNUMVISUAL" val="0"/>
  <p:tag name="KSO_WM_UNIT_DIAGRAM_ISREFERUNIT" val="0"/>
  <p:tag name="KSO_WM_UNIT_ID" val="custom20203929_11*f*1"/>
  <p:tag name="KSO_WM_TEMPLATE_CATEGORY" val="custom"/>
  <p:tag name="KSO_WM_TEMPLATE_INDEX" val="20203929"/>
  <p:tag name="KSO_WM_UNIT_LAYERLEVEL" val="1"/>
  <p:tag name="KSO_WM_TAG_VERSION" val="1.0"/>
  <p:tag name="KSO_WM_UNIT_SUBTYPE" val="a"/>
</p:tagLst>
</file>

<file path=ppt/tags/tag1297.xml><?xml version="1.0" encoding="utf-8"?>
<p:tagLst xmlns:p="http://schemas.openxmlformats.org/presentationml/2006/main">
  <p:tag name="KSO_WM_UNIT_VALUE" val="1412*1796"/>
  <p:tag name="KSO_WM_UNIT_HIGHLIGHT" val="0"/>
  <p:tag name="KSO_WM_UNIT_COMPATIBLE" val="0"/>
  <p:tag name="KSO_WM_UNIT_DIAGRAM_ISNUMVISUAL" val="0"/>
  <p:tag name="KSO_WM_UNIT_DIAGRAM_ISREFERUNIT" val="0"/>
  <p:tag name="KSO_WM_UNIT_ID" val="custom20203929_11*d*1"/>
  <p:tag name="KSO_WM_TEMPLATE_CATEGORY" val="custom"/>
  <p:tag name="KSO_WM_TEMPLATE_INDEX" val="20203929"/>
  <p:tag name="KSO_WM_UNIT_LAYERLEVEL" val="1"/>
  <p:tag name="KSO_WM_TAG_VERSION" val="1.0"/>
  <p:tag name="KSO_WM_UNIT_SUPPORT_UNIT_TYPE" val="[&quot;d&quot;]"/>
</p:tagLst>
</file>

<file path=ppt/tags/tag1298.xml><?xml version="1.0" encoding="utf-8"?>
<p:tagLst xmlns:p="http://schemas.openxmlformats.org/presentationml/2006/main">
  <p:tag name="KSO_WM_SLIDE_ID" val="custom20203929_11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1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1_1"/>
</p:tagLst>
</file>

<file path=ppt/tags/tag1299.xml><?xml version="1.0" encoding="utf-8"?>
<p:tagLst xmlns:p="http://schemas.openxmlformats.org/presentationml/2006/main">
  <p:tag name="KSO_WM_UNIT_ISCONTENTS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1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300.xml><?xml version="1.0" encoding="utf-8"?>
<p:tagLst xmlns:p="http://schemas.openxmlformats.org/presentationml/2006/main">
  <p:tag name="KSO_WM_UNIT_PRESET_TEXT" val="如果您的内容确实非常重要又难以精简，也请使用分段处理，对内容进行简单的梳理和提炼，这样会使逻辑框架相对清晰。为了能让您有更直观的字数感受，并进一步方便使用，我们设置了文本的最大限度，当您输入的文字到这里时，已濒临页面容纳内容的上限，若还有更多内容，请酌情缩小字号，但我们不建议您的文本字号小于14磅，请您务必注意。"/>
  <p:tag name="KSO_WM_UNIT_NOCLEAR" val="0"/>
  <p:tag name="KSO_WM_UNIT_VALUE" val="21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3929_11*f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BTYPE" val="a"/>
</p:tagLst>
</file>

<file path=ppt/tags/tag1301.xml><?xml version="1.0" encoding="utf-8"?>
<p:tagLst xmlns:p="http://schemas.openxmlformats.org/presentationml/2006/main">
  <p:tag name="KSO_WM_UNIT_VALUE" val="1412*179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3929_11*d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02.xml><?xml version="1.0" encoding="utf-8"?>
<p:tagLst xmlns:p="http://schemas.openxmlformats.org/presentationml/2006/main">
  <p:tag name="KSO_WM_SLIDE_ID" val="custom20203929_11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1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1_1"/>
</p:tagLst>
</file>

<file path=ppt/tags/tag1303.xml><?xml version="1.0" encoding="utf-8"?>
<p:tagLst xmlns:p="http://schemas.openxmlformats.org/presentationml/2006/main">
  <p:tag name="KSO_WM_UNIT_PRESET_TEXT" val="0.1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3929_7*e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1304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7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  <p:tag name="KSO_WM_UNIT_TEXT_SHADOW_SCHEMECOLOR_INDEX_BRIGHTNESS" val="0"/>
  <p:tag name="KSO_WM_UNIT_TEXT_SHADOW_SCHEMECOLOR_INDEX" val="10"/>
</p:tagLst>
</file>

<file path=ppt/tags/tag1305.xml><?xml version="1.0" encoding="utf-8"?>
<p:tagLst xmlns:p="http://schemas.openxmlformats.org/presentationml/2006/main">
  <p:tag name="KSO_WM_SLIDE_ID" val="custom20203929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3929"/>
  <p:tag name="KSO_WM_SLIDE_LAYOUT" val="a_b_e"/>
  <p:tag name="KSO_WM_SLIDE_LAYOUT_CNT" val="1_1_1"/>
</p:tagLst>
</file>

<file path=ppt/tags/tag1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08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13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11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1312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15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13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18.xml><?xml version="1.0" encoding="utf-8"?>
<p:tagLst xmlns:p="http://schemas.openxmlformats.org/presentationml/2006/main"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</p:tagLst>
</file>

<file path=ppt/tags/tag1319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20.xml><?xml version="1.0" encoding="utf-8"?>
<p:tagLst xmlns:p="http://schemas.openxmlformats.org/presentationml/2006/main">
  <p:tag name="KSO_WM_UNIT_ISCONTENTS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1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321.xml><?xml version="1.0" encoding="utf-8"?>
<p:tagLst xmlns:p="http://schemas.openxmlformats.org/presentationml/2006/main">
  <p:tag name="KSO_WM_UNIT_VALUE" val="1412*179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3929_11*d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22.xml><?xml version="1.0" encoding="utf-8"?>
<p:tagLst xmlns:p="http://schemas.openxmlformats.org/presentationml/2006/main">
  <p:tag name="KSO_WM_SLIDE_ID" val="custom20203929_11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1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1_1"/>
</p:tagLst>
</file>

<file path=ppt/tags/tag1323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3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324.xml><?xml version="1.0" encoding="utf-8"?>
<p:tagLst xmlns:p="http://schemas.openxmlformats.org/presentationml/2006/main">
  <p:tag name="KSO_WM_SLIDE_ID" val="custom20203929_13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3"/>
  <p:tag name="KSO_WM_SLIDE_SIZE" val="869*422"/>
  <p:tag name="KSO_WM_SLIDE_POSITION" val="45*18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2_2"/>
</p:tagLst>
</file>

<file path=ppt/tags/tag1325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3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326.xml><?xml version="1.0" encoding="utf-8"?>
<p:tagLst xmlns:p="http://schemas.openxmlformats.org/presentationml/2006/main">
  <p:tag name="KSO_WM_UNIT_VALUE" val="802*148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3929_13*d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27.xml><?xml version="1.0" encoding="utf-8"?>
<p:tagLst xmlns:p="http://schemas.openxmlformats.org/presentationml/2006/main">
  <p:tag name="KSO_WM_UNIT_VALUE" val="803*1487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custom20203929_13*d*2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28.xml><?xml version="1.0" encoding="utf-8"?>
<p:tagLst xmlns:p="http://schemas.openxmlformats.org/presentationml/2006/main">
  <p:tag name="KSO_WM_SLIDE_ID" val="custom20203929_13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3"/>
  <p:tag name="KSO_WM_SLIDE_SIZE" val="869*422"/>
  <p:tag name="KSO_WM_SLIDE_POSITION" val="45*18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2_2"/>
</p:tagLst>
</file>

<file path=ppt/tags/tag1329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3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330.xml><?xml version="1.0" encoding="utf-8"?>
<p:tagLst xmlns:p="http://schemas.openxmlformats.org/presentationml/2006/main">
  <p:tag name="KSO_WM_UNIT_VALUE" val="802*148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3929_13*d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31.xml><?xml version="1.0" encoding="utf-8"?>
<p:tagLst xmlns:p="http://schemas.openxmlformats.org/presentationml/2006/main">
  <p:tag name="KSO_WM_UNIT_VALUE" val="803*1487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custom20203929_13*d*2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32.xml><?xml version="1.0" encoding="utf-8"?>
<p:tagLst xmlns:p="http://schemas.openxmlformats.org/presentationml/2006/main">
  <p:tag name="KSO_WM_SLIDE_ID" val="custom20203929_13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3"/>
  <p:tag name="KSO_WM_SLIDE_SIZE" val="869*422"/>
  <p:tag name="KSO_WM_SLIDE_POSITION" val="45*18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2_2"/>
</p:tagLst>
</file>

<file path=ppt/tags/tag1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3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3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39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40.xml><?xml version="1.0" encoding="utf-8"?>
<p:tagLst xmlns:p="http://schemas.openxmlformats.org/presentationml/2006/main">
  <p:tag name="KSO_WM_UNIT_ISCONTENTS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1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341.xml><?xml version="1.0" encoding="utf-8"?>
<p:tagLst xmlns:p="http://schemas.openxmlformats.org/presentationml/2006/main">
  <p:tag name="KSO_WM_UNIT_VALUE" val="1412*179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3929_11*d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42.xml><?xml version="1.0" encoding="utf-8"?>
<p:tagLst xmlns:p="http://schemas.openxmlformats.org/presentationml/2006/main">
  <p:tag name="KSO_WM_SLIDE_ID" val="custom20203929_11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1"/>
  <p:tag name="KSO_WM_SLIDE_SIZE" val="866*400"/>
  <p:tag name="KSO_WM_SLIDE_POSITION" val="45*60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1_1"/>
</p:tagLst>
</file>

<file path=ppt/tags/tag1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3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3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9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52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57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3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6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13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70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1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75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7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13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80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83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84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3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3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385.xml><?xml version="1.0" encoding="utf-8"?>
<p:tagLst xmlns:p="http://schemas.openxmlformats.org/presentationml/2006/main">
  <p:tag name="KSO_WM_UNIT_VALUE" val="802*148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3929_13*d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86.xml><?xml version="1.0" encoding="utf-8"?>
<p:tagLst xmlns:p="http://schemas.openxmlformats.org/presentationml/2006/main">
  <p:tag name="KSO_WM_UNIT_VALUE" val="803*1487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custom20203929_13*d*2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SUPPORT_UNIT_TYPE" val="[&quot;d&quot;]"/>
</p:tagLst>
</file>

<file path=ppt/tags/tag1387.xml><?xml version="1.0" encoding="utf-8"?>
<p:tagLst xmlns:p="http://schemas.openxmlformats.org/presentationml/2006/main">
  <p:tag name="KSO_WM_SLIDE_ID" val="custom20203929_13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3"/>
  <p:tag name="KSO_WM_SLIDE_SIZE" val="869*422"/>
  <p:tag name="KSO_WM_SLIDE_POSITION" val="45*18"/>
  <p:tag name="KSO_WM_TAG_VERSION" val="1.0"/>
  <p:tag name="KSO_WM_BEAUTIFY_FLAG" val="#wm#"/>
  <p:tag name="KSO_WM_TEMPLATE_CATEGORY" val="custom"/>
  <p:tag name="KSO_WM_TEMPLATE_INDEX" val="20203929"/>
  <p:tag name="KSO_WM_SLIDE_LAYOUT" val="a_d_f"/>
  <p:tag name="KSO_WM_SLIDE_LAYOUT_CNT" val="1_2_2"/>
</p:tagLst>
</file>

<file path=ppt/tags/tag1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391.xml><?xml version="1.0" encoding="utf-8"?>
<p:tagLst xmlns:p="http://schemas.openxmlformats.org/presentationml/2006/main">
  <p:tag name="KSO_WM_BEAUTIFY_FLAG" val="#wm#"/>
  <p:tag name="KSO_WM_TEMPLATE_CATEGORY" val="custom"/>
  <p:tag name="KSO_WM_TEMPLATE_INDEX" val="20203929"/>
</p:tagLst>
</file>

<file path=ppt/tags/tag1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3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96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397.xml><?xml version="1.0" encoding="utf-8"?>
<p:tagLst xmlns:p="http://schemas.openxmlformats.org/presentationml/2006/main">
  <p:tag name="KSO_WM_BEAUTIFY_FLAG" val="#wm#"/>
  <p:tag name="KSO_WM_TEMPLATE_CATEGORY" val="custom"/>
  <p:tag name="KSO_WM_TEMPLATE_INDEX" val="20203929"/>
</p:tagLst>
</file>

<file path=ppt/tags/tag1398.xml><?xml version="1.0" encoding="utf-8"?>
<p:tagLst xmlns:p="http://schemas.openxmlformats.org/presentationml/2006/main">
  <p:tag name="KSO_WM_UNIT_PRESET_TEXT" val="0.1"/>
  <p:tag name="KSO_WM_UNIT_NOCLEAR" val="0"/>
  <p:tag name="KSO_WM_UNIT_VALUE" val="2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3929_7*e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1399.xml><?xml version="1.0" encoding="utf-8"?>
<p:tagLst xmlns:p="http://schemas.openxmlformats.org/presentationml/2006/main">
  <p:tag name="KSO_WM_UNIT_ISCONTENTS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7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  <p:tag name="KSO_WM_UNIT_TEXT_SHADOW_SCHEMECOLOR_INDEX_BRIGHTNESS" val="0"/>
  <p:tag name="KSO_WM_UNIT_TEXT_SHADOW_SCHEMECOLOR_INDEX" val="10"/>
</p:tagLst>
</file>

<file path=ppt/tags/tag1400.xml><?xml version="1.0" encoding="utf-8"?>
<p:tagLst xmlns:p="http://schemas.openxmlformats.org/presentationml/2006/main">
  <p:tag name="KSO_WM_SLIDE_ID" val="custom20203929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3929"/>
  <p:tag name="KSO_WM_SLIDE_LAYOUT" val="a_b_e"/>
  <p:tag name="KSO_WM_SLIDE_LAYOUT_CNT" val="1_1_1"/>
</p:tagLst>
</file>

<file path=ppt/tags/tag1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4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4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7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4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4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4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4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20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14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4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14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27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1428.xml><?xml version="1.0" encoding="utf-8"?>
<p:tagLst xmlns:p="http://schemas.openxmlformats.org/presentationml/2006/main">
  <p:tag name="KSO_WM_UNIT_ISCONTENTSTITLE" val="0"/>
  <p:tag name="KSO_WM_UNIT_PRESET_TEXT" val="谢谢收看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29_15*a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429.xml><?xml version="1.0" encoding="utf-8"?>
<p:tagLst xmlns:p="http://schemas.openxmlformats.org/presentationml/2006/main">
  <p:tag name="KSO_WM_UNIT_ISCONTENTSTITLE" val="0"/>
  <p:tag name="KSO_WM_UNIT_PRESET_TEXT" val="202X-202X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3929_15*b*1"/>
  <p:tag name="KSO_WM_TEMPLATE_CATEGORY" val="custom"/>
  <p:tag name="KSO_WM_TEMPLATE_INDEX" val="20203929"/>
  <p:tag name="KSO_WM_UNIT_LAYERLEVEL" val="1"/>
  <p:tag name="KSO_WM_TAG_VERSION" val="1.0"/>
  <p:tag name="KSO_WM_BEAUTIFY_FLAG" val="#wm#"/>
  <p:tag name="KSO_WM_UNIT_ISNUMDGMTITLE" val="0"/>
</p:tagLst>
</file>

<file path=ppt/tags/tag1430.xml><?xml version="1.0" encoding="utf-8"?>
<p:tagLst xmlns:p="http://schemas.openxmlformats.org/presentationml/2006/main">
  <p:tag name="KSO_WM_SLIDE_ID" val="custom20203929_15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3929"/>
  <p:tag name="KSO_WM_SLIDE_LAYOUT" val="a_b"/>
  <p:tag name="KSO_WM_SLIDE_LAYOUT_CNT" val="1_1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6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7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8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9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2_Office 主题​​">
  <a:themeElements>
    <a:clrScheme name="">
      <a:dk1>
        <a:srgbClr val="000000"/>
      </a:dk1>
      <a:lt1>
        <a:srgbClr val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4_Office 主题​​">
  <a:themeElements>
    <a:clrScheme name="00.2">
      <a:dk1>
        <a:sysClr val="windowText" lastClr="000000"/>
      </a:dk1>
      <a:lt1>
        <a:sysClr val="window" lastClr="FFFFFF"/>
      </a:lt1>
      <a:dk2>
        <a:srgbClr val="02252A"/>
      </a:dk2>
      <a:lt2>
        <a:srgbClr val="044B54"/>
      </a:lt2>
      <a:accent1>
        <a:srgbClr val="019AAD"/>
      </a:accent1>
      <a:accent2>
        <a:srgbClr val="0E9E8B"/>
      </a:accent2>
      <a:accent3>
        <a:srgbClr val="1CA268"/>
      </a:accent3>
      <a:accent4>
        <a:srgbClr val="29A546"/>
      </a:accent4>
      <a:accent5>
        <a:srgbClr val="37A923"/>
      </a:accent5>
      <a:accent6>
        <a:srgbClr val="44AD01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2850</Words>
  <Application>WPS 演示</Application>
  <PresentationFormat>On-screen Show (16:9)</PresentationFormat>
  <Paragraphs>297</Paragraphs>
  <Slides>38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38</vt:i4>
      </vt:variant>
    </vt:vector>
  </HeadingPairs>
  <TitlesOfParts>
    <vt:vector size="66" baseType="lpstr">
      <vt:lpstr>Arial</vt:lpstr>
      <vt:lpstr>宋体</vt:lpstr>
      <vt:lpstr>Wingdings</vt:lpstr>
      <vt:lpstr>微软雅黑</vt:lpstr>
      <vt:lpstr>汉仪旗黑-85S</vt:lpstr>
      <vt:lpstr>黑体</vt:lpstr>
      <vt:lpstr>MiSans</vt:lpstr>
      <vt:lpstr>Segoe Print</vt:lpstr>
      <vt:lpstr>MiSans</vt:lpstr>
      <vt:lpstr>MiSans</vt:lpstr>
      <vt:lpstr>Montserrat Semi Bold</vt:lpstr>
      <vt:lpstr>Montserrat-Bold</vt:lpstr>
      <vt:lpstr>MingLiU-ExtB</vt:lpstr>
      <vt:lpstr>Segoe UI</vt:lpstr>
      <vt:lpstr>Wingdings</vt:lpstr>
      <vt:lpstr>Arial Unicode MS</vt:lpstr>
      <vt:lpstr>Calibri</vt:lpstr>
      <vt:lpstr>等线</vt:lpstr>
      <vt:lpstr>Custom Theme</vt:lpstr>
      <vt:lpstr>1_Office 主题​​</vt:lpstr>
      <vt:lpstr>3_Office 主题​​</vt:lpstr>
      <vt:lpstr>16_Office 主题​​</vt:lpstr>
      <vt:lpstr>17_Office 主题​​</vt:lpstr>
      <vt:lpstr>18_Office 主题​​</vt:lpstr>
      <vt:lpstr>7_Office 主题​​</vt:lpstr>
      <vt:lpstr>19_Office 主题​​</vt:lpstr>
      <vt:lpstr>22_Office 主题​​</vt:lpstr>
      <vt:lpstr>4_Office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数据预处理</vt:lpstr>
      <vt:lpstr>数据预处理</vt:lpstr>
      <vt:lpstr>数据预处理</vt:lpstr>
      <vt:lpstr>PowerPoint 演示文稿</vt:lpstr>
      <vt:lpstr>PowerPoint 演示文稿</vt:lpstr>
      <vt:lpstr>PowerPoint 演示文稿</vt:lpstr>
      <vt:lpstr>模块一：探究播放量、收藏量、分享量、评论量以及作者粉丝数之间的线性相关关系。</vt:lpstr>
      <vt:lpstr>模块二：高价值标签挖掘</vt:lpstr>
      <vt:lpstr>模块二：高价值标签挖掘</vt:lpstr>
      <vt:lpstr>模块二：高价值标签挖掘</vt:lpstr>
      <vt:lpstr>PowerPoint 演示文稿</vt:lpstr>
      <vt:lpstr>模块三：多元线性回归进一步分析标签特性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模块十：时序分析</vt:lpstr>
      <vt:lpstr>模块十一：文本分析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谢谢收看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网易云歌单数据解码：播放量飙升的隐藏公式</dc:title>
  <dc:creator>Kimi</dc:creator>
  <dc:subject>网易云歌单数据解码：播放量飙升的隐藏公式</dc:subject>
  <cp:lastModifiedBy>mlm</cp:lastModifiedBy>
  <cp:revision>9</cp:revision>
  <dcterms:created xsi:type="dcterms:W3CDTF">2025-12-11T06:11:00Z</dcterms:created>
  <dcterms:modified xsi:type="dcterms:W3CDTF">2025-12-16T14:19:38Z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网易云歌单数据解码：播放量飙升的隐藏公式","ContentProducer":"001191110108MACG2KBH8F10000","ProduceID":"d4t5vsqebk42ro2c8qo0","ReservedCode1":"","ContentPropagator":"001191110108MACG2KBH8F20000","PropagateID":"d4t5vsqebk42ro2c8qo0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29B4FE391E344EF784A0F6669F346EAE_13</vt:lpwstr>
  </property>
</Properties>
</file>