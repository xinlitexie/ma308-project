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00.xml" ContentType="application/vnd.openxmlformats-officedocument.presentationml.tags+xml"/>
  <Override PartName="/ppt/tags/tag1001.xml" ContentType="application/vnd.openxmlformats-officedocument.presentationml.tags+xml"/>
  <Override PartName="/ppt/tags/tag1002.xml" ContentType="application/vnd.openxmlformats-officedocument.presentationml.tags+xml"/>
  <Override PartName="/ppt/tags/tag1003.xml" ContentType="application/vnd.openxmlformats-officedocument.presentationml.tags+xml"/>
  <Override PartName="/ppt/tags/tag1004.xml" ContentType="application/vnd.openxmlformats-officedocument.presentationml.tags+xml"/>
  <Override PartName="/ppt/tags/tag1005.xml" ContentType="application/vnd.openxmlformats-officedocument.presentationml.tags+xml"/>
  <Override PartName="/ppt/tags/tag1006.xml" ContentType="application/vnd.openxmlformats-officedocument.presentationml.tags+xml"/>
  <Override PartName="/ppt/tags/tag1007.xml" ContentType="application/vnd.openxmlformats-officedocument.presentationml.tags+xml"/>
  <Override PartName="/ppt/tags/tag1008.xml" ContentType="application/vnd.openxmlformats-officedocument.presentationml.tags+xml"/>
  <Override PartName="/ppt/tags/tag1009.xml" ContentType="application/vnd.openxmlformats-officedocument.presentationml.tags+xml"/>
  <Override PartName="/ppt/tags/tag101.xml" ContentType="application/vnd.openxmlformats-officedocument.presentationml.tags+xml"/>
  <Override PartName="/ppt/tags/tag1010.xml" ContentType="application/vnd.openxmlformats-officedocument.presentationml.tags+xml"/>
  <Override PartName="/ppt/tags/tag1011.xml" ContentType="application/vnd.openxmlformats-officedocument.presentationml.tags+xml"/>
  <Override PartName="/ppt/tags/tag1012.xml" ContentType="application/vnd.openxmlformats-officedocument.presentationml.tags+xml"/>
  <Override PartName="/ppt/tags/tag1013.xml" ContentType="application/vnd.openxmlformats-officedocument.presentationml.tags+xml"/>
  <Override PartName="/ppt/tags/tag1014.xml" ContentType="application/vnd.openxmlformats-officedocument.presentationml.tags+xml"/>
  <Override PartName="/ppt/tags/tag1015.xml" ContentType="application/vnd.openxmlformats-officedocument.presentationml.tags+xml"/>
  <Override PartName="/ppt/tags/tag1016.xml" ContentType="application/vnd.openxmlformats-officedocument.presentationml.tags+xml"/>
  <Override PartName="/ppt/tags/tag1017.xml" ContentType="application/vnd.openxmlformats-officedocument.presentationml.tags+xml"/>
  <Override PartName="/ppt/tags/tag1018.xml" ContentType="application/vnd.openxmlformats-officedocument.presentationml.tags+xml"/>
  <Override PartName="/ppt/tags/tag1019.xml" ContentType="application/vnd.openxmlformats-officedocument.presentationml.tags+xml"/>
  <Override PartName="/ppt/tags/tag102.xml" ContentType="application/vnd.openxmlformats-officedocument.presentationml.tags+xml"/>
  <Override PartName="/ppt/tags/tag1020.xml" ContentType="application/vnd.openxmlformats-officedocument.presentationml.tags+xml"/>
  <Override PartName="/ppt/tags/tag1021.xml" ContentType="application/vnd.openxmlformats-officedocument.presentationml.tags+xml"/>
  <Override PartName="/ppt/tags/tag1022.xml" ContentType="application/vnd.openxmlformats-officedocument.presentationml.tags+xml"/>
  <Override PartName="/ppt/tags/tag1023.xml" ContentType="application/vnd.openxmlformats-officedocument.presentationml.tags+xml"/>
  <Override PartName="/ppt/tags/tag1024.xml" ContentType="application/vnd.openxmlformats-officedocument.presentationml.tags+xml"/>
  <Override PartName="/ppt/tags/tag1025.xml" ContentType="application/vnd.openxmlformats-officedocument.presentationml.tags+xml"/>
  <Override PartName="/ppt/tags/tag1026.xml" ContentType="application/vnd.openxmlformats-officedocument.presentationml.tags+xml"/>
  <Override PartName="/ppt/tags/tag1027.xml" ContentType="application/vnd.openxmlformats-officedocument.presentationml.tags+xml"/>
  <Override PartName="/ppt/tags/tag1028.xml" ContentType="application/vnd.openxmlformats-officedocument.presentationml.tags+xml"/>
  <Override PartName="/ppt/tags/tag1029.xml" ContentType="application/vnd.openxmlformats-officedocument.presentationml.tags+xml"/>
  <Override PartName="/ppt/tags/tag103.xml" ContentType="application/vnd.openxmlformats-officedocument.presentationml.tags+xml"/>
  <Override PartName="/ppt/tags/tag1030.xml" ContentType="application/vnd.openxmlformats-officedocument.presentationml.tags+xml"/>
  <Override PartName="/ppt/tags/tag1031.xml" ContentType="application/vnd.openxmlformats-officedocument.presentationml.tags+xml"/>
  <Override PartName="/ppt/tags/tag1032.xml" ContentType="application/vnd.openxmlformats-officedocument.presentationml.tags+xml"/>
  <Override PartName="/ppt/tags/tag1033.xml" ContentType="application/vnd.openxmlformats-officedocument.presentationml.tags+xml"/>
  <Override PartName="/ppt/tags/tag1034.xml" ContentType="application/vnd.openxmlformats-officedocument.presentationml.tags+xml"/>
  <Override PartName="/ppt/tags/tag1035.xml" ContentType="application/vnd.openxmlformats-officedocument.presentationml.tags+xml"/>
  <Override PartName="/ppt/tags/tag1036.xml" ContentType="application/vnd.openxmlformats-officedocument.presentationml.tags+xml"/>
  <Override PartName="/ppt/tags/tag1037.xml" ContentType="application/vnd.openxmlformats-officedocument.presentationml.tags+xml"/>
  <Override PartName="/ppt/tags/tag1038.xml" ContentType="application/vnd.openxmlformats-officedocument.presentationml.tags+xml"/>
  <Override PartName="/ppt/tags/tag1039.xml" ContentType="application/vnd.openxmlformats-officedocument.presentationml.tags+xml"/>
  <Override PartName="/ppt/tags/tag104.xml" ContentType="application/vnd.openxmlformats-officedocument.presentationml.tags+xml"/>
  <Override PartName="/ppt/tags/tag1040.xml" ContentType="application/vnd.openxmlformats-officedocument.presentationml.tags+xml"/>
  <Override PartName="/ppt/tags/tag1041.xml" ContentType="application/vnd.openxmlformats-officedocument.presentationml.tags+xml"/>
  <Override PartName="/ppt/tags/tag1042.xml" ContentType="application/vnd.openxmlformats-officedocument.presentationml.tags+xml"/>
  <Override PartName="/ppt/tags/tag1043.xml" ContentType="application/vnd.openxmlformats-officedocument.presentationml.tags+xml"/>
  <Override PartName="/ppt/tags/tag1044.xml" ContentType="application/vnd.openxmlformats-officedocument.presentationml.tags+xml"/>
  <Override PartName="/ppt/tags/tag1045.xml" ContentType="application/vnd.openxmlformats-officedocument.presentationml.tags+xml"/>
  <Override PartName="/ppt/tags/tag1046.xml" ContentType="application/vnd.openxmlformats-officedocument.presentationml.tags+xml"/>
  <Override PartName="/ppt/tags/tag1047.xml" ContentType="application/vnd.openxmlformats-officedocument.presentationml.tags+xml"/>
  <Override PartName="/ppt/tags/tag1048.xml" ContentType="application/vnd.openxmlformats-officedocument.presentationml.tags+xml"/>
  <Override PartName="/ppt/tags/tag1049.xml" ContentType="application/vnd.openxmlformats-officedocument.presentationml.tags+xml"/>
  <Override PartName="/ppt/tags/tag105.xml" ContentType="application/vnd.openxmlformats-officedocument.presentationml.tags+xml"/>
  <Override PartName="/ppt/tags/tag1050.xml" ContentType="application/vnd.openxmlformats-officedocument.presentationml.tags+xml"/>
  <Override PartName="/ppt/tags/tag1051.xml" ContentType="application/vnd.openxmlformats-officedocument.presentationml.tags+xml"/>
  <Override PartName="/ppt/tags/tag1052.xml" ContentType="application/vnd.openxmlformats-officedocument.presentationml.tags+xml"/>
  <Override PartName="/ppt/tags/tag1053.xml" ContentType="application/vnd.openxmlformats-officedocument.presentationml.tags+xml"/>
  <Override PartName="/ppt/tags/tag1054.xml" ContentType="application/vnd.openxmlformats-officedocument.presentationml.tags+xml"/>
  <Override PartName="/ppt/tags/tag1055.xml" ContentType="application/vnd.openxmlformats-officedocument.presentationml.tags+xml"/>
  <Override PartName="/ppt/tags/tag1056.xml" ContentType="application/vnd.openxmlformats-officedocument.presentationml.tags+xml"/>
  <Override PartName="/ppt/tags/tag1057.xml" ContentType="application/vnd.openxmlformats-officedocument.presentationml.tags+xml"/>
  <Override PartName="/ppt/tags/tag1058.xml" ContentType="application/vnd.openxmlformats-officedocument.presentationml.tags+xml"/>
  <Override PartName="/ppt/tags/tag1059.xml" ContentType="application/vnd.openxmlformats-officedocument.presentationml.tags+xml"/>
  <Override PartName="/ppt/tags/tag106.xml" ContentType="application/vnd.openxmlformats-officedocument.presentationml.tags+xml"/>
  <Override PartName="/ppt/tags/tag1060.xml" ContentType="application/vnd.openxmlformats-officedocument.presentationml.tags+xml"/>
  <Override PartName="/ppt/tags/tag1061.xml" ContentType="application/vnd.openxmlformats-officedocument.presentationml.tags+xml"/>
  <Override PartName="/ppt/tags/tag1062.xml" ContentType="application/vnd.openxmlformats-officedocument.presentationml.tags+xml"/>
  <Override PartName="/ppt/tags/tag1063.xml" ContentType="application/vnd.openxmlformats-officedocument.presentationml.tags+xml"/>
  <Override PartName="/ppt/tags/tag1064.xml" ContentType="application/vnd.openxmlformats-officedocument.presentationml.tags+xml"/>
  <Override PartName="/ppt/tags/tag1065.xml" ContentType="application/vnd.openxmlformats-officedocument.presentationml.tags+xml"/>
  <Override PartName="/ppt/tags/tag1066.xml" ContentType="application/vnd.openxmlformats-officedocument.presentationml.tags+xml"/>
  <Override PartName="/ppt/tags/tag1067.xml" ContentType="application/vnd.openxmlformats-officedocument.presentationml.tags+xml"/>
  <Override PartName="/ppt/tags/tag1068.xml" ContentType="application/vnd.openxmlformats-officedocument.presentationml.tags+xml"/>
  <Override PartName="/ppt/tags/tag1069.xml" ContentType="application/vnd.openxmlformats-officedocument.presentationml.tags+xml"/>
  <Override PartName="/ppt/tags/tag107.xml" ContentType="application/vnd.openxmlformats-officedocument.presentationml.tags+xml"/>
  <Override PartName="/ppt/tags/tag1070.xml" ContentType="application/vnd.openxmlformats-officedocument.presentationml.tags+xml"/>
  <Override PartName="/ppt/tags/tag1071.xml" ContentType="application/vnd.openxmlformats-officedocument.presentationml.tags+xml"/>
  <Override PartName="/ppt/tags/tag1072.xml" ContentType="application/vnd.openxmlformats-officedocument.presentationml.tags+xml"/>
  <Override PartName="/ppt/tags/tag1073.xml" ContentType="application/vnd.openxmlformats-officedocument.presentationml.tags+xml"/>
  <Override PartName="/ppt/tags/tag1074.xml" ContentType="application/vnd.openxmlformats-officedocument.presentationml.tags+xml"/>
  <Override PartName="/ppt/tags/tag1075.xml" ContentType="application/vnd.openxmlformats-officedocument.presentationml.tags+xml"/>
  <Override PartName="/ppt/tags/tag1076.xml" ContentType="application/vnd.openxmlformats-officedocument.presentationml.tags+xml"/>
  <Override PartName="/ppt/tags/tag1077.xml" ContentType="application/vnd.openxmlformats-officedocument.presentationml.tags+xml"/>
  <Override PartName="/ppt/tags/tag1078.xml" ContentType="application/vnd.openxmlformats-officedocument.presentationml.tags+xml"/>
  <Override PartName="/ppt/tags/tag1079.xml" ContentType="application/vnd.openxmlformats-officedocument.presentationml.tags+xml"/>
  <Override PartName="/ppt/tags/tag108.xml" ContentType="application/vnd.openxmlformats-officedocument.presentationml.tags+xml"/>
  <Override PartName="/ppt/tags/tag1080.xml" ContentType="application/vnd.openxmlformats-officedocument.presentationml.tags+xml"/>
  <Override PartName="/ppt/tags/tag1081.xml" ContentType="application/vnd.openxmlformats-officedocument.presentationml.tags+xml"/>
  <Override PartName="/ppt/tags/tag1082.xml" ContentType="application/vnd.openxmlformats-officedocument.presentationml.tags+xml"/>
  <Override PartName="/ppt/tags/tag1083.xml" ContentType="application/vnd.openxmlformats-officedocument.presentationml.tags+xml"/>
  <Override PartName="/ppt/tags/tag1084.xml" ContentType="application/vnd.openxmlformats-officedocument.presentationml.tags+xml"/>
  <Override PartName="/ppt/tags/tag1085.xml" ContentType="application/vnd.openxmlformats-officedocument.presentationml.tags+xml"/>
  <Override PartName="/ppt/tags/tag1086.xml" ContentType="application/vnd.openxmlformats-officedocument.presentationml.tags+xml"/>
  <Override PartName="/ppt/tags/tag1087.xml" ContentType="application/vnd.openxmlformats-officedocument.presentationml.tags+xml"/>
  <Override PartName="/ppt/tags/tag1088.xml" ContentType="application/vnd.openxmlformats-officedocument.presentationml.tags+xml"/>
  <Override PartName="/ppt/tags/tag1089.xml" ContentType="application/vnd.openxmlformats-officedocument.presentationml.tags+xml"/>
  <Override PartName="/ppt/tags/tag109.xml" ContentType="application/vnd.openxmlformats-officedocument.presentationml.tags+xml"/>
  <Override PartName="/ppt/tags/tag1090.xml" ContentType="application/vnd.openxmlformats-officedocument.presentationml.tags+xml"/>
  <Override PartName="/ppt/tags/tag1091.xml" ContentType="application/vnd.openxmlformats-officedocument.presentationml.tags+xml"/>
  <Override PartName="/ppt/tags/tag1092.xml" ContentType="application/vnd.openxmlformats-officedocument.presentationml.tags+xml"/>
  <Override PartName="/ppt/tags/tag1093.xml" ContentType="application/vnd.openxmlformats-officedocument.presentationml.tags+xml"/>
  <Override PartName="/ppt/tags/tag1094.xml" ContentType="application/vnd.openxmlformats-officedocument.presentationml.tags+xml"/>
  <Override PartName="/ppt/tags/tag1095.xml" ContentType="application/vnd.openxmlformats-officedocument.presentationml.tags+xml"/>
  <Override PartName="/ppt/tags/tag1096.xml" ContentType="application/vnd.openxmlformats-officedocument.presentationml.tags+xml"/>
  <Override PartName="/ppt/tags/tag1097.xml" ContentType="application/vnd.openxmlformats-officedocument.presentationml.tags+xml"/>
  <Override PartName="/ppt/tags/tag1098.xml" ContentType="application/vnd.openxmlformats-officedocument.presentationml.tags+xml"/>
  <Override PartName="/ppt/tags/tag109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00.xml" ContentType="application/vnd.openxmlformats-officedocument.presentationml.tags+xml"/>
  <Override PartName="/ppt/tags/tag1101.xml" ContentType="application/vnd.openxmlformats-officedocument.presentationml.tags+xml"/>
  <Override PartName="/ppt/tags/tag1102.xml" ContentType="application/vnd.openxmlformats-officedocument.presentationml.tags+xml"/>
  <Override PartName="/ppt/tags/tag1103.xml" ContentType="application/vnd.openxmlformats-officedocument.presentationml.tags+xml"/>
  <Override PartName="/ppt/tags/tag1104.xml" ContentType="application/vnd.openxmlformats-officedocument.presentationml.tags+xml"/>
  <Override PartName="/ppt/tags/tag1105.xml" ContentType="application/vnd.openxmlformats-officedocument.presentationml.tags+xml"/>
  <Override PartName="/ppt/tags/tag1106.xml" ContentType="application/vnd.openxmlformats-officedocument.presentationml.tags+xml"/>
  <Override PartName="/ppt/tags/tag1107.xml" ContentType="application/vnd.openxmlformats-officedocument.presentationml.tags+xml"/>
  <Override PartName="/ppt/tags/tag1108.xml" ContentType="application/vnd.openxmlformats-officedocument.presentationml.tags+xml"/>
  <Override PartName="/ppt/tags/tag1109.xml" ContentType="application/vnd.openxmlformats-officedocument.presentationml.tags+xml"/>
  <Override PartName="/ppt/tags/tag111.xml" ContentType="application/vnd.openxmlformats-officedocument.presentationml.tags+xml"/>
  <Override PartName="/ppt/tags/tag1110.xml" ContentType="application/vnd.openxmlformats-officedocument.presentationml.tags+xml"/>
  <Override PartName="/ppt/tags/tag1111.xml" ContentType="application/vnd.openxmlformats-officedocument.presentationml.tags+xml"/>
  <Override PartName="/ppt/tags/tag1112.xml" ContentType="application/vnd.openxmlformats-officedocument.presentationml.tags+xml"/>
  <Override PartName="/ppt/tags/tag1113.xml" ContentType="application/vnd.openxmlformats-officedocument.presentationml.tags+xml"/>
  <Override PartName="/ppt/tags/tag1114.xml" ContentType="application/vnd.openxmlformats-officedocument.presentationml.tags+xml"/>
  <Override PartName="/ppt/tags/tag1115.xml" ContentType="application/vnd.openxmlformats-officedocument.presentationml.tags+xml"/>
  <Override PartName="/ppt/tags/tag1116.xml" ContentType="application/vnd.openxmlformats-officedocument.presentationml.tags+xml"/>
  <Override PartName="/ppt/tags/tag1117.xml" ContentType="application/vnd.openxmlformats-officedocument.presentationml.tags+xml"/>
  <Override PartName="/ppt/tags/tag1118.xml" ContentType="application/vnd.openxmlformats-officedocument.presentationml.tags+xml"/>
  <Override PartName="/ppt/tags/tag1119.xml" ContentType="application/vnd.openxmlformats-officedocument.presentationml.tags+xml"/>
  <Override PartName="/ppt/tags/tag112.xml" ContentType="application/vnd.openxmlformats-officedocument.presentationml.tags+xml"/>
  <Override PartName="/ppt/tags/tag1120.xml" ContentType="application/vnd.openxmlformats-officedocument.presentationml.tags+xml"/>
  <Override PartName="/ppt/tags/tag1121.xml" ContentType="application/vnd.openxmlformats-officedocument.presentationml.tags+xml"/>
  <Override PartName="/ppt/tags/tag1122.xml" ContentType="application/vnd.openxmlformats-officedocument.presentationml.tags+xml"/>
  <Override PartName="/ppt/tags/tag1123.xml" ContentType="application/vnd.openxmlformats-officedocument.presentationml.tags+xml"/>
  <Override PartName="/ppt/tags/tag1124.xml" ContentType="application/vnd.openxmlformats-officedocument.presentationml.tags+xml"/>
  <Override PartName="/ppt/tags/tag1125.xml" ContentType="application/vnd.openxmlformats-officedocument.presentationml.tags+xml"/>
  <Override PartName="/ppt/tags/tag1126.xml" ContentType="application/vnd.openxmlformats-officedocument.presentationml.tags+xml"/>
  <Override PartName="/ppt/tags/tag1127.xml" ContentType="application/vnd.openxmlformats-officedocument.presentationml.tags+xml"/>
  <Override PartName="/ppt/tags/tag1128.xml" ContentType="application/vnd.openxmlformats-officedocument.presentationml.tags+xml"/>
  <Override PartName="/ppt/tags/tag1129.xml" ContentType="application/vnd.openxmlformats-officedocument.presentationml.tags+xml"/>
  <Override PartName="/ppt/tags/tag113.xml" ContentType="application/vnd.openxmlformats-officedocument.presentationml.tags+xml"/>
  <Override PartName="/ppt/tags/tag1130.xml" ContentType="application/vnd.openxmlformats-officedocument.presentationml.tags+xml"/>
  <Override PartName="/ppt/tags/tag1131.xml" ContentType="application/vnd.openxmlformats-officedocument.presentationml.tags+xml"/>
  <Override PartName="/ppt/tags/tag1132.xml" ContentType="application/vnd.openxmlformats-officedocument.presentationml.tags+xml"/>
  <Override PartName="/ppt/tags/tag1133.xml" ContentType="application/vnd.openxmlformats-officedocument.presentationml.tags+xml"/>
  <Override PartName="/ppt/tags/tag1134.xml" ContentType="application/vnd.openxmlformats-officedocument.presentationml.tags+xml"/>
  <Override PartName="/ppt/tags/tag1135.xml" ContentType="application/vnd.openxmlformats-officedocument.presentationml.tags+xml"/>
  <Override PartName="/ppt/tags/tag1136.xml" ContentType="application/vnd.openxmlformats-officedocument.presentationml.tags+xml"/>
  <Override PartName="/ppt/tags/tag1137.xml" ContentType="application/vnd.openxmlformats-officedocument.presentationml.tags+xml"/>
  <Override PartName="/ppt/tags/tag1138.xml" ContentType="application/vnd.openxmlformats-officedocument.presentationml.tags+xml"/>
  <Override PartName="/ppt/tags/tag1139.xml" ContentType="application/vnd.openxmlformats-officedocument.presentationml.tags+xml"/>
  <Override PartName="/ppt/tags/tag114.xml" ContentType="application/vnd.openxmlformats-officedocument.presentationml.tags+xml"/>
  <Override PartName="/ppt/tags/tag1140.xml" ContentType="application/vnd.openxmlformats-officedocument.presentationml.tags+xml"/>
  <Override PartName="/ppt/tags/tag1141.xml" ContentType="application/vnd.openxmlformats-officedocument.presentationml.tags+xml"/>
  <Override PartName="/ppt/tags/tag1142.xml" ContentType="application/vnd.openxmlformats-officedocument.presentationml.tags+xml"/>
  <Override PartName="/ppt/tags/tag1143.xml" ContentType="application/vnd.openxmlformats-officedocument.presentationml.tags+xml"/>
  <Override PartName="/ppt/tags/tag1144.xml" ContentType="application/vnd.openxmlformats-officedocument.presentationml.tags+xml"/>
  <Override PartName="/ppt/tags/tag1145.xml" ContentType="application/vnd.openxmlformats-officedocument.presentationml.tags+xml"/>
  <Override PartName="/ppt/tags/tag1146.xml" ContentType="application/vnd.openxmlformats-officedocument.presentationml.tags+xml"/>
  <Override PartName="/ppt/tags/tag1147.xml" ContentType="application/vnd.openxmlformats-officedocument.presentationml.tags+xml"/>
  <Override PartName="/ppt/tags/tag1148.xml" ContentType="application/vnd.openxmlformats-officedocument.presentationml.tags+xml"/>
  <Override PartName="/ppt/tags/tag1149.xml" ContentType="application/vnd.openxmlformats-officedocument.presentationml.tags+xml"/>
  <Override PartName="/ppt/tags/tag115.xml" ContentType="application/vnd.openxmlformats-officedocument.presentationml.tags+xml"/>
  <Override PartName="/ppt/tags/tag1150.xml" ContentType="application/vnd.openxmlformats-officedocument.presentationml.tags+xml"/>
  <Override PartName="/ppt/tags/tag1151.xml" ContentType="application/vnd.openxmlformats-officedocument.presentationml.tags+xml"/>
  <Override PartName="/ppt/tags/tag1152.xml" ContentType="application/vnd.openxmlformats-officedocument.presentationml.tags+xml"/>
  <Override PartName="/ppt/tags/tag1153.xml" ContentType="application/vnd.openxmlformats-officedocument.presentationml.tags+xml"/>
  <Override PartName="/ppt/tags/tag1154.xml" ContentType="application/vnd.openxmlformats-officedocument.presentationml.tags+xml"/>
  <Override PartName="/ppt/tags/tag1155.xml" ContentType="application/vnd.openxmlformats-officedocument.presentationml.tags+xml"/>
  <Override PartName="/ppt/tags/tag1156.xml" ContentType="application/vnd.openxmlformats-officedocument.presentationml.tags+xml"/>
  <Override PartName="/ppt/tags/tag1157.xml" ContentType="application/vnd.openxmlformats-officedocument.presentationml.tags+xml"/>
  <Override PartName="/ppt/tags/tag1158.xml" ContentType="application/vnd.openxmlformats-officedocument.presentationml.tags+xml"/>
  <Override PartName="/ppt/tags/tag1159.xml" ContentType="application/vnd.openxmlformats-officedocument.presentationml.tags+xml"/>
  <Override PartName="/ppt/tags/tag116.xml" ContentType="application/vnd.openxmlformats-officedocument.presentationml.tags+xml"/>
  <Override PartName="/ppt/tags/tag1160.xml" ContentType="application/vnd.openxmlformats-officedocument.presentationml.tags+xml"/>
  <Override PartName="/ppt/tags/tag1161.xml" ContentType="application/vnd.openxmlformats-officedocument.presentationml.tags+xml"/>
  <Override PartName="/ppt/tags/tag1162.xml" ContentType="application/vnd.openxmlformats-officedocument.presentationml.tags+xml"/>
  <Override PartName="/ppt/tags/tag1163.xml" ContentType="application/vnd.openxmlformats-officedocument.presentationml.tags+xml"/>
  <Override PartName="/ppt/tags/tag1164.xml" ContentType="application/vnd.openxmlformats-officedocument.presentationml.tags+xml"/>
  <Override PartName="/ppt/tags/tag1165.xml" ContentType="application/vnd.openxmlformats-officedocument.presentationml.tags+xml"/>
  <Override PartName="/ppt/tags/tag1166.xml" ContentType="application/vnd.openxmlformats-officedocument.presentationml.tags+xml"/>
  <Override PartName="/ppt/tags/tag1167.xml" ContentType="application/vnd.openxmlformats-officedocument.presentationml.tags+xml"/>
  <Override PartName="/ppt/tags/tag1168.xml" ContentType="application/vnd.openxmlformats-officedocument.presentationml.tags+xml"/>
  <Override PartName="/ppt/tags/tag1169.xml" ContentType="application/vnd.openxmlformats-officedocument.presentationml.tags+xml"/>
  <Override PartName="/ppt/tags/tag117.xml" ContentType="application/vnd.openxmlformats-officedocument.presentationml.tags+xml"/>
  <Override PartName="/ppt/tags/tag1170.xml" ContentType="application/vnd.openxmlformats-officedocument.presentationml.tags+xml"/>
  <Override PartName="/ppt/tags/tag1171.xml" ContentType="application/vnd.openxmlformats-officedocument.presentationml.tags+xml"/>
  <Override PartName="/ppt/tags/tag1172.xml" ContentType="application/vnd.openxmlformats-officedocument.presentationml.tags+xml"/>
  <Override PartName="/ppt/tags/tag1173.xml" ContentType="application/vnd.openxmlformats-officedocument.presentationml.tags+xml"/>
  <Override PartName="/ppt/tags/tag1174.xml" ContentType="application/vnd.openxmlformats-officedocument.presentationml.tags+xml"/>
  <Override PartName="/ppt/tags/tag1175.xml" ContentType="application/vnd.openxmlformats-officedocument.presentationml.tags+xml"/>
  <Override PartName="/ppt/tags/tag1176.xml" ContentType="application/vnd.openxmlformats-officedocument.presentationml.tags+xml"/>
  <Override PartName="/ppt/tags/tag1177.xml" ContentType="application/vnd.openxmlformats-officedocument.presentationml.tags+xml"/>
  <Override PartName="/ppt/tags/tag1178.xml" ContentType="application/vnd.openxmlformats-officedocument.presentationml.tags+xml"/>
  <Override PartName="/ppt/tags/tag1179.xml" ContentType="application/vnd.openxmlformats-officedocument.presentationml.tags+xml"/>
  <Override PartName="/ppt/tags/tag118.xml" ContentType="application/vnd.openxmlformats-officedocument.presentationml.tags+xml"/>
  <Override PartName="/ppt/tags/tag1180.xml" ContentType="application/vnd.openxmlformats-officedocument.presentationml.tags+xml"/>
  <Override PartName="/ppt/tags/tag1181.xml" ContentType="application/vnd.openxmlformats-officedocument.presentationml.tags+xml"/>
  <Override PartName="/ppt/tags/tag1182.xml" ContentType="application/vnd.openxmlformats-officedocument.presentationml.tags+xml"/>
  <Override PartName="/ppt/tags/tag1183.xml" ContentType="application/vnd.openxmlformats-officedocument.presentationml.tags+xml"/>
  <Override PartName="/ppt/tags/tag1184.xml" ContentType="application/vnd.openxmlformats-officedocument.presentationml.tags+xml"/>
  <Override PartName="/ppt/tags/tag1185.xml" ContentType="application/vnd.openxmlformats-officedocument.presentationml.tags+xml"/>
  <Override PartName="/ppt/tags/tag1186.xml" ContentType="application/vnd.openxmlformats-officedocument.presentationml.tags+xml"/>
  <Override PartName="/ppt/tags/tag1187.xml" ContentType="application/vnd.openxmlformats-officedocument.presentationml.tags+xml"/>
  <Override PartName="/ppt/tags/tag1188.xml" ContentType="application/vnd.openxmlformats-officedocument.presentationml.tags+xml"/>
  <Override PartName="/ppt/tags/tag1189.xml" ContentType="application/vnd.openxmlformats-officedocument.presentationml.tags+xml"/>
  <Override PartName="/ppt/tags/tag119.xml" ContentType="application/vnd.openxmlformats-officedocument.presentationml.tags+xml"/>
  <Override PartName="/ppt/tags/tag1190.xml" ContentType="application/vnd.openxmlformats-officedocument.presentationml.tags+xml"/>
  <Override PartName="/ppt/tags/tag1191.xml" ContentType="application/vnd.openxmlformats-officedocument.presentationml.tags+xml"/>
  <Override PartName="/ppt/tags/tag1192.xml" ContentType="application/vnd.openxmlformats-officedocument.presentationml.tags+xml"/>
  <Override PartName="/ppt/tags/tag1193.xml" ContentType="application/vnd.openxmlformats-officedocument.presentationml.tags+xml"/>
  <Override PartName="/ppt/tags/tag1194.xml" ContentType="application/vnd.openxmlformats-officedocument.presentationml.tags+xml"/>
  <Override PartName="/ppt/tags/tag1195.xml" ContentType="application/vnd.openxmlformats-officedocument.presentationml.tags+xml"/>
  <Override PartName="/ppt/tags/tag1196.xml" ContentType="application/vnd.openxmlformats-officedocument.presentationml.tags+xml"/>
  <Override PartName="/ppt/tags/tag1197.xml" ContentType="application/vnd.openxmlformats-officedocument.presentationml.tags+xml"/>
  <Override PartName="/ppt/tags/tag1198.xml" ContentType="application/vnd.openxmlformats-officedocument.presentationml.tags+xml"/>
  <Override PartName="/ppt/tags/tag119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00.xml" ContentType="application/vnd.openxmlformats-officedocument.presentationml.tags+xml"/>
  <Override PartName="/ppt/tags/tag1201.xml" ContentType="application/vnd.openxmlformats-officedocument.presentationml.tags+xml"/>
  <Override PartName="/ppt/tags/tag1202.xml" ContentType="application/vnd.openxmlformats-officedocument.presentationml.tags+xml"/>
  <Override PartName="/ppt/tags/tag1203.xml" ContentType="application/vnd.openxmlformats-officedocument.presentationml.tags+xml"/>
  <Override PartName="/ppt/tags/tag1204.xml" ContentType="application/vnd.openxmlformats-officedocument.presentationml.tags+xml"/>
  <Override PartName="/ppt/tags/tag1205.xml" ContentType="application/vnd.openxmlformats-officedocument.presentationml.tags+xml"/>
  <Override PartName="/ppt/tags/tag1206.xml" ContentType="application/vnd.openxmlformats-officedocument.presentationml.tags+xml"/>
  <Override PartName="/ppt/tags/tag1207.xml" ContentType="application/vnd.openxmlformats-officedocument.presentationml.tags+xml"/>
  <Override PartName="/ppt/tags/tag1208.xml" ContentType="application/vnd.openxmlformats-officedocument.presentationml.tags+xml"/>
  <Override PartName="/ppt/tags/tag1209.xml" ContentType="application/vnd.openxmlformats-officedocument.presentationml.tags+xml"/>
  <Override PartName="/ppt/tags/tag121.xml" ContentType="application/vnd.openxmlformats-officedocument.presentationml.tags+xml"/>
  <Override PartName="/ppt/tags/tag1210.xml" ContentType="application/vnd.openxmlformats-officedocument.presentationml.tags+xml"/>
  <Override PartName="/ppt/tags/tag1211.xml" ContentType="application/vnd.openxmlformats-officedocument.presentationml.tags+xml"/>
  <Override PartName="/ppt/tags/tag1212.xml" ContentType="application/vnd.openxmlformats-officedocument.presentationml.tags+xml"/>
  <Override PartName="/ppt/tags/tag1213.xml" ContentType="application/vnd.openxmlformats-officedocument.presentationml.tags+xml"/>
  <Override PartName="/ppt/tags/tag1214.xml" ContentType="application/vnd.openxmlformats-officedocument.presentationml.tags+xml"/>
  <Override PartName="/ppt/tags/tag1215.xml" ContentType="application/vnd.openxmlformats-officedocument.presentationml.tags+xml"/>
  <Override PartName="/ppt/tags/tag1216.xml" ContentType="application/vnd.openxmlformats-officedocument.presentationml.tags+xml"/>
  <Override PartName="/ppt/tags/tag1217.xml" ContentType="application/vnd.openxmlformats-officedocument.presentationml.tags+xml"/>
  <Override PartName="/ppt/tags/tag1218.xml" ContentType="application/vnd.openxmlformats-officedocument.presentationml.tags+xml"/>
  <Override PartName="/ppt/tags/tag1219.xml" ContentType="application/vnd.openxmlformats-officedocument.presentationml.tags+xml"/>
  <Override PartName="/ppt/tags/tag122.xml" ContentType="application/vnd.openxmlformats-officedocument.presentationml.tags+xml"/>
  <Override PartName="/ppt/tags/tag1220.xml" ContentType="application/vnd.openxmlformats-officedocument.presentationml.tags+xml"/>
  <Override PartName="/ppt/tags/tag1221.xml" ContentType="application/vnd.openxmlformats-officedocument.presentationml.tags+xml"/>
  <Override PartName="/ppt/tags/tag1222.xml" ContentType="application/vnd.openxmlformats-officedocument.presentationml.tags+xml"/>
  <Override PartName="/ppt/tags/tag1223.xml" ContentType="application/vnd.openxmlformats-officedocument.presentationml.tags+xml"/>
  <Override PartName="/ppt/tags/tag1224.xml" ContentType="application/vnd.openxmlformats-officedocument.presentationml.tags+xml"/>
  <Override PartName="/ppt/tags/tag1225.xml" ContentType="application/vnd.openxmlformats-officedocument.presentationml.tags+xml"/>
  <Override PartName="/ppt/tags/tag1226.xml" ContentType="application/vnd.openxmlformats-officedocument.presentationml.tags+xml"/>
  <Override PartName="/ppt/tags/tag1227.xml" ContentType="application/vnd.openxmlformats-officedocument.presentationml.tags+xml"/>
  <Override PartName="/ppt/tags/tag1228.xml" ContentType="application/vnd.openxmlformats-officedocument.presentationml.tags+xml"/>
  <Override PartName="/ppt/tags/tag1229.xml" ContentType="application/vnd.openxmlformats-officedocument.presentationml.tags+xml"/>
  <Override PartName="/ppt/tags/tag123.xml" ContentType="application/vnd.openxmlformats-officedocument.presentationml.tags+xml"/>
  <Override PartName="/ppt/tags/tag1230.xml" ContentType="application/vnd.openxmlformats-officedocument.presentationml.tags+xml"/>
  <Override PartName="/ppt/tags/tag1231.xml" ContentType="application/vnd.openxmlformats-officedocument.presentationml.tags+xml"/>
  <Override PartName="/ppt/tags/tag1232.xml" ContentType="application/vnd.openxmlformats-officedocument.presentationml.tags+xml"/>
  <Override PartName="/ppt/tags/tag1233.xml" ContentType="application/vnd.openxmlformats-officedocument.presentationml.tags+xml"/>
  <Override PartName="/ppt/tags/tag1234.xml" ContentType="application/vnd.openxmlformats-officedocument.presentationml.tags+xml"/>
  <Override PartName="/ppt/tags/tag1235.xml" ContentType="application/vnd.openxmlformats-officedocument.presentationml.tags+xml"/>
  <Override PartName="/ppt/tags/tag1236.xml" ContentType="application/vnd.openxmlformats-officedocument.presentationml.tags+xml"/>
  <Override PartName="/ppt/tags/tag1237.xml" ContentType="application/vnd.openxmlformats-officedocument.presentationml.tags+xml"/>
  <Override PartName="/ppt/tags/tag1238.xml" ContentType="application/vnd.openxmlformats-officedocument.presentationml.tags+xml"/>
  <Override PartName="/ppt/tags/tag1239.xml" ContentType="application/vnd.openxmlformats-officedocument.presentationml.tags+xml"/>
  <Override PartName="/ppt/tags/tag124.xml" ContentType="application/vnd.openxmlformats-officedocument.presentationml.tags+xml"/>
  <Override PartName="/ppt/tags/tag1240.xml" ContentType="application/vnd.openxmlformats-officedocument.presentationml.tags+xml"/>
  <Override PartName="/ppt/tags/tag1241.xml" ContentType="application/vnd.openxmlformats-officedocument.presentationml.tags+xml"/>
  <Override PartName="/ppt/tags/tag1242.xml" ContentType="application/vnd.openxmlformats-officedocument.presentationml.tags+xml"/>
  <Override PartName="/ppt/tags/tag1243.xml" ContentType="application/vnd.openxmlformats-officedocument.presentationml.tags+xml"/>
  <Override PartName="/ppt/tags/tag1244.xml" ContentType="application/vnd.openxmlformats-officedocument.presentationml.tags+xml"/>
  <Override PartName="/ppt/tags/tag1245.xml" ContentType="application/vnd.openxmlformats-officedocument.presentationml.tags+xml"/>
  <Override PartName="/ppt/tags/tag1246.xml" ContentType="application/vnd.openxmlformats-officedocument.presentationml.tags+xml"/>
  <Override PartName="/ppt/tags/tag1247.xml" ContentType="application/vnd.openxmlformats-officedocument.presentationml.tags+xml"/>
  <Override PartName="/ppt/tags/tag1248.xml" ContentType="application/vnd.openxmlformats-officedocument.presentationml.tags+xml"/>
  <Override PartName="/ppt/tags/tag1249.xml" ContentType="application/vnd.openxmlformats-officedocument.presentationml.tags+xml"/>
  <Override PartName="/ppt/tags/tag125.xml" ContentType="application/vnd.openxmlformats-officedocument.presentationml.tags+xml"/>
  <Override PartName="/ppt/tags/tag1250.xml" ContentType="application/vnd.openxmlformats-officedocument.presentationml.tags+xml"/>
  <Override PartName="/ppt/tags/tag1251.xml" ContentType="application/vnd.openxmlformats-officedocument.presentationml.tags+xml"/>
  <Override PartName="/ppt/tags/tag1252.xml" ContentType="application/vnd.openxmlformats-officedocument.presentationml.tags+xml"/>
  <Override PartName="/ppt/tags/tag1253.xml" ContentType="application/vnd.openxmlformats-officedocument.presentationml.tags+xml"/>
  <Override PartName="/ppt/tags/tag1254.xml" ContentType="application/vnd.openxmlformats-officedocument.presentationml.tags+xml"/>
  <Override PartName="/ppt/tags/tag1255.xml" ContentType="application/vnd.openxmlformats-officedocument.presentationml.tags+xml"/>
  <Override PartName="/ppt/tags/tag1256.xml" ContentType="application/vnd.openxmlformats-officedocument.presentationml.tags+xml"/>
  <Override PartName="/ppt/tags/tag1257.xml" ContentType="application/vnd.openxmlformats-officedocument.presentationml.tags+xml"/>
  <Override PartName="/ppt/tags/tag1258.xml" ContentType="application/vnd.openxmlformats-officedocument.presentationml.tags+xml"/>
  <Override PartName="/ppt/tags/tag1259.xml" ContentType="application/vnd.openxmlformats-officedocument.presentationml.tags+xml"/>
  <Override PartName="/ppt/tags/tag126.xml" ContentType="application/vnd.openxmlformats-officedocument.presentationml.tags+xml"/>
  <Override PartName="/ppt/tags/tag1260.xml" ContentType="application/vnd.openxmlformats-officedocument.presentationml.tags+xml"/>
  <Override PartName="/ppt/tags/tag1261.xml" ContentType="application/vnd.openxmlformats-officedocument.presentationml.tags+xml"/>
  <Override PartName="/ppt/tags/tag1262.xml" ContentType="application/vnd.openxmlformats-officedocument.presentationml.tags+xml"/>
  <Override PartName="/ppt/tags/tag1263.xml" ContentType="application/vnd.openxmlformats-officedocument.presentationml.tags+xml"/>
  <Override PartName="/ppt/tags/tag1264.xml" ContentType="application/vnd.openxmlformats-officedocument.presentationml.tags+xml"/>
  <Override PartName="/ppt/tags/tag1265.xml" ContentType="application/vnd.openxmlformats-officedocument.presentationml.tags+xml"/>
  <Override PartName="/ppt/tags/tag1266.xml" ContentType="application/vnd.openxmlformats-officedocument.presentationml.tags+xml"/>
  <Override PartName="/ppt/tags/tag1267.xml" ContentType="application/vnd.openxmlformats-officedocument.presentationml.tags+xml"/>
  <Override PartName="/ppt/tags/tag1268.xml" ContentType="application/vnd.openxmlformats-officedocument.presentationml.tags+xml"/>
  <Override PartName="/ppt/tags/tag1269.xml" ContentType="application/vnd.openxmlformats-officedocument.presentationml.tags+xml"/>
  <Override PartName="/ppt/tags/tag127.xml" ContentType="application/vnd.openxmlformats-officedocument.presentationml.tags+xml"/>
  <Override PartName="/ppt/tags/tag1270.xml" ContentType="application/vnd.openxmlformats-officedocument.presentationml.tags+xml"/>
  <Override PartName="/ppt/tags/tag1271.xml" ContentType="application/vnd.openxmlformats-officedocument.presentationml.tags+xml"/>
  <Override PartName="/ppt/tags/tag1272.xml" ContentType="application/vnd.openxmlformats-officedocument.presentationml.tags+xml"/>
  <Override PartName="/ppt/tags/tag1273.xml" ContentType="application/vnd.openxmlformats-officedocument.presentationml.tags+xml"/>
  <Override PartName="/ppt/tags/tag1274.xml" ContentType="application/vnd.openxmlformats-officedocument.presentationml.tags+xml"/>
  <Override PartName="/ppt/tags/tag1275.xml" ContentType="application/vnd.openxmlformats-officedocument.presentationml.tags+xml"/>
  <Override PartName="/ppt/tags/tag1276.xml" ContentType="application/vnd.openxmlformats-officedocument.presentationml.tags+xml"/>
  <Override PartName="/ppt/tags/tag1277.xml" ContentType="application/vnd.openxmlformats-officedocument.presentationml.tags+xml"/>
  <Override PartName="/ppt/tags/tag1278.xml" ContentType="application/vnd.openxmlformats-officedocument.presentationml.tags+xml"/>
  <Override PartName="/ppt/tags/tag1279.xml" ContentType="application/vnd.openxmlformats-officedocument.presentationml.tags+xml"/>
  <Override PartName="/ppt/tags/tag128.xml" ContentType="application/vnd.openxmlformats-officedocument.presentationml.tags+xml"/>
  <Override PartName="/ppt/tags/tag1280.xml" ContentType="application/vnd.openxmlformats-officedocument.presentationml.tags+xml"/>
  <Override PartName="/ppt/tags/tag1281.xml" ContentType="application/vnd.openxmlformats-officedocument.presentationml.tags+xml"/>
  <Override PartName="/ppt/tags/tag1282.xml" ContentType="application/vnd.openxmlformats-officedocument.presentationml.tags+xml"/>
  <Override PartName="/ppt/tags/tag1283.xml" ContentType="application/vnd.openxmlformats-officedocument.presentationml.tags+xml"/>
  <Override PartName="/ppt/tags/tag1284.xml" ContentType="application/vnd.openxmlformats-officedocument.presentationml.tags+xml"/>
  <Override PartName="/ppt/tags/tag1285.xml" ContentType="application/vnd.openxmlformats-officedocument.presentationml.tags+xml"/>
  <Override PartName="/ppt/tags/tag1286.xml" ContentType="application/vnd.openxmlformats-officedocument.presentationml.tags+xml"/>
  <Override PartName="/ppt/tags/tag1287.xml" ContentType="application/vnd.openxmlformats-officedocument.presentationml.tags+xml"/>
  <Override PartName="/ppt/tags/tag1288.xml" ContentType="application/vnd.openxmlformats-officedocument.presentationml.tags+xml"/>
  <Override PartName="/ppt/tags/tag1289.xml" ContentType="application/vnd.openxmlformats-officedocument.presentationml.tags+xml"/>
  <Override PartName="/ppt/tags/tag129.xml" ContentType="application/vnd.openxmlformats-officedocument.presentationml.tags+xml"/>
  <Override PartName="/ppt/tags/tag1290.xml" ContentType="application/vnd.openxmlformats-officedocument.presentationml.tags+xml"/>
  <Override PartName="/ppt/tags/tag1291.xml" ContentType="application/vnd.openxmlformats-officedocument.presentationml.tags+xml"/>
  <Override PartName="/ppt/tags/tag1292.xml" ContentType="application/vnd.openxmlformats-officedocument.presentationml.tags+xml"/>
  <Override PartName="/ppt/tags/tag1293.xml" ContentType="application/vnd.openxmlformats-officedocument.presentationml.tags+xml"/>
  <Override PartName="/ppt/tags/tag1294.xml" ContentType="application/vnd.openxmlformats-officedocument.presentationml.tags+xml"/>
  <Override PartName="/ppt/tags/tag1295.xml" ContentType="application/vnd.openxmlformats-officedocument.presentationml.tags+xml"/>
  <Override PartName="/ppt/tags/tag1296.xml" ContentType="application/vnd.openxmlformats-officedocument.presentationml.tags+xml"/>
  <Override PartName="/ppt/tags/tag1297.xml" ContentType="application/vnd.openxmlformats-officedocument.presentationml.tags+xml"/>
  <Override PartName="/ppt/tags/tag1298.xml" ContentType="application/vnd.openxmlformats-officedocument.presentationml.tags+xml"/>
  <Override PartName="/ppt/tags/tag129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00.xml" ContentType="application/vnd.openxmlformats-officedocument.presentationml.tags+xml"/>
  <Override PartName="/ppt/tags/tag1301.xml" ContentType="application/vnd.openxmlformats-officedocument.presentationml.tags+xml"/>
  <Override PartName="/ppt/tags/tag1302.xml" ContentType="application/vnd.openxmlformats-officedocument.presentationml.tags+xml"/>
  <Override PartName="/ppt/tags/tag1303.xml" ContentType="application/vnd.openxmlformats-officedocument.presentationml.tags+xml"/>
  <Override PartName="/ppt/tags/tag1304.xml" ContentType="application/vnd.openxmlformats-officedocument.presentationml.tags+xml"/>
  <Override PartName="/ppt/tags/tag1305.xml" ContentType="application/vnd.openxmlformats-officedocument.presentationml.tags+xml"/>
  <Override PartName="/ppt/tags/tag1306.xml" ContentType="application/vnd.openxmlformats-officedocument.presentationml.tags+xml"/>
  <Override PartName="/ppt/tags/tag1307.xml" ContentType="application/vnd.openxmlformats-officedocument.presentationml.tags+xml"/>
  <Override PartName="/ppt/tags/tag1308.xml" ContentType="application/vnd.openxmlformats-officedocument.presentationml.tags+xml"/>
  <Override PartName="/ppt/tags/tag1309.xml" ContentType="application/vnd.openxmlformats-officedocument.presentationml.tags+xml"/>
  <Override PartName="/ppt/tags/tag131.xml" ContentType="application/vnd.openxmlformats-officedocument.presentationml.tags+xml"/>
  <Override PartName="/ppt/tags/tag1310.xml" ContentType="application/vnd.openxmlformats-officedocument.presentationml.tags+xml"/>
  <Override PartName="/ppt/tags/tag1311.xml" ContentType="application/vnd.openxmlformats-officedocument.presentationml.tags+xml"/>
  <Override PartName="/ppt/tags/tag1312.xml" ContentType="application/vnd.openxmlformats-officedocument.presentationml.tags+xml"/>
  <Override PartName="/ppt/tags/tag1313.xml" ContentType="application/vnd.openxmlformats-officedocument.presentationml.tags+xml"/>
  <Override PartName="/ppt/tags/tag1314.xml" ContentType="application/vnd.openxmlformats-officedocument.presentationml.tags+xml"/>
  <Override PartName="/ppt/tags/tag1315.xml" ContentType="application/vnd.openxmlformats-officedocument.presentationml.tags+xml"/>
  <Override PartName="/ppt/tags/tag1316.xml" ContentType="application/vnd.openxmlformats-officedocument.presentationml.tags+xml"/>
  <Override PartName="/ppt/tags/tag1317.xml" ContentType="application/vnd.openxmlformats-officedocument.presentationml.tags+xml"/>
  <Override PartName="/ppt/tags/tag1318.xml" ContentType="application/vnd.openxmlformats-officedocument.presentationml.tags+xml"/>
  <Override PartName="/ppt/tags/tag1319.xml" ContentType="application/vnd.openxmlformats-officedocument.presentationml.tags+xml"/>
  <Override PartName="/ppt/tags/tag132.xml" ContentType="application/vnd.openxmlformats-officedocument.presentationml.tags+xml"/>
  <Override PartName="/ppt/tags/tag1320.xml" ContentType="application/vnd.openxmlformats-officedocument.presentationml.tags+xml"/>
  <Override PartName="/ppt/tags/tag1321.xml" ContentType="application/vnd.openxmlformats-officedocument.presentationml.tags+xml"/>
  <Override PartName="/ppt/tags/tag1322.xml" ContentType="application/vnd.openxmlformats-officedocument.presentationml.tags+xml"/>
  <Override PartName="/ppt/tags/tag1323.xml" ContentType="application/vnd.openxmlformats-officedocument.presentationml.tags+xml"/>
  <Override PartName="/ppt/tags/tag1324.xml" ContentType="application/vnd.openxmlformats-officedocument.presentationml.tags+xml"/>
  <Override PartName="/ppt/tags/tag1325.xml" ContentType="application/vnd.openxmlformats-officedocument.presentationml.tags+xml"/>
  <Override PartName="/ppt/tags/tag1326.xml" ContentType="application/vnd.openxmlformats-officedocument.presentationml.tags+xml"/>
  <Override PartName="/ppt/tags/tag1327.xml" ContentType="application/vnd.openxmlformats-officedocument.presentationml.tags+xml"/>
  <Override PartName="/ppt/tags/tag1328.xml" ContentType="application/vnd.openxmlformats-officedocument.presentationml.tags+xml"/>
  <Override PartName="/ppt/tags/tag1329.xml" ContentType="application/vnd.openxmlformats-officedocument.presentationml.tags+xml"/>
  <Override PartName="/ppt/tags/tag133.xml" ContentType="application/vnd.openxmlformats-officedocument.presentationml.tags+xml"/>
  <Override PartName="/ppt/tags/tag1330.xml" ContentType="application/vnd.openxmlformats-officedocument.presentationml.tags+xml"/>
  <Override PartName="/ppt/tags/tag1331.xml" ContentType="application/vnd.openxmlformats-officedocument.presentationml.tags+xml"/>
  <Override PartName="/ppt/tags/tag1332.xml" ContentType="application/vnd.openxmlformats-officedocument.presentationml.tags+xml"/>
  <Override PartName="/ppt/tags/tag1333.xml" ContentType="application/vnd.openxmlformats-officedocument.presentationml.tags+xml"/>
  <Override PartName="/ppt/tags/tag1334.xml" ContentType="application/vnd.openxmlformats-officedocument.presentationml.tags+xml"/>
  <Override PartName="/ppt/tags/tag1335.xml" ContentType="application/vnd.openxmlformats-officedocument.presentationml.tags+xml"/>
  <Override PartName="/ppt/tags/tag1336.xml" ContentType="application/vnd.openxmlformats-officedocument.presentationml.tags+xml"/>
  <Override PartName="/ppt/tags/tag1337.xml" ContentType="application/vnd.openxmlformats-officedocument.presentationml.tags+xml"/>
  <Override PartName="/ppt/tags/tag1338.xml" ContentType="application/vnd.openxmlformats-officedocument.presentationml.tags+xml"/>
  <Override PartName="/ppt/tags/tag1339.xml" ContentType="application/vnd.openxmlformats-officedocument.presentationml.tags+xml"/>
  <Override PartName="/ppt/tags/tag134.xml" ContentType="application/vnd.openxmlformats-officedocument.presentationml.tags+xml"/>
  <Override PartName="/ppt/tags/tag1340.xml" ContentType="application/vnd.openxmlformats-officedocument.presentationml.tags+xml"/>
  <Override PartName="/ppt/tags/tag1341.xml" ContentType="application/vnd.openxmlformats-officedocument.presentationml.tags+xml"/>
  <Override PartName="/ppt/tags/tag1342.xml" ContentType="application/vnd.openxmlformats-officedocument.presentationml.tags+xml"/>
  <Override PartName="/ppt/tags/tag1343.xml" ContentType="application/vnd.openxmlformats-officedocument.presentationml.tags+xml"/>
  <Override PartName="/ppt/tags/tag1344.xml" ContentType="application/vnd.openxmlformats-officedocument.presentationml.tags+xml"/>
  <Override PartName="/ppt/tags/tag1345.xml" ContentType="application/vnd.openxmlformats-officedocument.presentationml.tags+xml"/>
  <Override PartName="/ppt/tags/tag1346.xml" ContentType="application/vnd.openxmlformats-officedocument.presentationml.tags+xml"/>
  <Override PartName="/ppt/tags/tag1347.xml" ContentType="application/vnd.openxmlformats-officedocument.presentationml.tags+xml"/>
  <Override PartName="/ppt/tags/tag1348.xml" ContentType="application/vnd.openxmlformats-officedocument.presentationml.tags+xml"/>
  <Override PartName="/ppt/tags/tag1349.xml" ContentType="application/vnd.openxmlformats-officedocument.presentationml.tags+xml"/>
  <Override PartName="/ppt/tags/tag135.xml" ContentType="application/vnd.openxmlformats-officedocument.presentationml.tags+xml"/>
  <Override PartName="/ppt/tags/tag1350.xml" ContentType="application/vnd.openxmlformats-officedocument.presentationml.tags+xml"/>
  <Override PartName="/ppt/tags/tag1351.xml" ContentType="application/vnd.openxmlformats-officedocument.presentationml.tags+xml"/>
  <Override PartName="/ppt/tags/tag1352.xml" ContentType="application/vnd.openxmlformats-officedocument.presentationml.tags+xml"/>
  <Override PartName="/ppt/tags/tag1353.xml" ContentType="application/vnd.openxmlformats-officedocument.presentationml.tags+xml"/>
  <Override PartName="/ppt/tags/tag1354.xml" ContentType="application/vnd.openxmlformats-officedocument.presentationml.tags+xml"/>
  <Override PartName="/ppt/tags/tag1355.xml" ContentType="application/vnd.openxmlformats-officedocument.presentationml.tags+xml"/>
  <Override PartName="/ppt/tags/tag1356.xml" ContentType="application/vnd.openxmlformats-officedocument.presentationml.tags+xml"/>
  <Override PartName="/ppt/tags/tag1357.xml" ContentType="application/vnd.openxmlformats-officedocument.presentationml.tags+xml"/>
  <Override PartName="/ppt/tags/tag1358.xml" ContentType="application/vnd.openxmlformats-officedocument.presentationml.tags+xml"/>
  <Override PartName="/ppt/tags/tag1359.xml" ContentType="application/vnd.openxmlformats-officedocument.presentationml.tags+xml"/>
  <Override PartName="/ppt/tags/tag136.xml" ContentType="application/vnd.openxmlformats-officedocument.presentationml.tags+xml"/>
  <Override PartName="/ppt/tags/tag1360.xml" ContentType="application/vnd.openxmlformats-officedocument.presentationml.tags+xml"/>
  <Override PartName="/ppt/tags/tag1361.xml" ContentType="application/vnd.openxmlformats-officedocument.presentationml.tags+xml"/>
  <Override PartName="/ppt/tags/tag1362.xml" ContentType="application/vnd.openxmlformats-officedocument.presentationml.tags+xml"/>
  <Override PartName="/ppt/tags/tag1363.xml" ContentType="application/vnd.openxmlformats-officedocument.presentationml.tags+xml"/>
  <Override PartName="/ppt/tags/tag1364.xml" ContentType="application/vnd.openxmlformats-officedocument.presentationml.tags+xml"/>
  <Override PartName="/ppt/tags/tag1365.xml" ContentType="application/vnd.openxmlformats-officedocument.presentationml.tags+xml"/>
  <Override PartName="/ppt/tags/tag1366.xml" ContentType="application/vnd.openxmlformats-officedocument.presentationml.tags+xml"/>
  <Override PartName="/ppt/tags/tag1367.xml" ContentType="application/vnd.openxmlformats-officedocument.presentationml.tags+xml"/>
  <Override PartName="/ppt/tags/tag1368.xml" ContentType="application/vnd.openxmlformats-officedocument.presentationml.tags+xml"/>
  <Override PartName="/ppt/tags/tag1369.xml" ContentType="application/vnd.openxmlformats-officedocument.presentationml.tags+xml"/>
  <Override PartName="/ppt/tags/tag137.xml" ContentType="application/vnd.openxmlformats-officedocument.presentationml.tags+xml"/>
  <Override PartName="/ppt/tags/tag1370.xml" ContentType="application/vnd.openxmlformats-officedocument.presentationml.tags+xml"/>
  <Override PartName="/ppt/tags/tag1371.xml" ContentType="application/vnd.openxmlformats-officedocument.presentationml.tags+xml"/>
  <Override PartName="/ppt/tags/tag1372.xml" ContentType="application/vnd.openxmlformats-officedocument.presentationml.tags+xml"/>
  <Override PartName="/ppt/tags/tag1373.xml" ContentType="application/vnd.openxmlformats-officedocument.presentationml.tags+xml"/>
  <Override PartName="/ppt/tags/tag1374.xml" ContentType="application/vnd.openxmlformats-officedocument.presentationml.tags+xml"/>
  <Override PartName="/ppt/tags/tag1375.xml" ContentType="application/vnd.openxmlformats-officedocument.presentationml.tags+xml"/>
  <Override PartName="/ppt/tags/tag1376.xml" ContentType="application/vnd.openxmlformats-officedocument.presentationml.tags+xml"/>
  <Override PartName="/ppt/tags/tag1377.xml" ContentType="application/vnd.openxmlformats-officedocument.presentationml.tags+xml"/>
  <Override PartName="/ppt/tags/tag1378.xml" ContentType="application/vnd.openxmlformats-officedocument.presentationml.tags+xml"/>
  <Override PartName="/ppt/tags/tag1379.xml" ContentType="application/vnd.openxmlformats-officedocument.presentationml.tags+xml"/>
  <Override PartName="/ppt/tags/tag138.xml" ContentType="application/vnd.openxmlformats-officedocument.presentationml.tags+xml"/>
  <Override PartName="/ppt/tags/tag1380.xml" ContentType="application/vnd.openxmlformats-officedocument.presentationml.tags+xml"/>
  <Override PartName="/ppt/tags/tag1381.xml" ContentType="application/vnd.openxmlformats-officedocument.presentationml.tags+xml"/>
  <Override PartName="/ppt/tags/tag1382.xml" ContentType="application/vnd.openxmlformats-officedocument.presentationml.tags+xml"/>
  <Override PartName="/ppt/tags/tag1383.xml" ContentType="application/vnd.openxmlformats-officedocument.presentationml.tags+xml"/>
  <Override PartName="/ppt/tags/tag1384.xml" ContentType="application/vnd.openxmlformats-officedocument.presentationml.tags+xml"/>
  <Override PartName="/ppt/tags/tag1385.xml" ContentType="application/vnd.openxmlformats-officedocument.presentationml.tags+xml"/>
  <Override PartName="/ppt/tags/tag1386.xml" ContentType="application/vnd.openxmlformats-officedocument.presentationml.tags+xml"/>
  <Override PartName="/ppt/tags/tag1387.xml" ContentType="application/vnd.openxmlformats-officedocument.presentationml.tags+xml"/>
  <Override PartName="/ppt/tags/tag1388.xml" ContentType="application/vnd.openxmlformats-officedocument.presentationml.tags+xml"/>
  <Override PartName="/ppt/tags/tag1389.xml" ContentType="application/vnd.openxmlformats-officedocument.presentationml.tags+xml"/>
  <Override PartName="/ppt/tags/tag139.xml" ContentType="application/vnd.openxmlformats-officedocument.presentationml.tags+xml"/>
  <Override PartName="/ppt/tags/tag1390.xml" ContentType="application/vnd.openxmlformats-officedocument.presentationml.tags+xml"/>
  <Override PartName="/ppt/tags/tag1391.xml" ContentType="application/vnd.openxmlformats-officedocument.presentationml.tags+xml"/>
  <Override PartName="/ppt/tags/tag1392.xml" ContentType="application/vnd.openxmlformats-officedocument.presentationml.tags+xml"/>
  <Override PartName="/ppt/tags/tag1393.xml" ContentType="application/vnd.openxmlformats-officedocument.presentationml.tags+xml"/>
  <Override PartName="/ppt/tags/tag1394.xml" ContentType="application/vnd.openxmlformats-officedocument.presentationml.tags+xml"/>
  <Override PartName="/ppt/tags/tag1395.xml" ContentType="application/vnd.openxmlformats-officedocument.presentationml.tags+xml"/>
  <Override PartName="/ppt/tags/tag1396.xml" ContentType="application/vnd.openxmlformats-officedocument.presentationml.tags+xml"/>
  <Override PartName="/ppt/tags/tag1397.xml" ContentType="application/vnd.openxmlformats-officedocument.presentationml.tags+xml"/>
  <Override PartName="/ppt/tags/tag1398.xml" ContentType="application/vnd.openxmlformats-officedocument.presentationml.tags+xml"/>
  <Override PartName="/ppt/tags/tag139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00.xml" ContentType="application/vnd.openxmlformats-officedocument.presentationml.tags+xml"/>
  <Override PartName="/ppt/tags/tag1401.xml" ContentType="application/vnd.openxmlformats-officedocument.presentationml.tags+xml"/>
  <Override PartName="/ppt/tags/tag1402.xml" ContentType="application/vnd.openxmlformats-officedocument.presentationml.tags+xml"/>
  <Override PartName="/ppt/tags/tag1403.xml" ContentType="application/vnd.openxmlformats-officedocument.presentationml.tags+xml"/>
  <Override PartName="/ppt/tags/tag1404.xml" ContentType="application/vnd.openxmlformats-officedocument.presentationml.tags+xml"/>
  <Override PartName="/ppt/tags/tag1405.xml" ContentType="application/vnd.openxmlformats-officedocument.presentationml.tags+xml"/>
  <Override PartName="/ppt/tags/tag1406.xml" ContentType="application/vnd.openxmlformats-officedocument.presentationml.tags+xml"/>
  <Override PartName="/ppt/tags/tag1407.xml" ContentType="application/vnd.openxmlformats-officedocument.presentationml.tags+xml"/>
  <Override PartName="/ppt/tags/tag1408.xml" ContentType="application/vnd.openxmlformats-officedocument.presentationml.tags+xml"/>
  <Override PartName="/ppt/tags/tag1409.xml" ContentType="application/vnd.openxmlformats-officedocument.presentationml.tags+xml"/>
  <Override PartName="/ppt/tags/tag141.xml" ContentType="application/vnd.openxmlformats-officedocument.presentationml.tags+xml"/>
  <Override PartName="/ppt/tags/tag1410.xml" ContentType="application/vnd.openxmlformats-officedocument.presentationml.tags+xml"/>
  <Override PartName="/ppt/tags/tag1411.xml" ContentType="application/vnd.openxmlformats-officedocument.presentationml.tags+xml"/>
  <Override PartName="/ppt/tags/tag1412.xml" ContentType="application/vnd.openxmlformats-officedocument.presentationml.tags+xml"/>
  <Override PartName="/ppt/tags/tag1413.xml" ContentType="application/vnd.openxmlformats-officedocument.presentationml.tags+xml"/>
  <Override PartName="/ppt/tags/tag1414.xml" ContentType="application/vnd.openxmlformats-officedocument.presentationml.tags+xml"/>
  <Override PartName="/ppt/tags/tag1415.xml" ContentType="application/vnd.openxmlformats-officedocument.presentationml.tags+xml"/>
  <Override PartName="/ppt/tags/tag1416.xml" ContentType="application/vnd.openxmlformats-officedocument.presentationml.tags+xml"/>
  <Override PartName="/ppt/tags/tag1417.xml" ContentType="application/vnd.openxmlformats-officedocument.presentationml.tags+xml"/>
  <Override PartName="/ppt/tags/tag1418.xml" ContentType="application/vnd.openxmlformats-officedocument.presentationml.tags+xml"/>
  <Override PartName="/ppt/tags/tag1419.xml" ContentType="application/vnd.openxmlformats-officedocument.presentationml.tags+xml"/>
  <Override PartName="/ppt/tags/tag142.xml" ContentType="application/vnd.openxmlformats-officedocument.presentationml.tags+xml"/>
  <Override PartName="/ppt/tags/tag1420.xml" ContentType="application/vnd.openxmlformats-officedocument.presentationml.tags+xml"/>
  <Override PartName="/ppt/tags/tag1421.xml" ContentType="application/vnd.openxmlformats-officedocument.presentationml.tags+xml"/>
  <Override PartName="/ppt/tags/tag1422.xml" ContentType="application/vnd.openxmlformats-officedocument.presentationml.tags+xml"/>
  <Override PartName="/ppt/tags/tag1423.xml" ContentType="application/vnd.openxmlformats-officedocument.presentationml.tags+xml"/>
  <Override PartName="/ppt/tags/tag1424.xml" ContentType="application/vnd.openxmlformats-officedocument.presentationml.tags+xml"/>
  <Override PartName="/ppt/tags/tag1425.xml" ContentType="application/vnd.openxmlformats-officedocument.presentationml.tags+xml"/>
  <Override PartName="/ppt/tags/tag1426.xml" ContentType="application/vnd.openxmlformats-officedocument.presentationml.tags+xml"/>
  <Override PartName="/ppt/tags/tag1427.xml" ContentType="application/vnd.openxmlformats-officedocument.presentationml.tags+xml"/>
  <Override PartName="/ppt/tags/tag1428.xml" ContentType="application/vnd.openxmlformats-officedocument.presentationml.tags+xml"/>
  <Override PartName="/ppt/tags/tag1429.xml" ContentType="application/vnd.openxmlformats-officedocument.presentationml.tags+xml"/>
  <Override PartName="/ppt/tags/tag143.xml" ContentType="application/vnd.openxmlformats-officedocument.presentationml.tags+xml"/>
  <Override PartName="/ppt/tags/tag1430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tags/tag507.xml" ContentType="application/vnd.openxmlformats-officedocument.presentationml.tags+xml"/>
  <Override PartName="/ppt/tags/tag508.xml" ContentType="application/vnd.openxmlformats-officedocument.presentationml.tags+xml"/>
  <Override PartName="/ppt/tags/tag509.xml" ContentType="application/vnd.openxmlformats-officedocument.presentationml.tags+xml"/>
  <Override PartName="/ppt/tags/tag51.xml" ContentType="application/vnd.openxmlformats-officedocument.presentationml.tags+xml"/>
  <Override PartName="/ppt/tags/tag510.xml" ContentType="application/vnd.openxmlformats-officedocument.presentationml.tags+xml"/>
  <Override PartName="/ppt/tags/tag511.xml" ContentType="application/vnd.openxmlformats-officedocument.presentationml.tags+xml"/>
  <Override PartName="/ppt/tags/tag512.xml" ContentType="application/vnd.openxmlformats-officedocument.presentationml.tags+xml"/>
  <Override PartName="/ppt/tags/tag513.xml" ContentType="application/vnd.openxmlformats-officedocument.presentationml.tags+xml"/>
  <Override PartName="/ppt/tags/tag514.xml" ContentType="application/vnd.openxmlformats-officedocument.presentationml.tags+xml"/>
  <Override PartName="/ppt/tags/tag515.xml" ContentType="application/vnd.openxmlformats-officedocument.presentationml.tags+xml"/>
  <Override PartName="/ppt/tags/tag516.xml" ContentType="application/vnd.openxmlformats-officedocument.presentationml.tags+xml"/>
  <Override PartName="/ppt/tags/tag517.xml" ContentType="application/vnd.openxmlformats-officedocument.presentationml.tags+xml"/>
  <Override PartName="/ppt/tags/tag518.xml" ContentType="application/vnd.openxmlformats-officedocument.presentationml.tags+xml"/>
  <Override PartName="/ppt/tags/tag519.xml" ContentType="application/vnd.openxmlformats-officedocument.presentationml.tags+xml"/>
  <Override PartName="/ppt/tags/tag52.xml" ContentType="application/vnd.openxmlformats-officedocument.presentationml.tags+xml"/>
  <Override PartName="/ppt/tags/tag520.xml" ContentType="application/vnd.openxmlformats-officedocument.presentationml.tags+xml"/>
  <Override PartName="/ppt/tags/tag521.xml" ContentType="application/vnd.openxmlformats-officedocument.presentationml.tags+xml"/>
  <Override PartName="/ppt/tags/tag522.xml" ContentType="application/vnd.openxmlformats-officedocument.presentationml.tags+xml"/>
  <Override PartName="/ppt/tags/tag523.xml" ContentType="application/vnd.openxmlformats-officedocument.presentationml.tags+xml"/>
  <Override PartName="/ppt/tags/tag524.xml" ContentType="application/vnd.openxmlformats-officedocument.presentationml.tags+xml"/>
  <Override PartName="/ppt/tags/tag525.xml" ContentType="application/vnd.openxmlformats-officedocument.presentationml.tags+xml"/>
  <Override PartName="/ppt/tags/tag526.xml" ContentType="application/vnd.openxmlformats-officedocument.presentationml.tags+xml"/>
  <Override PartName="/ppt/tags/tag527.xml" ContentType="application/vnd.openxmlformats-officedocument.presentationml.tags+xml"/>
  <Override PartName="/ppt/tags/tag528.xml" ContentType="application/vnd.openxmlformats-officedocument.presentationml.tags+xml"/>
  <Override PartName="/ppt/tags/tag529.xml" ContentType="application/vnd.openxmlformats-officedocument.presentationml.tags+xml"/>
  <Override PartName="/ppt/tags/tag53.xml" ContentType="application/vnd.openxmlformats-officedocument.presentationml.tags+xml"/>
  <Override PartName="/ppt/tags/tag530.xml" ContentType="application/vnd.openxmlformats-officedocument.presentationml.tags+xml"/>
  <Override PartName="/ppt/tags/tag531.xml" ContentType="application/vnd.openxmlformats-officedocument.presentationml.tags+xml"/>
  <Override PartName="/ppt/tags/tag532.xml" ContentType="application/vnd.openxmlformats-officedocument.presentationml.tags+xml"/>
  <Override PartName="/ppt/tags/tag533.xml" ContentType="application/vnd.openxmlformats-officedocument.presentationml.tags+xml"/>
  <Override PartName="/ppt/tags/tag534.xml" ContentType="application/vnd.openxmlformats-officedocument.presentationml.tags+xml"/>
  <Override PartName="/ppt/tags/tag535.xml" ContentType="application/vnd.openxmlformats-officedocument.presentationml.tags+xml"/>
  <Override PartName="/ppt/tags/tag536.xml" ContentType="application/vnd.openxmlformats-officedocument.presentationml.tags+xml"/>
  <Override PartName="/ppt/tags/tag537.xml" ContentType="application/vnd.openxmlformats-officedocument.presentationml.tags+xml"/>
  <Override PartName="/ppt/tags/tag538.xml" ContentType="application/vnd.openxmlformats-officedocument.presentationml.tags+xml"/>
  <Override PartName="/ppt/tags/tag539.xml" ContentType="application/vnd.openxmlformats-officedocument.presentationml.tags+xml"/>
  <Override PartName="/ppt/tags/tag54.xml" ContentType="application/vnd.openxmlformats-officedocument.presentationml.tags+xml"/>
  <Override PartName="/ppt/tags/tag540.xml" ContentType="application/vnd.openxmlformats-officedocument.presentationml.tags+xml"/>
  <Override PartName="/ppt/tags/tag541.xml" ContentType="application/vnd.openxmlformats-officedocument.presentationml.tags+xml"/>
  <Override PartName="/ppt/tags/tag542.xml" ContentType="application/vnd.openxmlformats-officedocument.presentationml.tags+xml"/>
  <Override PartName="/ppt/tags/tag543.xml" ContentType="application/vnd.openxmlformats-officedocument.presentationml.tags+xml"/>
  <Override PartName="/ppt/tags/tag544.xml" ContentType="application/vnd.openxmlformats-officedocument.presentationml.tags+xml"/>
  <Override PartName="/ppt/tags/tag545.xml" ContentType="application/vnd.openxmlformats-officedocument.presentationml.tags+xml"/>
  <Override PartName="/ppt/tags/tag546.xml" ContentType="application/vnd.openxmlformats-officedocument.presentationml.tags+xml"/>
  <Override PartName="/ppt/tags/tag547.xml" ContentType="application/vnd.openxmlformats-officedocument.presentationml.tags+xml"/>
  <Override PartName="/ppt/tags/tag548.xml" ContentType="application/vnd.openxmlformats-officedocument.presentationml.tags+xml"/>
  <Override PartName="/ppt/tags/tag549.xml" ContentType="application/vnd.openxmlformats-officedocument.presentationml.tags+xml"/>
  <Override PartName="/ppt/tags/tag55.xml" ContentType="application/vnd.openxmlformats-officedocument.presentationml.tags+xml"/>
  <Override PartName="/ppt/tags/tag550.xml" ContentType="application/vnd.openxmlformats-officedocument.presentationml.tags+xml"/>
  <Override PartName="/ppt/tags/tag551.xml" ContentType="application/vnd.openxmlformats-officedocument.presentationml.tags+xml"/>
  <Override PartName="/ppt/tags/tag552.xml" ContentType="application/vnd.openxmlformats-officedocument.presentationml.tags+xml"/>
  <Override PartName="/ppt/tags/tag553.xml" ContentType="application/vnd.openxmlformats-officedocument.presentationml.tags+xml"/>
  <Override PartName="/ppt/tags/tag554.xml" ContentType="application/vnd.openxmlformats-officedocument.presentationml.tags+xml"/>
  <Override PartName="/ppt/tags/tag555.xml" ContentType="application/vnd.openxmlformats-officedocument.presentationml.tags+xml"/>
  <Override PartName="/ppt/tags/tag556.xml" ContentType="application/vnd.openxmlformats-officedocument.presentationml.tags+xml"/>
  <Override PartName="/ppt/tags/tag557.xml" ContentType="application/vnd.openxmlformats-officedocument.presentationml.tags+xml"/>
  <Override PartName="/ppt/tags/tag558.xml" ContentType="application/vnd.openxmlformats-officedocument.presentationml.tags+xml"/>
  <Override PartName="/ppt/tags/tag559.xml" ContentType="application/vnd.openxmlformats-officedocument.presentationml.tags+xml"/>
  <Override PartName="/ppt/tags/tag56.xml" ContentType="application/vnd.openxmlformats-officedocument.presentationml.tags+xml"/>
  <Override PartName="/ppt/tags/tag560.xml" ContentType="application/vnd.openxmlformats-officedocument.presentationml.tags+xml"/>
  <Override PartName="/ppt/tags/tag561.xml" ContentType="application/vnd.openxmlformats-officedocument.presentationml.tags+xml"/>
  <Override PartName="/ppt/tags/tag562.xml" ContentType="application/vnd.openxmlformats-officedocument.presentationml.tags+xml"/>
  <Override PartName="/ppt/tags/tag563.xml" ContentType="application/vnd.openxmlformats-officedocument.presentationml.tags+xml"/>
  <Override PartName="/ppt/tags/tag564.xml" ContentType="application/vnd.openxmlformats-officedocument.presentationml.tags+xml"/>
  <Override PartName="/ppt/tags/tag565.xml" ContentType="application/vnd.openxmlformats-officedocument.presentationml.tags+xml"/>
  <Override PartName="/ppt/tags/tag566.xml" ContentType="application/vnd.openxmlformats-officedocument.presentationml.tags+xml"/>
  <Override PartName="/ppt/tags/tag567.xml" ContentType="application/vnd.openxmlformats-officedocument.presentationml.tags+xml"/>
  <Override PartName="/ppt/tags/tag568.xml" ContentType="application/vnd.openxmlformats-officedocument.presentationml.tags+xml"/>
  <Override PartName="/ppt/tags/tag569.xml" ContentType="application/vnd.openxmlformats-officedocument.presentationml.tags+xml"/>
  <Override PartName="/ppt/tags/tag57.xml" ContentType="application/vnd.openxmlformats-officedocument.presentationml.tags+xml"/>
  <Override PartName="/ppt/tags/tag570.xml" ContentType="application/vnd.openxmlformats-officedocument.presentationml.tags+xml"/>
  <Override PartName="/ppt/tags/tag571.xml" ContentType="application/vnd.openxmlformats-officedocument.presentationml.tags+xml"/>
  <Override PartName="/ppt/tags/tag572.xml" ContentType="application/vnd.openxmlformats-officedocument.presentationml.tags+xml"/>
  <Override PartName="/ppt/tags/tag573.xml" ContentType="application/vnd.openxmlformats-officedocument.presentationml.tags+xml"/>
  <Override PartName="/ppt/tags/tag574.xml" ContentType="application/vnd.openxmlformats-officedocument.presentationml.tags+xml"/>
  <Override PartName="/ppt/tags/tag575.xml" ContentType="application/vnd.openxmlformats-officedocument.presentationml.tags+xml"/>
  <Override PartName="/ppt/tags/tag576.xml" ContentType="application/vnd.openxmlformats-officedocument.presentationml.tags+xml"/>
  <Override PartName="/ppt/tags/tag577.xml" ContentType="application/vnd.openxmlformats-officedocument.presentationml.tags+xml"/>
  <Override PartName="/ppt/tags/tag578.xml" ContentType="application/vnd.openxmlformats-officedocument.presentationml.tags+xml"/>
  <Override PartName="/ppt/tags/tag579.xml" ContentType="application/vnd.openxmlformats-officedocument.presentationml.tags+xml"/>
  <Override PartName="/ppt/tags/tag58.xml" ContentType="application/vnd.openxmlformats-officedocument.presentationml.tags+xml"/>
  <Override PartName="/ppt/tags/tag580.xml" ContentType="application/vnd.openxmlformats-officedocument.presentationml.tags+xml"/>
  <Override PartName="/ppt/tags/tag581.xml" ContentType="application/vnd.openxmlformats-officedocument.presentationml.tags+xml"/>
  <Override PartName="/ppt/tags/tag582.xml" ContentType="application/vnd.openxmlformats-officedocument.presentationml.tags+xml"/>
  <Override PartName="/ppt/tags/tag583.xml" ContentType="application/vnd.openxmlformats-officedocument.presentationml.tags+xml"/>
  <Override PartName="/ppt/tags/tag584.xml" ContentType="application/vnd.openxmlformats-officedocument.presentationml.tags+xml"/>
  <Override PartName="/ppt/tags/tag585.xml" ContentType="application/vnd.openxmlformats-officedocument.presentationml.tags+xml"/>
  <Override PartName="/ppt/tags/tag586.xml" ContentType="application/vnd.openxmlformats-officedocument.presentationml.tags+xml"/>
  <Override PartName="/ppt/tags/tag587.xml" ContentType="application/vnd.openxmlformats-officedocument.presentationml.tags+xml"/>
  <Override PartName="/ppt/tags/tag588.xml" ContentType="application/vnd.openxmlformats-officedocument.presentationml.tags+xml"/>
  <Override PartName="/ppt/tags/tag589.xml" ContentType="application/vnd.openxmlformats-officedocument.presentationml.tags+xml"/>
  <Override PartName="/ppt/tags/tag59.xml" ContentType="application/vnd.openxmlformats-officedocument.presentationml.tags+xml"/>
  <Override PartName="/ppt/tags/tag590.xml" ContentType="application/vnd.openxmlformats-officedocument.presentationml.tags+xml"/>
  <Override PartName="/ppt/tags/tag591.xml" ContentType="application/vnd.openxmlformats-officedocument.presentationml.tags+xml"/>
  <Override PartName="/ppt/tags/tag592.xml" ContentType="application/vnd.openxmlformats-officedocument.presentationml.tags+xml"/>
  <Override PartName="/ppt/tags/tag593.xml" ContentType="application/vnd.openxmlformats-officedocument.presentationml.tags+xml"/>
  <Override PartName="/ppt/tags/tag594.xml" ContentType="application/vnd.openxmlformats-officedocument.presentationml.tags+xml"/>
  <Override PartName="/ppt/tags/tag595.xml" ContentType="application/vnd.openxmlformats-officedocument.presentationml.tags+xml"/>
  <Override PartName="/ppt/tags/tag596.xml" ContentType="application/vnd.openxmlformats-officedocument.presentationml.tags+xml"/>
  <Override PartName="/ppt/tags/tag597.xml" ContentType="application/vnd.openxmlformats-officedocument.presentationml.tags+xml"/>
  <Override PartName="/ppt/tags/tag598.xml" ContentType="application/vnd.openxmlformats-officedocument.presentationml.tags+xml"/>
  <Override PartName="/ppt/tags/tag59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00.xml" ContentType="application/vnd.openxmlformats-officedocument.presentationml.tags+xml"/>
  <Override PartName="/ppt/tags/tag601.xml" ContentType="application/vnd.openxmlformats-officedocument.presentationml.tags+xml"/>
  <Override PartName="/ppt/tags/tag602.xml" ContentType="application/vnd.openxmlformats-officedocument.presentationml.tags+xml"/>
  <Override PartName="/ppt/tags/tag603.xml" ContentType="application/vnd.openxmlformats-officedocument.presentationml.tags+xml"/>
  <Override PartName="/ppt/tags/tag604.xml" ContentType="application/vnd.openxmlformats-officedocument.presentationml.tags+xml"/>
  <Override PartName="/ppt/tags/tag605.xml" ContentType="application/vnd.openxmlformats-officedocument.presentationml.tags+xml"/>
  <Override PartName="/ppt/tags/tag606.xml" ContentType="application/vnd.openxmlformats-officedocument.presentationml.tags+xml"/>
  <Override PartName="/ppt/tags/tag607.xml" ContentType="application/vnd.openxmlformats-officedocument.presentationml.tags+xml"/>
  <Override PartName="/ppt/tags/tag608.xml" ContentType="application/vnd.openxmlformats-officedocument.presentationml.tags+xml"/>
  <Override PartName="/ppt/tags/tag609.xml" ContentType="application/vnd.openxmlformats-officedocument.presentationml.tags+xml"/>
  <Override PartName="/ppt/tags/tag61.xml" ContentType="application/vnd.openxmlformats-officedocument.presentationml.tags+xml"/>
  <Override PartName="/ppt/tags/tag610.xml" ContentType="application/vnd.openxmlformats-officedocument.presentationml.tags+xml"/>
  <Override PartName="/ppt/tags/tag611.xml" ContentType="application/vnd.openxmlformats-officedocument.presentationml.tags+xml"/>
  <Override PartName="/ppt/tags/tag612.xml" ContentType="application/vnd.openxmlformats-officedocument.presentationml.tags+xml"/>
  <Override PartName="/ppt/tags/tag613.xml" ContentType="application/vnd.openxmlformats-officedocument.presentationml.tags+xml"/>
  <Override PartName="/ppt/tags/tag614.xml" ContentType="application/vnd.openxmlformats-officedocument.presentationml.tags+xml"/>
  <Override PartName="/ppt/tags/tag615.xml" ContentType="application/vnd.openxmlformats-officedocument.presentationml.tags+xml"/>
  <Override PartName="/ppt/tags/tag616.xml" ContentType="application/vnd.openxmlformats-officedocument.presentationml.tags+xml"/>
  <Override PartName="/ppt/tags/tag617.xml" ContentType="application/vnd.openxmlformats-officedocument.presentationml.tags+xml"/>
  <Override PartName="/ppt/tags/tag618.xml" ContentType="application/vnd.openxmlformats-officedocument.presentationml.tags+xml"/>
  <Override PartName="/ppt/tags/tag619.xml" ContentType="application/vnd.openxmlformats-officedocument.presentationml.tags+xml"/>
  <Override PartName="/ppt/tags/tag62.xml" ContentType="application/vnd.openxmlformats-officedocument.presentationml.tags+xml"/>
  <Override PartName="/ppt/tags/tag620.xml" ContentType="application/vnd.openxmlformats-officedocument.presentationml.tags+xml"/>
  <Override PartName="/ppt/tags/tag621.xml" ContentType="application/vnd.openxmlformats-officedocument.presentationml.tags+xml"/>
  <Override PartName="/ppt/tags/tag622.xml" ContentType="application/vnd.openxmlformats-officedocument.presentationml.tags+xml"/>
  <Override PartName="/ppt/tags/tag623.xml" ContentType="application/vnd.openxmlformats-officedocument.presentationml.tags+xml"/>
  <Override PartName="/ppt/tags/tag624.xml" ContentType="application/vnd.openxmlformats-officedocument.presentationml.tags+xml"/>
  <Override PartName="/ppt/tags/tag625.xml" ContentType="application/vnd.openxmlformats-officedocument.presentationml.tags+xml"/>
  <Override PartName="/ppt/tags/tag626.xml" ContentType="application/vnd.openxmlformats-officedocument.presentationml.tags+xml"/>
  <Override PartName="/ppt/tags/tag627.xml" ContentType="application/vnd.openxmlformats-officedocument.presentationml.tags+xml"/>
  <Override PartName="/ppt/tags/tag628.xml" ContentType="application/vnd.openxmlformats-officedocument.presentationml.tags+xml"/>
  <Override PartName="/ppt/tags/tag629.xml" ContentType="application/vnd.openxmlformats-officedocument.presentationml.tags+xml"/>
  <Override PartName="/ppt/tags/tag63.xml" ContentType="application/vnd.openxmlformats-officedocument.presentationml.tags+xml"/>
  <Override PartName="/ppt/tags/tag630.xml" ContentType="application/vnd.openxmlformats-officedocument.presentationml.tags+xml"/>
  <Override PartName="/ppt/tags/tag631.xml" ContentType="application/vnd.openxmlformats-officedocument.presentationml.tags+xml"/>
  <Override PartName="/ppt/tags/tag632.xml" ContentType="application/vnd.openxmlformats-officedocument.presentationml.tags+xml"/>
  <Override PartName="/ppt/tags/tag633.xml" ContentType="application/vnd.openxmlformats-officedocument.presentationml.tags+xml"/>
  <Override PartName="/ppt/tags/tag634.xml" ContentType="application/vnd.openxmlformats-officedocument.presentationml.tags+xml"/>
  <Override PartName="/ppt/tags/tag635.xml" ContentType="application/vnd.openxmlformats-officedocument.presentationml.tags+xml"/>
  <Override PartName="/ppt/tags/tag636.xml" ContentType="application/vnd.openxmlformats-officedocument.presentationml.tags+xml"/>
  <Override PartName="/ppt/tags/tag637.xml" ContentType="application/vnd.openxmlformats-officedocument.presentationml.tags+xml"/>
  <Override PartName="/ppt/tags/tag638.xml" ContentType="application/vnd.openxmlformats-officedocument.presentationml.tags+xml"/>
  <Override PartName="/ppt/tags/tag639.xml" ContentType="application/vnd.openxmlformats-officedocument.presentationml.tags+xml"/>
  <Override PartName="/ppt/tags/tag64.xml" ContentType="application/vnd.openxmlformats-officedocument.presentationml.tags+xml"/>
  <Override PartName="/ppt/tags/tag640.xml" ContentType="application/vnd.openxmlformats-officedocument.presentationml.tags+xml"/>
  <Override PartName="/ppt/tags/tag641.xml" ContentType="application/vnd.openxmlformats-officedocument.presentationml.tags+xml"/>
  <Override PartName="/ppt/tags/tag642.xml" ContentType="application/vnd.openxmlformats-officedocument.presentationml.tags+xml"/>
  <Override PartName="/ppt/tags/tag643.xml" ContentType="application/vnd.openxmlformats-officedocument.presentationml.tags+xml"/>
  <Override PartName="/ppt/tags/tag644.xml" ContentType="application/vnd.openxmlformats-officedocument.presentationml.tags+xml"/>
  <Override PartName="/ppt/tags/tag645.xml" ContentType="application/vnd.openxmlformats-officedocument.presentationml.tags+xml"/>
  <Override PartName="/ppt/tags/tag646.xml" ContentType="application/vnd.openxmlformats-officedocument.presentationml.tags+xml"/>
  <Override PartName="/ppt/tags/tag647.xml" ContentType="application/vnd.openxmlformats-officedocument.presentationml.tags+xml"/>
  <Override PartName="/ppt/tags/tag648.xml" ContentType="application/vnd.openxmlformats-officedocument.presentationml.tags+xml"/>
  <Override PartName="/ppt/tags/tag649.xml" ContentType="application/vnd.openxmlformats-officedocument.presentationml.tags+xml"/>
  <Override PartName="/ppt/tags/tag65.xml" ContentType="application/vnd.openxmlformats-officedocument.presentationml.tags+xml"/>
  <Override PartName="/ppt/tags/tag650.xml" ContentType="application/vnd.openxmlformats-officedocument.presentationml.tags+xml"/>
  <Override PartName="/ppt/tags/tag651.xml" ContentType="application/vnd.openxmlformats-officedocument.presentationml.tags+xml"/>
  <Override PartName="/ppt/tags/tag652.xml" ContentType="application/vnd.openxmlformats-officedocument.presentationml.tags+xml"/>
  <Override PartName="/ppt/tags/tag653.xml" ContentType="application/vnd.openxmlformats-officedocument.presentationml.tags+xml"/>
  <Override PartName="/ppt/tags/tag654.xml" ContentType="application/vnd.openxmlformats-officedocument.presentationml.tags+xml"/>
  <Override PartName="/ppt/tags/tag655.xml" ContentType="application/vnd.openxmlformats-officedocument.presentationml.tags+xml"/>
  <Override PartName="/ppt/tags/tag656.xml" ContentType="application/vnd.openxmlformats-officedocument.presentationml.tags+xml"/>
  <Override PartName="/ppt/tags/tag657.xml" ContentType="application/vnd.openxmlformats-officedocument.presentationml.tags+xml"/>
  <Override PartName="/ppt/tags/tag658.xml" ContentType="application/vnd.openxmlformats-officedocument.presentationml.tags+xml"/>
  <Override PartName="/ppt/tags/tag659.xml" ContentType="application/vnd.openxmlformats-officedocument.presentationml.tags+xml"/>
  <Override PartName="/ppt/tags/tag66.xml" ContentType="application/vnd.openxmlformats-officedocument.presentationml.tags+xml"/>
  <Override PartName="/ppt/tags/tag660.xml" ContentType="application/vnd.openxmlformats-officedocument.presentationml.tags+xml"/>
  <Override PartName="/ppt/tags/tag661.xml" ContentType="application/vnd.openxmlformats-officedocument.presentationml.tags+xml"/>
  <Override PartName="/ppt/tags/tag662.xml" ContentType="application/vnd.openxmlformats-officedocument.presentationml.tags+xml"/>
  <Override PartName="/ppt/tags/tag663.xml" ContentType="application/vnd.openxmlformats-officedocument.presentationml.tags+xml"/>
  <Override PartName="/ppt/tags/tag664.xml" ContentType="application/vnd.openxmlformats-officedocument.presentationml.tags+xml"/>
  <Override PartName="/ppt/tags/tag665.xml" ContentType="application/vnd.openxmlformats-officedocument.presentationml.tags+xml"/>
  <Override PartName="/ppt/tags/tag666.xml" ContentType="application/vnd.openxmlformats-officedocument.presentationml.tags+xml"/>
  <Override PartName="/ppt/tags/tag667.xml" ContentType="application/vnd.openxmlformats-officedocument.presentationml.tags+xml"/>
  <Override PartName="/ppt/tags/tag668.xml" ContentType="application/vnd.openxmlformats-officedocument.presentationml.tags+xml"/>
  <Override PartName="/ppt/tags/tag669.xml" ContentType="application/vnd.openxmlformats-officedocument.presentationml.tags+xml"/>
  <Override PartName="/ppt/tags/tag67.xml" ContentType="application/vnd.openxmlformats-officedocument.presentationml.tags+xml"/>
  <Override PartName="/ppt/tags/tag670.xml" ContentType="application/vnd.openxmlformats-officedocument.presentationml.tags+xml"/>
  <Override PartName="/ppt/tags/tag671.xml" ContentType="application/vnd.openxmlformats-officedocument.presentationml.tags+xml"/>
  <Override PartName="/ppt/tags/tag672.xml" ContentType="application/vnd.openxmlformats-officedocument.presentationml.tags+xml"/>
  <Override PartName="/ppt/tags/tag673.xml" ContentType="application/vnd.openxmlformats-officedocument.presentationml.tags+xml"/>
  <Override PartName="/ppt/tags/tag674.xml" ContentType="application/vnd.openxmlformats-officedocument.presentationml.tags+xml"/>
  <Override PartName="/ppt/tags/tag675.xml" ContentType="application/vnd.openxmlformats-officedocument.presentationml.tags+xml"/>
  <Override PartName="/ppt/tags/tag676.xml" ContentType="application/vnd.openxmlformats-officedocument.presentationml.tags+xml"/>
  <Override PartName="/ppt/tags/tag677.xml" ContentType="application/vnd.openxmlformats-officedocument.presentationml.tags+xml"/>
  <Override PartName="/ppt/tags/tag678.xml" ContentType="application/vnd.openxmlformats-officedocument.presentationml.tags+xml"/>
  <Override PartName="/ppt/tags/tag679.xml" ContentType="application/vnd.openxmlformats-officedocument.presentationml.tags+xml"/>
  <Override PartName="/ppt/tags/tag68.xml" ContentType="application/vnd.openxmlformats-officedocument.presentationml.tags+xml"/>
  <Override PartName="/ppt/tags/tag680.xml" ContentType="application/vnd.openxmlformats-officedocument.presentationml.tags+xml"/>
  <Override PartName="/ppt/tags/tag681.xml" ContentType="application/vnd.openxmlformats-officedocument.presentationml.tags+xml"/>
  <Override PartName="/ppt/tags/tag682.xml" ContentType="application/vnd.openxmlformats-officedocument.presentationml.tags+xml"/>
  <Override PartName="/ppt/tags/tag683.xml" ContentType="application/vnd.openxmlformats-officedocument.presentationml.tags+xml"/>
  <Override PartName="/ppt/tags/tag684.xml" ContentType="application/vnd.openxmlformats-officedocument.presentationml.tags+xml"/>
  <Override PartName="/ppt/tags/tag685.xml" ContentType="application/vnd.openxmlformats-officedocument.presentationml.tags+xml"/>
  <Override PartName="/ppt/tags/tag686.xml" ContentType="application/vnd.openxmlformats-officedocument.presentationml.tags+xml"/>
  <Override PartName="/ppt/tags/tag687.xml" ContentType="application/vnd.openxmlformats-officedocument.presentationml.tags+xml"/>
  <Override PartName="/ppt/tags/tag688.xml" ContentType="application/vnd.openxmlformats-officedocument.presentationml.tags+xml"/>
  <Override PartName="/ppt/tags/tag689.xml" ContentType="application/vnd.openxmlformats-officedocument.presentationml.tags+xml"/>
  <Override PartName="/ppt/tags/tag69.xml" ContentType="application/vnd.openxmlformats-officedocument.presentationml.tags+xml"/>
  <Override PartName="/ppt/tags/tag690.xml" ContentType="application/vnd.openxmlformats-officedocument.presentationml.tags+xml"/>
  <Override PartName="/ppt/tags/tag691.xml" ContentType="application/vnd.openxmlformats-officedocument.presentationml.tags+xml"/>
  <Override PartName="/ppt/tags/tag692.xml" ContentType="application/vnd.openxmlformats-officedocument.presentationml.tags+xml"/>
  <Override PartName="/ppt/tags/tag693.xml" ContentType="application/vnd.openxmlformats-officedocument.presentationml.tags+xml"/>
  <Override PartName="/ppt/tags/tag694.xml" ContentType="application/vnd.openxmlformats-officedocument.presentationml.tags+xml"/>
  <Override PartName="/ppt/tags/tag695.xml" ContentType="application/vnd.openxmlformats-officedocument.presentationml.tags+xml"/>
  <Override PartName="/ppt/tags/tag696.xml" ContentType="application/vnd.openxmlformats-officedocument.presentationml.tags+xml"/>
  <Override PartName="/ppt/tags/tag697.xml" ContentType="application/vnd.openxmlformats-officedocument.presentationml.tags+xml"/>
  <Override PartName="/ppt/tags/tag698.xml" ContentType="application/vnd.openxmlformats-officedocument.presentationml.tags+xml"/>
  <Override PartName="/ppt/tags/tag69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00.xml" ContentType="application/vnd.openxmlformats-officedocument.presentationml.tags+xml"/>
  <Override PartName="/ppt/tags/tag701.xml" ContentType="application/vnd.openxmlformats-officedocument.presentationml.tags+xml"/>
  <Override PartName="/ppt/tags/tag702.xml" ContentType="application/vnd.openxmlformats-officedocument.presentationml.tags+xml"/>
  <Override PartName="/ppt/tags/tag703.xml" ContentType="application/vnd.openxmlformats-officedocument.presentationml.tags+xml"/>
  <Override PartName="/ppt/tags/tag704.xml" ContentType="application/vnd.openxmlformats-officedocument.presentationml.tags+xml"/>
  <Override PartName="/ppt/tags/tag705.xml" ContentType="application/vnd.openxmlformats-officedocument.presentationml.tags+xml"/>
  <Override PartName="/ppt/tags/tag706.xml" ContentType="application/vnd.openxmlformats-officedocument.presentationml.tags+xml"/>
  <Override PartName="/ppt/tags/tag707.xml" ContentType="application/vnd.openxmlformats-officedocument.presentationml.tags+xml"/>
  <Override PartName="/ppt/tags/tag708.xml" ContentType="application/vnd.openxmlformats-officedocument.presentationml.tags+xml"/>
  <Override PartName="/ppt/tags/tag709.xml" ContentType="application/vnd.openxmlformats-officedocument.presentationml.tags+xml"/>
  <Override PartName="/ppt/tags/tag71.xml" ContentType="application/vnd.openxmlformats-officedocument.presentationml.tags+xml"/>
  <Override PartName="/ppt/tags/tag710.xml" ContentType="application/vnd.openxmlformats-officedocument.presentationml.tags+xml"/>
  <Override PartName="/ppt/tags/tag711.xml" ContentType="application/vnd.openxmlformats-officedocument.presentationml.tags+xml"/>
  <Override PartName="/ppt/tags/tag712.xml" ContentType="application/vnd.openxmlformats-officedocument.presentationml.tags+xml"/>
  <Override PartName="/ppt/tags/tag713.xml" ContentType="application/vnd.openxmlformats-officedocument.presentationml.tags+xml"/>
  <Override PartName="/ppt/tags/tag714.xml" ContentType="application/vnd.openxmlformats-officedocument.presentationml.tags+xml"/>
  <Override PartName="/ppt/tags/tag715.xml" ContentType="application/vnd.openxmlformats-officedocument.presentationml.tags+xml"/>
  <Override PartName="/ppt/tags/tag716.xml" ContentType="application/vnd.openxmlformats-officedocument.presentationml.tags+xml"/>
  <Override PartName="/ppt/tags/tag717.xml" ContentType="application/vnd.openxmlformats-officedocument.presentationml.tags+xml"/>
  <Override PartName="/ppt/tags/tag718.xml" ContentType="application/vnd.openxmlformats-officedocument.presentationml.tags+xml"/>
  <Override PartName="/ppt/tags/tag719.xml" ContentType="application/vnd.openxmlformats-officedocument.presentationml.tags+xml"/>
  <Override PartName="/ppt/tags/tag72.xml" ContentType="application/vnd.openxmlformats-officedocument.presentationml.tags+xml"/>
  <Override PartName="/ppt/tags/tag720.xml" ContentType="application/vnd.openxmlformats-officedocument.presentationml.tags+xml"/>
  <Override PartName="/ppt/tags/tag721.xml" ContentType="application/vnd.openxmlformats-officedocument.presentationml.tags+xml"/>
  <Override PartName="/ppt/tags/tag722.xml" ContentType="application/vnd.openxmlformats-officedocument.presentationml.tags+xml"/>
  <Override PartName="/ppt/tags/tag723.xml" ContentType="application/vnd.openxmlformats-officedocument.presentationml.tags+xml"/>
  <Override PartName="/ppt/tags/tag724.xml" ContentType="application/vnd.openxmlformats-officedocument.presentationml.tags+xml"/>
  <Override PartName="/ppt/tags/tag725.xml" ContentType="application/vnd.openxmlformats-officedocument.presentationml.tags+xml"/>
  <Override PartName="/ppt/tags/tag726.xml" ContentType="application/vnd.openxmlformats-officedocument.presentationml.tags+xml"/>
  <Override PartName="/ppt/tags/tag727.xml" ContentType="application/vnd.openxmlformats-officedocument.presentationml.tags+xml"/>
  <Override PartName="/ppt/tags/tag728.xml" ContentType="application/vnd.openxmlformats-officedocument.presentationml.tags+xml"/>
  <Override PartName="/ppt/tags/tag729.xml" ContentType="application/vnd.openxmlformats-officedocument.presentationml.tags+xml"/>
  <Override PartName="/ppt/tags/tag73.xml" ContentType="application/vnd.openxmlformats-officedocument.presentationml.tags+xml"/>
  <Override PartName="/ppt/tags/tag730.xml" ContentType="application/vnd.openxmlformats-officedocument.presentationml.tags+xml"/>
  <Override PartName="/ppt/tags/tag731.xml" ContentType="application/vnd.openxmlformats-officedocument.presentationml.tags+xml"/>
  <Override PartName="/ppt/tags/tag732.xml" ContentType="application/vnd.openxmlformats-officedocument.presentationml.tags+xml"/>
  <Override PartName="/ppt/tags/tag733.xml" ContentType="application/vnd.openxmlformats-officedocument.presentationml.tags+xml"/>
  <Override PartName="/ppt/tags/tag734.xml" ContentType="application/vnd.openxmlformats-officedocument.presentationml.tags+xml"/>
  <Override PartName="/ppt/tags/tag735.xml" ContentType="application/vnd.openxmlformats-officedocument.presentationml.tags+xml"/>
  <Override PartName="/ppt/tags/tag736.xml" ContentType="application/vnd.openxmlformats-officedocument.presentationml.tags+xml"/>
  <Override PartName="/ppt/tags/tag737.xml" ContentType="application/vnd.openxmlformats-officedocument.presentationml.tags+xml"/>
  <Override PartName="/ppt/tags/tag738.xml" ContentType="application/vnd.openxmlformats-officedocument.presentationml.tags+xml"/>
  <Override PartName="/ppt/tags/tag739.xml" ContentType="application/vnd.openxmlformats-officedocument.presentationml.tags+xml"/>
  <Override PartName="/ppt/tags/tag74.xml" ContentType="application/vnd.openxmlformats-officedocument.presentationml.tags+xml"/>
  <Override PartName="/ppt/tags/tag740.xml" ContentType="application/vnd.openxmlformats-officedocument.presentationml.tags+xml"/>
  <Override PartName="/ppt/tags/tag741.xml" ContentType="application/vnd.openxmlformats-officedocument.presentationml.tags+xml"/>
  <Override PartName="/ppt/tags/tag742.xml" ContentType="application/vnd.openxmlformats-officedocument.presentationml.tags+xml"/>
  <Override PartName="/ppt/tags/tag743.xml" ContentType="application/vnd.openxmlformats-officedocument.presentationml.tags+xml"/>
  <Override PartName="/ppt/tags/tag744.xml" ContentType="application/vnd.openxmlformats-officedocument.presentationml.tags+xml"/>
  <Override PartName="/ppt/tags/tag745.xml" ContentType="application/vnd.openxmlformats-officedocument.presentationml.tags+xml"/>
  <Override PartName="/ppt/tags/tag746.xml" ContentType="application/vnd.openxmlformats-officedocument.presentationml.tags+xml"/>
  <Override PartName="/ppt/tags/tag747.xml" ContentType="application/vnd.openxmlformats-officedocument.presentationml.tags+xml"/>
  <Override PartName="/ppt/tags/tag748.xml" ContentType="application/vnd.openxmlformats-officedocument.presentationml.tags+xml"/>
  <Override PartName="/ppt/tags/tag749.xml" ContentType="application/vnd.openxmlformats-officedocument.presentationml.tags+xml"/>
  <Override PartName="/ppt/tags/tag75.xml" ContentType="application/vnd.openxmlformats-officedocument.presentationml.tags+xml"/>
  <Override PartName="/ppt/tags/tag750.xml" ContentType="application/vnd.openxmlformats-officedocument.presentationml.tags+xml"/>
  <Override PartName="/ppt/tags/tag751.xml" ContentType="application/vnd.openxmlformats-officedocument.presentationml.tags+xml"/>
  <Override PartName="/ppt/tags/tag752.xml" ContentType="application/vnd.openxmlformats-officedocument.presentationml.tags+xml"/>
  <Override PartName="/ppt/tags/tag753.xml" ContentType="application/vnd.openxmlformats-officedocument.presentationml.tags+xml"/>
  <Override PartName="/ppt/tags/tag754.xml" ContentType="application/vnd.openxmlformats-officedocument.presentationml.tags+xml"/>
  <Override PartName="/ppt/tags/tag755.xml" ContentType="application/vnd.openxmlformats-officedocument.presentationml.tags+xml"/>
  <Override PartName="/ppt/tags/tag756.xml" ContentType="application/vnd.openxmlformats-officedocument.presentationml.tags+xml"/>
  <Override PartName="/ppt/tags/tag757.xml" ContentType="application/vnd.openxmlformats-officedocument.presentationml.tags+xml"/>
  <Override PartName="/ppt/tags/tag758.xml" ContentType="application/vnd.openxmlformats-officedocument.presentationml.tags+xml"/>
  <Override PartName="/ppt/tags/tag759.xml" ContentType="application/vnd.openxmlformats-officedocument.presentationml.tags+xml"/>
  <Override PartName="/ppt/tags/tag76.xml" ContentType="application/vnd.openxmlformats-officedocument.presentationml.tags+xml"/>
  <Override PartName="/ppt/tags/tag760.xml" ContentType="application/vnd.openxmlformats-officedocument.presentationml.tags+xml"/>
  <Override PartName="/ppt/tags/tag761.xml" ContentType="application/vnd.openxmlformats-officedocument.presentationml.tags+xml"/>
  <Override PartName="/ppt/tags/tag762.xml" ContentType="application/vnd.openxmlformats-officedocument.presentationml.tags+xml"/>
  <Override PartName="/ppt/tags/tag763.xml" ContentType="application/vnd.openxmlformats-officedocument.presentationml.tags+xml"/>
  <Override PartName="/ppt/tags/tag764.xml" ContentType="application/vnd.openxmlformats-officedocument.presentationml.tags+xml"/>
  <Override PartName="/ppt/tags/tag765.xml" ContentType="application/vnd.openxmlformats-officedocument.presentationml.tags+xml"/>
  <Override PartName="/ppt/tags/tag766.xml" ContentType="application/vnd.openxmlformats-officedocument.presentationml.tags+xml"/>
  <Override PartName="/ppt/tags/tag767.xml" ContentType="application/vnd.openxmlformats-officedocument.presentationml.tags+xml"/>
  <Override PartName="/ppt/tags/tag768.xml" ContentType="application/vnd.openxmlformats-officedocument.presentationml.tags+xml"/>
  <Override PartName="/ppt/tags/tag769.xml" ContentType="application/vnd.openxmlformats-officedocument.presentationml.tags+xml"/>
  <Override PartName="/ppt/tags/tag77.xml" ContentType="application/vnd.openxmlformats-officedocument.presentationml.tags+xml"/>
  <Override PartName="/ppt/tags/tag770.xml" ContentType="application/vnd.openxmlformats-officedocument.presentationml.tags+xml"/>
  <Override PartName="/ppt/tags/tag771.xml" ContentType="application/vnd.openxmlformats-officedocument.presentationml.tags+xml"/>
  <Override PartName="/ppt/tags/tag772.xml" ContentType="application/vnd.openxmlformats-officedocument.presentationml.tags+xml"/>
  <Override PartName="/ppt/tags/tag773.xml" ContentType="application/vnd.openxmlformats-officedocument.presentationml.tags+xml"/>
  <Override PartName="/ppt/tags/tag774.xml" ContentType="application/vnd.openxmlformats-officedocument.presentationml.tags+xml"/>
  <Override PartName="/ppt/tags/tag775.xml" ContentType="application/vnd.openxmlformats-officedocument.presentationml.tags+xml"/>
  <Override PartName="/ppt/tags/tag776.xml" ContentType="application/vnd.openxmlformats-officedocument.presentationml.tags+xml"/>
  <Override PartName="/ppt/tags/tag777.xml" ContentType="application/vnd.openxmlformats-officedocument.presentationml.tags+xml"/>
  <Override PartName="/ppt/tags/tag778.xml" ContentType="application/vnd.openxmlformats-officedocument.presentationml.tags+xml"/>
  <Override PartName="/ppt/tags/tag779.xml" ContentType="application/vnd.openxmlformats-officedocument.presentationml.tags+xml"/>
  <Override PartName="/ppt/tags/tag78.xml" ContentType="application/vnd.openxmlformats-officedocument.presentationml.tags+xml"/>
  <Override PartName="/ppt/tags/tag780.xml" ContentType="application/vnd.openxmlformats-officedocument.presentationml.tags+xml"/>
  <Override PartName="/ppt/tags/tag781.xml" ContentType="application/vnd.openxmlformats-officedocument.presentationml.tags+xml"/>
  <Override PartName="/ppt/tags/tag782.xml" ContentType="application/vnd.openxmlformats-officedocument.presentationml.tags+xml"/>
  <Override PartName="/ppt/tags/tag783.xml" ContentType="application/vnd.openxmlformats-officedocument.presentationml.tags+xml"/>
  <Override PartName="/ppt/tags/tag784.xml" ContentType="application/vnd.openxmlformats-officedocument.presentationml.tags+xml"/>
  <Override PartName="/ppt/tags/tag785.xml" ContentType="application/vnd.openxmlformats-officedocument.presentationml.tags+xml"/>
  <Override PartName="/ppt/tags/tag786.xml" ContentType="application/vnd.openxmlformats-officedocument.presentationml.tags+xml"/>
  <Override PartName="/ppt/tags/tag787.xml" ContentType="application/vnd.openxmlformats-officedocument.presentationml.tags+xml"/>
  <Override PartName="/ppt/tags/tag788.xml" ContentType="application/vnd.openxmlformats-officedocument.presentationml.tags+xml"/>
  <Override PartName="/ppt/tags/tag789.xml" ContentType="application/vnd.openxmlformats-officedocument.presentationml.tags+xml"/>
  <Override PartName="/ppt/tags/tag79.xml" ContentType="application/vnd.openxmlformats-officedocument.presentationml.tags+xml"/>
  <Override PartName="/ppt/tags/tag790.xml" ContentType="application/vnd.openxmlformats-officedocument.presentationml.tags+xml"/>
  <Override PartName="/ppt/tags/tag791.xml" ContentType="application/vnd.openxmlformats-officedocument.presentationml.tags+xml"/>
  <Override PartName="/ppt/tags/tag792.xml" ContentType="application/vnd.openxmlformats-officedocument.presentationml.tags+xml"/>
  <Override PartName="/ppt/tags/tag793.xml" ContentType="application/vnd.openxmlformats-officedocument.presentationml.tags+xml"/>
  <Override PartName="/ppt/tags/tag794.xml" ContentType="application/vnd.openxmlformats-officedocument.presentationml.tags+xml"/>
  <Override PartName="/ppt/tags/tag795.xml" ContentType="application/vnd.openxmlformats-officedocument.presentationml.tags+xml"/>
  <Override PartName="/ppt/tags/tag796.xml" ContentType="application/vnd.openxmlformats-officedocument.presentationml.tags+xml"/>
  <Override PartName="/ppt/tags/tag797.xml" ContentType="application/vnd.openxmlformats-officedocument.presentationml.tags+xml"/>
  <Override PartName="/ppt/tags/tag798.xml" ContentType="application/vnd.openxmlformats-officedocument.presentationml.tags+xml"/>
  <Override PartName="/ppt/tags/tag79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00.xml" ContentType="application/vnd.openxmlformats-officedocument.presentationml.tags+xml"/>
  <Override PartName="/ppt/tags/tag801.xml" ContentType="application/vnd.openxmlformats-officedocument.presentationml.tags+xml"/>
  <Override PartName="/ppt/tags/tag802.xml" ContentType="application/vnd.openxmlformats-officedocument.presentationml.tags+xml"/>
  <Override PartName="/ppt/tags/tag803.xml" ContentType="application/vnd.openxmlformats-officedocument.presentationml.tags+xml"/>
  <Override PartName="/ppt/tags/tag804.xml" ContentType="application/vnd.openxmlformats-officedocument.presentationml.tags+xml"/>
  <Override PartName="/ppt/tags/tag805.xml" ContentType="application/vnd.openxmlformats-officedocument.presentationml.tags+xml"/>
  <Override PartName="/ppt/tags/tag806.xml" ContentType="application/vnd.openxmlformats-officedocument.presentationml.tags+xml"/>
  <Override PartName="/ppt/tags/tag807.xml" ContentType="application/vnd.openxmlformats-officedocument.presentationml.tags+xml"/>
  <Override PartName="/ppt/tags/tag808.xml" ContentType="application/vnd.openxmlformats-officedocument.presentationml.tags+xml"/>
  <Override PartName="/ppt/tags/tag809.xml" ContentType="application/vnd.openxmlformats-officedocument.presentationml.tags+xml"/>
  <Override PartName="/ppt/tags/tag81.xml" ContentType="application/vnd.openxmlformats-officedocument.presentationml.tags+xml"/>
  <Override PartName="/ppt/tags/tag810.xml" ContentType="application/vnd.openxmlformats-officedocument.presentationml.tags+xml"/>
  <Override PartName="/ppt/tags/tag811.xml" ContentType="application/vnd.openxmlformats-officedocument.presentationml.tags+xml"/>
  <Override PartName="/ppt/tags/tag812.xml" ContentType="application/vnd.openxmlformats-officedocument.presentationml.tags+xml"/>
  <Override PartName="/ppt/tags/tag813.xml" ContentType="application/vnd.openxmlformats-officedocument.presentationml.tags+xml"/>
  <Override PartName="/ppt/tags/tag814.xml" ContentType="application/vnd.openxmlformats-officedocument.presentationml.tags+xml"/>
  <Override PartName="/ppt/tags/tag815.xml" ContentType="application/vnd.openxmlformats-officedocument.presentationml.tags+xml"/>
  <Override PartName="/ppt/tags/tag816.xml" ContentType="application/vnd.openxmlformats-officedocument.presentationml.tags+xml"/>
  <Override PartName="/ppt/tags/tag817.xml" ContentType="application/vnd.openxmlformats-officedocument.presentationml.tags+xml"/>
  <Override PartName="/ppt/tags/tag818.xml" ContentType="application/vnd.openxmlformats-officedocument.presentationml.tags+xml"/>
  <Override PartName="/ppt/tags/tag819.xml" ContentType="application/vnd.openxmlformats-officedocument.presentationml.tags+xml"/>
  <Override PartName="/ppt/tags/tag82.xml" ContentType="application/vnd.openxmlformats-officedocument.presentationml.tags+xml"/>
  <Override PartName="/ppt/tags/tag820.xml" ContentType="application/vnd.openxmlformats-officedocument.presentationml.tags+xml"/>
  <Override PartName="/ppt/tags/tag821.xml" ContentType="application/vnd.openxmlformats-officedocument.presentationml.tags+xml"/>
  <Override PartName="/ppt/tags/tag822.xml" ContentType="application/vnd.openxmlformats-officedocument.presentationml.tags+xml"/>
  <Override PartName="/ppt/tags/tag823.xml" ContentType="application/vnd.openxmlformats-officedocument.presentationml.tags+xml"/>
  <Override PartName="/ppt/tags/tag824.xml" ContentType="application/vnd.openxmlformats-officedocument.presentationml.tags+xml"/>
  <Override PartName="/ppt/tags/tag825.xml" ContentType="application/vnd.openxmlformats-officedocument.presentationml.tags+xml"/>
  <Override PartName="/ppt/tags/tag826.xml" ContentType="application/vnd.openxmlformats-officedocument.presentationml.tags+xml"/>
  <Override PartName="/ppt/tags/tag827.xml" ContentType="application/vnd.openxmlformats-officedocument.presentationml.tags+xml"/>
  <Override PartName="/ppt/tags/tag828.xml" ContentType="application/vnd.openxmlformats-officedocument.presentationml.tags+xml"/>
  <Override PartName="/ppt/tags/tag829.xml" ContentType="application/vnd.openxmlformats-officedocument.presentationml.tags+xml"/>
  <Override PartName="/ppt/tags/tag83.xml" ContentType="application/vnd.openxmlformats-officedocument.presentationml.tags+xml"/>
  <Override PartName="/ppt/tags/tag830.xml" ContentType="application/vnd.openxmlformats-officedocument.presentationml.tags+xml"/>
  <Override PartName="/ppt/tags/tag831.xml" ContentType="application/vnd.openxmlformats-officedocument.presentationml.tags+xml"/>
  <Override PartName="/ppt/tags/tag832.xml" ContentType="application/vnd.openxmlformats-officedocument.presentationml.tags+xml"/>
  <Override PartName="/ppt/tags/tag833.xml" ContentType="application/vnd.openxmlformats-officedocument.presentationml.tags+xml"/>
  <Override PartName="/ppt/tags/tag834.xml" ContentType="application/vnd.openxmlformats-officedocument.presentationml.tags+xml"/>
  <Override PartName="/ppt/tags/tag835.xml" ContentType="application/vnd.openxmlformats-officedocument.presentationml.tags+xml"/>
  <Override PartName="/ppt/tags/tag836.xml" ContentType="application/vnd.openxmlformats-officedocument.presentationml.tags+xml"/>
  <Override PartName="/ppt/tags/tag837.xml" ContentType="application/vnd.openxmlformats-officedocument.presentationml.tags+xml"/>
  <Override PartName="/ppt/tags/tag838.xml" ContentType="application/vnd.openxmlformats-officedocument.presentationml.tags+xml"/>
  <Override PartName="/ppt/tags/tag839.xml" ContentType="application/vnd.openxmlformats-officedocument.presentationml.tags+xml"/>
  <Override PartName="/ppt/tags/tag84.xml" ContentType="application/vnd.openxmlformats-officedocument.presentationml.tags+xml"/>
  <Override PartName="/ppt/tags/tag840.xml" ContentType="application/vnd.openxmlformats-officedocument.presentationml.tags+xml"/>
  <Override PartName="/ppt/tags/tag841.xml" ContentType="application/vnd.openxmlformats-officedocument.presentationml.tags+xml"/>
  <Override PartName="/ppt/tags/tag842.xml" ContentType="application/vnd.openxmlformats-officedocument.presentationml.tags+xml"/>
  <Override PartName="/ppt/tags/tag843.xml" ContentType="application/vnd.openxmlformats-officedocument.presentationml.tags+xml"/>
  <Override PartName="/ppt/tags/tag844.xml" ContentType="application/vnd.openxmlformats-officedocument.presentationml.tags+xml"/>
  <Override PartName="/ppt/tags/tag845.xml" ContentType="application/vnd.openxmlformats-officedocument.presentationml.tags+xml"/>
  <Override PartName="/ppt/tags/tag846.xml" ContentType="application/vnd.openxmlformats-officedocument.presentationml.tags+xml"/>
  <Override PartName="/ppt/tags/tag847.xml" ContentType="application/vnd.openxmlformats-officedocument.presentationml.tags+xml"/>
  <Override PartName="/ppt/tags/tag848.xml" ContentType="application/vnd.openxmlformats-officedocument.presentationml.tags+xml"/>
  <Override PartName="/ppt/tags/tag849.xml" ContentType="application/vnd.openxmlformats-officedocument.presentationml.tags+xml"/>
  <Override PartName="/ppt/tags/tag85.xml" ContentType="application/vnd.openxmlformats-officedocument.presentationml.tags+xml"/>
  <Override PartName="/ppt/tags/tag850.xml" ContentType="application/vnd.openxmlformats-officedocument.presentationml.tags+xml"/>
  <Override PartName="/ppt/tags/tag851.xml" ContentType="application/vnd.openxmlformats-officedocument.presentationml.tags+xml"/>
  <Override PartName="/ppt/tags/tag852.xml" ContentType="application/vnd.openxmlformats-officedocument.presentationml.tags+xml"/>
  <Override PartName="/ppt/tags/tag853.xml" ContentType="application/vnd.openxmlformats-officedocument.presentationml.tags+xml"/>
  <Override PartName="/ppt/tags/tag854.xml" ContentType="application/vnd.openxmlformats-officedocument.presentationml.tags+xml"/>
  <Override PartName="/ppt/tags/tag855.xml" ContentType="application/vnd.openxmlformats-officedocument.presentationml.tags+xml"/>
  <Override PartName="/ppt/tags/tag856.xml" ContentType="application/vnd.openxmlformats-officedocument.presentationml.tags+xml"/>
  <Override PartName="/ppt/tags/tag857.xml" ContentType="application/vnd.openxmlformats-officedocument.presentationml.tags+xml"/>
  <Override PartName="/ppt/tags/tag858.xml" ContentType="application/vnd.openxmlformats-officedocument.presentationml.tags+xml"/>
  <Override PartName="/ppt/tags/tag859.xml" ContentType="application/vnd.openxmlformats-officedocument.presentationml.tags+xml"/>
  <Override PartName="/ppt/tags/tag86.xml" ContentType="application/vnd.openxmlformats-officedocument.presentationml.tags+xml"/>
  <Override PartName="/ppt/tags/tag860.xml" ContentType="application/vnd.openxmlformats-officedocument.presentationml.tags+xml"/>
  <Override PartName="/ppt/tags/tag861.xml" ContentType="application/vnd.openxmlformats-officedocument.presentationml.tags+xml"/>
  <Override PartName="/ppt/tags/tag862.xml" ContentType="application/vnd.openxmlformats-officedocument.presentationml.tags+xml"/>
  <Override PartName="/ppt/tags/tag863.xml" ContentType="application/vnd.openxmlformats-officedocument.presentationml.tags+xml"/>
  <Override PartName="/ppt/tags/tag864.xml" ContentType="application/vnd.openxmlformats-officedocument.presentationml.tags+xml"/>
  <Override PartName="/ppt/tags/tag865.xml" ContentType="application/vnd.openxmlformats-officedocument.presentationml.tags+xml"/>
  <Override PartName="/ppt/tags/tag866.xml" ContentType="application/vnd.openxmlformats-officedocument.presentationml.tags+xml"/>
  <Override PartName="/ppt/tags/tag867.xml" ContentType="application/vnd.openxmlformats-officedocument.presentationml.tags+xml"/>
  <Override PartName="/ppt/tags/tag868.xml" ContentType="application/vnd.openxmlformats-officedocument.presentationml.tags+xml"/>
  <Override PartName="/ppt/tags/tag869.xml" ContentType="application/vnd.openxmlformats-officedocument.presentationml.tags+xml"/>
  <Override PartName="/ppt/tags/tag87.xml" ContentType="application/vnd.openxmlformats-officedocument.presentationml.tags+xml"/>
  <Override PartName="/ppt/tags/tag870.xml" ContentType="application/vnd.openxmlformats-officedocument.presentationml.tags+xml"/>
  <Override PartName="/ppt/tags/tag871.xml" ContentType="application/vnd.openxmlformats-officedocument.presentationml.tags+xml"/>
  <Override PartName="/ppt/tags/tag872.xml" ContentType="application/vnd.openxmlformats-officedocument.presentationml.tags+xml"/>
  <Override PartName="/ppt/tags/tag873.xml" ContentType="application/vnd.openxmlformats-officedocument.presentationml.tags+xml"/>
  <Override PartName="/ppt/tags/tag874.xml" ContentType="application/vnd.openxmlformats-officedocument.presentationml.tags+xml"/>
  <Override PartName="/ppt/tags/tag875.xml" ContentType="application/vnd.openxmlformats-officedocument.presentationml.tags+xml"/>
  <Override PartName="/ppt/tags/tag876.xml" ContentType="application/vnd.openxmlformats-officedocument.presentationml.tags+xml"/>
  <Override PartName="/ppt/tags/tag877.xml" ContentType="application/vnd.openxmlformats-officedocument.presentationml.tags+xml"/>
  <Override PartName="/ppt/tags/tag878.xml" ContentType="application/vnd.openxmlformats-officedocument.presentationml.tags+xml"/>
  <Override PartName="/ppt/tags/tag879.xml" ContentType="application/vnd.openxmlformats-officedocument.presentationml.tags+xml"/>
  <Override PartName="/ppt/tags/tag88.xml" ContentType="application/vnd.openxmlformats-officedocument.presentationml.tags+xml"/>
  <Override PartName="/ppt/tags/tag880.xml" ContentType="application/vnd.openxmlformats-officedocument.presentationml.tags+xml"/>
  <Override PartName="/ppt/tags/tag881.xml" ContentType="application/vnd.openxmlformats-officedocument.presentationml.tags+xml"/>
  <Override PartName="/ppt/tags/tag882.xml" ContentType="application/vnd.openxmlformats-officedocument.presentationml.tags+xml"/>
  <Override PartName="/ppt/tags/tag883.xml" ContentType="application/vnd.openxmlformats-officedocument.presentationml.tags+xml"/>
  <Override PartName="/ppt/tags/tag884.xml" ContentType="application/vnd.openxmlformats-officedocument.presentationml.tags+xml"/>
  <Override PartName="/ppt/tags/tag885.xml" ContentType="application/vnd.openxmlformats-officedocument.presentationml.tags+xml"/>
  <Override PartName="/ppt/tags/tag886.xml" ContentType="application/vnd.openxmlformats-officedocument.presentationml.tags+xml"/>
  <Override PartName="/ppt/tags/tag887.xml" ContentType="application/vnd.openxmlformats-officedocument.presentationml.tags+xml"/>
  <Override PartName="/ppt/tags/tag888.xml" ContentType="application/vnd.openxmlformats-officedocument.presentationml.tags+xml"/>
  <Override PartName="/ppt/tags/tag889.xml" ContentType="application/vnd.openxmlformats-officedocument.presentationml.tags+xml"/>
  <Override PartName="/ppt/tags/tag89.xml" ContentType="application/vnd.openxmlformats-officedocument.presentationml.tags+xml"/>
  <Override PartName="/ppt/tags/tag890.xml" ContentType="application/vnd.openxmlformats-officedocument.presentationml.tags+xml"/>
  <Override PartName="/ppt/tags/tag891.xml" ContentType="application/vnd.openxmlformats-officedocument.presentationml.tags+xml"/>
  <Override PartName="/ppt/tags/tag892.xml" ContentType="application/vnd.openxmlformats-officedocument.presentationml.tags+xml"/>
  <Override PartName="/ppt/tags/tag893.xml" ContentType="application/vnd.openxmlformats-officedocument.presentationml.tags+xml"/>
  <Override PartName="/ppt/tags/tag894.xml" ContentType="application/vnd.openxmlformats-officedocument.presentationml.tags+xml"/>
  <Override PartName="/ppt/tags/tag895.xml" ContentType="application/vnd.openxmlformats-officedocument.presentationml.tags+xml"/>
  <Override PartName="/ppt/tags/tag896.xml" ContentType="application/vnd.openxmlformats-officedocument.presentationml.tags+xml"/>
  <Override PartName="/ppt/tags/tag897.xml" ContentType="application/vnd.openxmlformats-officedocument.presentationml.tags+xml"/>
  <Override PartName="/ppt/tags/tag898.xml" ContentType="application/vnd.openxmlformats-officedocument.presentationml.tags+xml"/>
  <Override PartName="/ppt/tags/tag89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00.xml" ContentType="application/vnd.openxmlformats-officedocument.presentationml.tags+xml"/>
  <Override PartName="/ppt/tags/tag901.xml" ContentType="application/vnd.openxmlformats-officedocument.presentationml.tags+xml"/>
  <Override PartName="/ppt/tags/tag902.xml" ContentType="application/vnd.openxmlformats-officedocument.presentationml.tags+xml"/>
  <Override PartName="/ppt/tags/tag903.xml" ContentType="application/vnd.openxmlformats-officedocument.presentationml.tags+xml"/>
  <Override PartName="/ppt/tags/tag904.xml" ContentType="application/vnd.openxmlformats-officedocument.presentationml.tags+xml"/>
  <Override PartName="/ppt/tags/tag905.xml" ContentType="application/vnd.openxmlformats-officedocument.presentationml.tags+xml"/>
  <Override PartName="/ppt/tags/tag906.xml" ContentType="application/vnd.openxmlformats-officedocument.presentationml.tags+xml"/>
  <Override PartName="/ppt/tags/tag907.xml" ContentType="application/vnd.openxmlformats-officedocument.presentationml.tags+xml"/>
  <Override PartName="/ppt/tags/tag908.xml" ContentType="application/vnd.openxmlformats-officedocument.presentationml.tags+xml"/>
  <Override PartName="/ppt/tags/tag909.xml" ContentType="application/vnd.openxmlformats-officedocument.presentationml.tags+xml"/>
  <Override PartName="/ppt/tags/tag91.xml" ContentType="application/vnd.openxmlformats-officedocument.presentationml.tags+xml"/>
  <Override PartName="/ppt/tags/tag910.xml" ContentType="application/vnd.openxmlformats-officedocument.presentationml.tags+xml"/>
  <Override PartName="/ppt/tags/tag911.xml" ContentType="application/vnd.openxmlformats-officedocument.presentationml.tags+xml"/>
  <Override PartName="/ppt/tags/tag912.xml" ContentType="application/vnd.openxmlformats-officedocument.presentationml.tags+xml"/>
  <Override PartName="/ppt/tags/tag913.xml" ContentType="application/vnd.openxmlformats-officedocument.presentationml.tags+xml"/>
  <Override PartName="/ppt/tags/tag914.xml" ContentType="application/vnd.openxmlformats-officedocument.presentationml.tags+xml"/>
  <Override PartName="/ppt/tags/tag915.xml" ContentType="application/vnd.openxmlformats-officedocument.presentationml.tags+xml"/>
  <Override PartName="/ppt/tags/tag916.xml" ContentType="application/vnd.openxmlformats-officedocument.presentationml.tags+xml"/>
  <Override PartName="/ppt/tags/tag917.xml" ContentType="application/vnd.openxmlformats-officedocument.presentationml.tags+xml"/>
  <Override PartName="/ppt/tags/tag918.xml" ContentType="application/vnd.openxmlformats-officedocument.presentationml.tags+xml"/>
  <Override PartName="/ppt/tags/tag919.xml" ContentType="application/vnd.openxmlformats-officedocument.presentationml.tags+xml"/>
  <Override PartName="/ppt/tags/tag92.xml" ContentType="application/vnd.openxmlformats-officedocument.presentationml.tags+xml"/>
  <Override PartName="/ppt/tags/tag920.xml" ContentType="application/vnd.openxmlformats-officedocument.presentationml.tags+xml"/>
  <Override PartName="/ppt/tags/tag921.xml" ContentType="application/vnd.openxmlformats-officedocument.presentationml.tags+xml"/>
  <Override PartName="/ppt/tags/tag922.xml" ContentType="application/vnd.openxmlformats-officedocument.presentationml.tags+xml"/>
  <Override PartName="/ppt/tags/tag923.xml" ContentType="application/vnd.openxmlformats-officedocument.presentationml.tags+xml"/>
  <Override PartName="/ppt/tags/tag924.xml" ContentType="application/vnd.openxmlformats-officedocument.presentationml.tags+xml"/>
  <Override PartName="/ppt/tags/tag925.xml" ContentType="application/vnd.openxmlformats-officedocument.presentationml.tags+xml"/>
  <Override PartName="/ppt/tags/tag926.xml" ContentType="application/vnd.openxmlformats-officedocument.presentationml.tags+xml"/>
  <Override PartName="/ppt/tags/tag927.xml" ContentType="application/vnd.openxmlformats-officedocument.presentationml.tags+xml"/>
  <Override PartName="/ppt/tags/tag928.xml" ContentType="application/vnd.openxmlformats-officedocument.presentationml.tags+xml"/>
  <Override PartName="/ppt/tags/tag929.xml" ContentType="application/vnd.openxmlformats-officedocument.presentationml.tags+xml"/>
  <Override PartName="/ppt/tags/tag93.xml" ContentType="application/vnd.openxmlformats-officedocument.presentationml.tags+xml"/>
  <Override PartName="/ppt/tags/tag930.xml" ContentType="application/vnd.openxmlformats-officedocument.presentationml.tags+xml"/>
  <Override PartName="/ppt/tags/tag931.xml" ContentType="application/vnd.openxmlformats-officedocument.presentationml.tags+xml"/>
  <Override PartName="/ppt/tags/tag932.xml" ContentType="application/vnd.openxmlformats-officedocument.presentationml.tags+xml"/>
  <Override PartName="/ppt/tags/tag933.xml" ContentType="application/vnd.openxmlformats-officedocument.presentationml.tags+xml"/>
  <Override PartName="/ppt/tags/tag934.xml" ContentType="application/vnd.openxmlformats-officedocument.presentationml.tags+xml"/>
  <Override PartName="/ppt/tags/tag935.xml" ContentType="application/vnd.openxmlformats-officedocument.presentationml.tags+xml"/>
  <Override PartName="/ppt/tags/tag936.xml" ContentType="application/vnd.openxmlformats-officedocument.presentationml.tags+xml"/>
  <Override PartName="/ppt/tags/tag937.xml" ContentType="application/vnd.openxmlformats-officedocument.presentationml.tags+xml"/>
  <Override PartName="/ppt/tags/tag938.xml" ContentType="application/vnd.openxmlformats-officedocument.presentationml.tags+xml"/>
  <Override PartName="/ppt/tags/tag939.xml" ContentType="application/vnd.openxmlformats-officedocument.presentationml.tags+xml"/>
  <Override PartName="/ppt/tags/tag94.xml" ContentType="application/vnd.openxmlformats-officedocument.presentationml.tags+xml"/>
  <Override PartName="/ppt/tags/tag940.xml" ContentType="application/vnd.openxmlformats-officedocument.presentationml.tags+xml"/>
  <Override PartName="/ppt/tags/tag941.xml" ContentType="application/vnd.openxmlformats-officedocument.presentationml.tags+xml"/>
  <Override PartName="/ppt/tags/tag942.xml" ContentType="application/vnd.openxmlformats-officedocument.presentationml.tags+xml"/>
  <Override PartName="/ppt/tags/tag943.xml" ContentType="application/vnd.openxmlformats-officedocument.presentationml.tags+xml"/>
  <Override PartName="/ppt/tags/tag944.xml" ContentType="application/vnd.openxmlformats-officedocument.presentationml.tags+xml"/>
  <Override PartName="/ppt/tags/tag945.xml" ContentType="application/vnd.openxmlformats-officedocument.presentationml.tags+xml"/>
  <Override PartName="/ppt/tags/tag946.xml" ContentType="application/vnd.openxmlformats-officedocument.presentationml.tags+xml"/>
  <Override PartName="/ppt/tags/tag947.xml" ContentType="application/vnd.openxmlformats-officedocument.presentationml.tags+xml"/>
  <Override PartName="/ppt/tags/tag948.xml" ContentType="application/vnd.openxmlformats-officedocument.presentationml.tags+xml"/>
  <Override PartName="/ppt/tags/tag949.xml" ContentType="application/vnd.openxmlformats-officedocument.presentationml.tags+xml"/>
  <Override PartName="/ppt/tags/tag95.xml" ContentType="application/vnd.openxmlformats-officedocument.presentationml.tags+xml"/>
  <Override PartName="/ppt/tags/tag950.xml" ContentType="application/vnd.openxmlformats-officedocument.presentationml.tags+xml"/>
  <Override PartName="/ppt/tags/tag951.xml" ContentType="application/vnd.openxmlformats-officedocument.presentationml.tags+xml"/>
  <Override PartName="/ppt/tags/tag952.xml" ContentType="application/vnd.openxmlformats-officedocument.presentationml.tags+xml"/>
  <Override PartName="/ppt/tags/tag953.xml" ContentType="application/vnd.openxmlformats-officedocument.presentationml.tags+xml"/>
  <Override PartName="/ppt/tags/tag954.xml" ContentType="application/vnd.openxmlformats-officedocument.presentationml.tags+xml"/>
  <Override PartName="/ppt/tags/tag955.xml" ContentType="application/vnd.openxmlformats-officedocument.presentationml.tags+xml"/>
  <Override PartName="/ppt/tags/tag956.xml" ContentType="application/vnd.openxmlformats-officedocument.presentationml.tags+xml"/>
  <Override PartName="/ppt/tags/tag957.xml" ContentType="application/vnd.openxmlformats-officedocument.presentationml.tags+xml"/>
  <Override PartName="/ppt/tags/tag958.xml" ContentType="application/vnd.openxmlformats-officedocument.presentationml.tags+xml"/>
  <Override PartName="/ppt/tags/tag959.xml" ContentType="application/vnd.openxmlformats-officedocument.presentationml.tags+xml"/>
  <Override PartName="/ppt/tags/tag96.xml" ContentType="application/vnd.openxmlformats-officedocument.presentationml.tags+xml"/>
  <Override PartName="/ppt/tags/tag960.xml" ContentType="application/vnd.openxmlformats-officedocument.presentationml.tags+xml"/>
  <Override PartName="/ppt/tags/tag961.xml" ContentType="application/vnd.openxmlformats-officedocument.presentationml.tags+xml"/>
  <Override PartName="/ppt/tags/tag962.xml" ContentType="application/vnd.openxmlformats-officedocument.presentationml.tags+xml"/>
  <Override PartName="/ppt/tags/tag963.xml" ContentType="application/vnd.openxmlformats-officedocument.presentationml.tags+xml"/>
  <Override PartName="/ppt/tags/tag964.xml" ContentType="application/vnd.openxmlformats-officedocument.presentationml.tags+xml"/>
  <Override PartName="/ppt/tags/tag965.xml" ContentType="application/vnd.openxmlformats-officedocument.presentationml.tags+xml"/>
  <Override PartName="/ppt/tags/tag966.xml" ContentType="application/vnd.openxmlformats-officedocument.presentationml.tags+xml"/>
  <Override PartName="/ppt/tags/tag967.xml" ContentType="application/vnd.openxmlformats-officedocument.presentationml.tags+xml"/>
  <Override PartName="/ppt/tags/tag968.xml" ContentType="application/vnd.openxmlformats-officedocument.presentationml.tags+xml"/>
  <Override PartName="/ppt/tags/tag969.xml" ContentType="application/vnd.openxmlformats-officedocument.presentationml.tags+xml"/>
  <Override PartName="/ppt/tags/tag97.xml" ContentType="application/vnd.openxmlformats-officedocument.presentationml.tags+xml"/>
  <Override PartName="/ppt/tags/tag970.xml" ContentType="application/vnd.openxmlformats-officedocument.presentationml.tags+xml"/>
  <Override PartName="/ppt/tags/tag971.xml" ContentType="application/vnd.openxmlformats-officedocument.presentationml.tags+xml"/>
  <Override PartName="/ppt/tags/tag972.xml" ContentType="application/vnd.openxmlformats-officedocument.presentationml.tags+xml"/>
  <Override PartName="/ppt/tags/tag973.xml" ContentType="application/vnd.openxmlformats-officedocument.presentationml.tags+xml"/>
  <Override PartName="/ppt/tags/tag974.xml" ContentType="application/vnd.openxmlformats-officedocument.presentationml.tags+xml"/>
  <Override PartName="/ppt/tags/tag975.xml" ContentType="application/vnd.openxmlformats-officedocument.presentationml.tags+xml"/>
  <Override PartName="/ppt/tags/tag976.xml" ContentType="application/vnd.openxmlformats-officedocument.presentationml.tags+xml"/>
  <Override PartName="/ppt/tags/tag977.xml" ContentType="application/vnd.openxmlformats-officedocument.presentationml.tags+xml"/>
  <Override PartName="/ppt/tags/tag978.xml" ContentType="application/vnd.openxmlformats-officedocument.presentationml.tags+xml"/>
  <Override PartName="/ppt/tags/tag979.xml" ContentType="application/vnd.openxmlformats-officedocument.presentationml.tags+xml"/>
  <Override PartName="/ppt/tags/tag98.xml" ContentType="application/vnd.openxmlformats-officedocument.presentationml.tags+xml"/>
  <Override PartName="/ppt/tags/tag980.xml" ContentType="application/vnd.openxmlformats-officedocument.presentationml.tags+xml"/>
  <Override PartName="/ppt/tags/tag981.xml" ContentType="application/vnd.openxmlformats-officedocument.presentationml.tags+xml"/>
  <Override PartName="/ppt/tags/tag982.xml" ContentType="application/vnd.openxmlformats-officedocument.presentationml.tags+xml"/>
  <Override PartName="/ppt/tags/tag983.xml" ContentType="application/vnd.openxmlformats-officedocument.presentationml.tags+xml"/>
  <Override PartName="/ppt/tags/tag984.xml" ContentType="application/vnd.openxmlformats-officedocument.presentationml.tags+xml"/>
  <Override PartName="/ppt/tags/tag985.xml" ContentType="application/vnd.openxmlformats-officedocument.presentationml.tags+xml"/>
  <Override PartName="/ppt/tags/tag986.xml" ContentType="application/vnd.openxmlformats-officedocument.presentationml.tags+xml"/>
  <Override PartName="/ppt/tags/tag987.xml" ContentType="application/vnd.openxmlformats-officedocument.presentationml.tags+xml"/>
  <Override PartName="/ppt/tags/tag988.xml" ContentType="application/vnd.openxmlformats-officedocument.presentationml.tags+xml"/>
  <Override PartName="/ppt/tags/tag989.xml" ContentType="application/vnd.openxmlformats-officedocument.presentationml.tags+xml"/>
  <Override PartName="/ppt/tags/tag99.xml" ContentType="application/vnd.openxmlformats-officedocument.presentationml.tags+xml"/>
  <Override PartName="/ppt/tags/tag990.xml" ContentType="application/vnd.openxmlformats-officedocument.presentationml.tags+xml"/>
  <Override PartName="/ppt/tags/tag991.xml" ContentType="application/vnd.openxmlformats-officedocument.presentationml.tags+xml"/>
  <Override PartName="/ppt/tags/tag992.xml" ContentType="application/vnd.openxmlformats-officedocument.presentationml.tags+xml"/>
  <Override PartName="/ppt/tags/tag993.xml" ContentType="application/vnd.openxmlformats-officedocument.presentationml.tags+xml"/>
  <Override PartName="/ppt/tags/tag994.xml" ContentType="application/vnd.openxmlformats-officedocument.presentationml.tags+xml"/>
  <Override PartName="/ppt/tags/tag995.xml" ContentType="application/vnd.openxmlformats-officedocument.presentationml.tags+xml"/>
  <Override PartName="/ppt/tags/tag996.xml" ContentType="application/vnd.openxmlformats-officedocument.presentationml.tags+xml"/>
  <Override PartName="/ppt/tags/tag997.xml" ContentType="application/vnd.openxmlformats-officedocument.presentationml.tags+xml"/>
  <Override PartName="/ppt/tags/tag998.xml" ContentType="application/vnd.openxmlformats-officedocument.presentationml.tags+xml"/>
  <Override PartName="/ppt/tags/tag999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1" r:id="rId3"/>
    <p:sldMasterId id="2147483671" r:id="rId4"/>
    <p:sldMasterId id="2147483691" r:id="rId5"/>
    <p:sldMasterId id="2147483711" r:id="rId6"/>
    <p:sldMasterId id="2147483731" r:id="rId7"/>
    <p:sldMasterId id="2147483751" r:id="rId8"/>
    <p:sldMasterId id="2147483771" r:id="rId9"/>
    <p:sldMasterId id="2147483790" r:id="rId10"/>
    <p:sldMasterId id="2147483809" r:id="rId11"/>
  </p:sldMasterIdLst>
  <p:notesMasterIdLst>
    <p:notesMasterId r:id="rId13"/>
  </p:notesMasterIdLst>
  <p:sldIdLst>
    <p:sldId id="287" r:id="rId12"/>
    <p:sldId id="288" r:id="rId14"/>
    <p:sldId id="290" r:id="rId15"/>
    <p:sldId id="291" r:id="rId16"/>
    <p:sldId id="293" r:id="rId17"/>
    <p:sldId id="328" r:id="rId18"/>
    <p:sldId id="296" r:id="rId19"/>
    <p:sldId id="331" r:id="rId20"/>
    <p:sldId id="336" r:id="rId21"/>
    <p:sldId id="337" r:id="rId22"/>
    <p:sldId id="299" r:id="rId23"/>
    <p:sldId id="339" r:id="rId24"/>
    <p:sldId id="340" r:id="rId25"/>
    <p:sldId id="341" r:id="rId26"/>
    <p:sldId id="342" r:id="rId27"/>
    <p:sldId id="345" r:id="rId28"/>
    <p:sldId id="346" r:id="rId29"/>
    <p:sldId id="335" r:id="rId30"/>
    <p:sldId id="347" r:id="rId31"/>
    <p:sldId id="300" r:id="rId32"/>
    <p:sldId id="349" r:id="rId33"/>
    <p:sldId id="292" r:id="rId34"/>
    <p:sldId id="350" r:id="rId35"/>
    <p:sldId id="351" r:id="rId36"/>
    <p:sldId id="295" r:id="rId37"/>
    <p:sldId id="353" r:id="rId38"/>
    <p:sldId id="355" r:id="rId39"/>
    <p:sldId id="356" r:id="rId40"/>
    <p:sldId id="357" r:id="rId41"/>
    <p:sldId id="358" r:id="rId42"/>
    <p:sldId id="360" r:id="rId43"/>
    <p:sldId id="359" r:id="rId44"/>
    <p:sldId id="302" r:id="rId45"/>
    <p:sldId id="363" r:id="rId46"/>
    <p:sldId id="364" r:id="rId47"/>
    <p:sldId id="365" r:id="rId48"/>
    <p:sldId id="367" r:id="rId49"/>
    <p:sldId id="327" r:id="rId5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Master" Target="slideMasters/slideMaster8.xml"/><Relationship Id="rId8" Type="http://schemas.openxmlformats.org/officeDocument/2006/relationships/slideMaster" Target="slideMasters/slideMaster7.xml"/><Relationship Id="rId7" Type="http://schemas.openxmlformats.org/officeDocument/2006/relationships/slideMaster" Target="slideMasters/slideMaster6.xml"/><Relationship Id="rId6" Type="http://schemas.openxmlformats.org/officeDocument/2006/relationships/slideMaster" Target="slideMasters/slideMaster5.xml"/><Relationship Id="rId53" Type="http://schemas.openxmlformats.org/officeDocument/2006/relationships/tableStyles" Target="tableStyles.xml"/><Relationship Id="rId52" Type="http://schemas.openxmlformats.org/officeDocument/2006/relationships/viewProps" Target="viewProps.xml"/><Relationship Id="rId51" Type="http://schemas.openxmlformats.org/officeDocument/2006/relationships/presProps" Target="presProps.xml"/><Relationship Id="rId50" Type="http://schemas.openxmlformats.org/officeDocument/2006/relationships/slide" Target="slides/slide38.xml"/><Relationship Id="rId5" Type="http://schemas.openxmlformats.org/officeDocument/2006/relationships/slideMaster" Target="slideMasters/slideMaster4.xml"/><Relationship Id="rId49" Type="http://schemas.openxmlformats.org/officeDocument/2006/relationships/slide" Target="slides/slide37.xml"/><Relationship Id="rId48" Type="http://schemas.openxmlformats.org/officeDocument/2006/relationships/slide" Target="slides/slide36.xml"/><Relationship Id="rId47" Type="http://schemas.openxmlformats.org/officeDocument/2006/relationships/slide" Target="slides/slide35.xml"/><Relationship Id="rId46" Type="http://schemas.openxmlformats.org/officeDocument/2006/relationships/slide" Target="slides/slide34.xml"/><Relationship Id="rId45" Type="http://schemas.openxmlformats.org/officeDocument/2006/relationships/slide" Target="slides/slide33.xml"/><Relationship Id="rId44" Type="http://schemas.openxmlformats.org/officeDocument/2006/relationships/slide" Target="slides/slide32.xml"/><Relationship Id="rId43" Type="http://schemas.openxmlformats.org/officeDocument/2006/relationships/slide" Target="slides/slide31.xml"/><Relationship Id="rId42" Type="http://schemas.openxmlformats.org/officeDocument/2006/relationships/slide" Target="slides/slide30.xml"/><Relationship Id="rId41" Type="http://schemas.openxmlformats.org/officeDocument/2006/relationships/slide" Target="slides/slide29.xml"/><Relationship Id="rId40" Type="http://schemas.openxmlformats.org/officeDocument/2006/relationships/slide" Target="slides/slide28.xml"/><Relationship Id="rId4" Type="http://schemas.openxmlformats.org/officeDocument/2006/relationships/slideMaster" Target="slideMasters/slideMaster3.xml"/><Relationship Id="rId39" Type="http://schemas.openxmlformats.org/officeDocument/2006/relationships/slide" Target="slides/slide27.xml"/><Relationship Id="rId38" Type="http://schemas.openxmlformats.org/officeDocument/2006/relationships/slide" Target="slides/slide26.xml"/><Relationship Id="rId37" Type="http://schemas.openxmlformats.org/officeDocument/2006/relationships/slide" Target="slides/slide25.xml"/><Relationship Id="rId36" Type="http://schemas.openxmlformats.org/officeDocument/2006/relationships/slide" Target="slides/slide24.xml"/><Relationship Id="rId35" Type="http://schemas.openxmlformats.org/officeDocument/2006/relationships/slide" Target="slides/slide23.xml"/><Relationship Id="rId34" Type="http://schemas.openxmlformats.org/officeDocument/2006/relationships/slide" Target="slides/slide22.xml"/><Relationship Id="rId33" Type="http://schemas.openxmlformats.org/officeDocument/2006/relationships/slide" Target="slides/slide21.xml"/><Relationship Id="rId32" Type="http://schemas.openxmlformats.org/officeDocument/2006/relationships/slide" Target="slides/slide20.xml"/><Relationship Id="rId31" Type="http://schemas.openxmlformats.org/officeDocument/2006/relationships/slide" Target="slides/slide19.xml"/><Relationship Id="rId30" Type="http://schemas.openxmlformats.org/officeDocument/2006/relationships/slide" Target="slides/slide18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17.xml"/><Relationship Id="rId28" Type="http://schemas.openxmlformats.org/officeDocument/2006/relationships/slide" Target="slides/slide16.xml"/><Relationship Id="rId27" Type="http://schemas.openxmlformats.org/officeDocument/2006/relationships/slide" Target="slides/slide15.xml"/><Relationship Id="rId26" Type="http://schemas.openxmlformats.org/officeDocument/2006/relationships/slide" Target="slides/slide14.xml"/><Relationship Id="rId25" Type="http://schemas.openxmlformats.org/officeDocument/2006/relationships/slide" Target="slides/slide13.xml"/><Relationship Id="rId24" Type="http://schemas.openxmlformats.org/officeDocument/2006/relationships/slide" Target="slides/slide12.xml"/><Relationship Id="rId23" Type="http://schemas.openxmlformats.org/officeDocument/2006/relationships/slide" Target="slides/slide11.xml"/><Relationship Id="rId22" Type="http://schemas.openxmlformats.org/officeDocument/2006/relationships/slide" Target="slides/slide10.xml"/><Relationship Id="rId21" Type="http://schemas.openxmlformats.org/officeDocument/2006/relationships/slide" Target="slides/slide9.xml"/><Relationship Id="rId20" Type="http://schemas.openxmlformats.org/officeDocument/2006/relationships/slide" Target="slides/slide8.xml"/><Relationship Id="rId2" Type="http://schemas.openxmlformats.org/officeDocument/2006/relationships/theme" Target="theme/theme1.xml"/><Relationship Id="rId19" Type="http://schemas.openxmlformats.org/officeDocument/2006/relationships/slide" Target="slides/slide7.xml"/><Relationship Id="rId18" Type="http://schemas.openxmlformats.org/officeDocument/2006/relationships/slide" Target="slides/slide6.xml"/><Relationship Id="rId17" Type="http://schemas.openxmlformats.org/officeDocument/2006/relationships/slide" Target="slides/slide5.xml"/><Relationship Id="rId16" Type="http://schemas.openxmlformats.org/officeDocument/2006/relationships/slide" Target="slides/slide4.xml"/><Relationship Id="rId15" Type="http://schemas.openxmlformats.org/officeDocument/2006/relationships/slide" Target="slides/slide3.xml"/><Relationship Id="rId14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2" Type="http://schemas.openxmlformats.org/officeDocument/2006/relationships/slide" Target="slides/slide1.xml"/><Relationship Id="rId11" Type="http://schemas.openxmlformats.org/officeDocument/2006/relationships/slideMaster" Target="slideMasters/slideMaster10.xml"/><Relationship Id="rId10" Type="http://schemas.openxmlformats.org/officeDocument/2006/relationships/slideMaster" Target="slideMasters/slideMaster9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9" Type="http://schemas.openxmlformats.org/officeDocument/2006/relationships/tags" Target="../tags/tag4.xml"/><Relationship Id="rId8" Type="http://schemas.openxmlformats.org/officeDocument/2006/relationships/image" Target="file:///C:\Users\Administrator\Desktop\&#32032;&#26448;&#20998;&#31867;\&#25968;&#25454;&#21830;&#21153;\&#20027;&#39064;\&#22270;&#29255;11.png" TargetMode="External"/><Relationship Id="rId7" Type="http://schemas.openxmlformats.org/officeDocument/2006/relationships/image" Target="../media/image2.png"/><Relationship Id="rId6" Type="http://schemas.openxmlformats.org/officeDocument/2006/relationships/tags" Target="../tags/tag3.xml"/><Relationship Id="rId5" Type="http://schemas.openxmlformats.org/officeDocument/2006/relationships/tags" Target="../tags/tag2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0" Type="http://schemas.openxmlformats.org/officeDocument/2006/relationships/tags" Target="../tags/tag11.xml"/><Relationship Id="rId2" Type="http://schemas.openxmlformats.org/officeDocument/2006/relationships/tags" Target="../tags/tag1.xml"/><Relationship Id="rId19" Type="http://schemas.openxmlformats.org/officeDocument/2006/relationships/tags" Target="../tags/tag10.xml"/><Relationship Id="rId18" Type="http://schemas.openxmlformats.org/officeDocument/2006/relationships/tags" Target="../tags/tag9.xml"/><Relationship Id="rId17" Type="http://schemas.openxmlformats.org/officeDocument/2006/relationships/tags" Target="../tags/tag8.xml"/><Relationship Id="rId16" Type="http://schemas.openxmlformats.org/officeDocument/2006/relationships/tags" Target="../tags/tag7.xml"/><Relationship Id="rId15" Type="http://schemas.openxmlformats.org/officeDocument/2006/relationships/tags" Target="../tags/tag6.xml"/><Relationship Id="rId14" Type="http://schemas.openxmlformats.org/officeDocument/2006/relationships/image" Target="file:///F:\Lets_Create/pic_temp/1_pic_quater_right_down.png" TargetMode="External"/><Relationship Id="rId13" Type="http://schemas.openxmlformats.org/officeDocument/2006/relationships/image" Target="../media/image4.png"/><Relationship Id="rId12" Type="http://schemas.openxmlformats.org/officeDocument/2006/relationships/tags" Target="../tags/tag5.xml"/><Relationship Id="rId11" Type="http://schemas.openxmlformats.org/officeDocument/2006/relationships/image" Target="file:///F:\Lets_Create/pic_temp/0_pic_quater_right_down.png" TargetMode="External"/><Relationship Id="rId10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4" Type="http://schemas.openxmlformats.org/officeDocument/2006/relationships/tags" Target="../tags/tag14.xml"/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image" Target="../media/image6.png"/><Relationship Id="rId8" Type="http://schemas.openxmlformats.org/officeDocument/2006/relationships/tags" Target="../tags/tag19.xml"/><Relationship Id="rId7" Type="http://schemas.openxmlformats.org/officeDocument/2006/relationships/image" Target="file:///F:\Lets_Create/pic_temp/pic_half_top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18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" Type="http://schemas.openxmlformats.org/officeDocument/2006/relationships/tags" Target="../tags/tag17.xml"/><Relationship Id="rId15" Type="http://schemas.openxmlformats.org/officeDocument/2006/relationships/tags" Target="../tags/tag24.xml"/><Relationship Id="rId14" Type="http://schemas.openxmlformats.org/officeDocument/2006/relationships/tags" Target="../tags/tag23.xml"/><Relationship Id="rId13" Type="http://schemas.openxmlformats.org/officeDocument/2006/relationships/tags" Target="../tags/tag22.xml"/><Relationship Id="rId12" Type="http://schemas.openxmlformats.org/officeDocument/2006/relationships/tags" Target="../tags/tag21.xml"/><Relationship Id="rId11" Type="http://schemas.openxmlformats.org/officeDocument/2006/relationships/tags" Target="../tags/tag20.xml"/><Relationship Id="rId10" Type="http://schemas.openxmlformats.org/officeDocument/2006/relationships/image" Target="file:///F:\Lets_Create/pic_temp/pic_half_down.png" TargetMode="External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7" Type="http://schemas.openxmlformats.org/officeDocument/2006/relationships/tags" Target="../tags/tag30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9" Type="http://schemas.openxmlformats.org/officeDocument/2006/relationships/tags" Target="../tags/tag38.xml"/><Relationship Id="rId8" Type="http://schemas.openxmlformats.org/officeDocument/2006/relationships/tags" Target="../tags/tag37.xml"/><Relationship Id="rId7" Type="http://schemas.openxmlformats.org/officeDocument/2006/relationships/tags" Target="../tags/tag36.xml"/><Relationship Id="rId6" Type="http://schemas.openxmlformats.org/officeDocument/2006/relationships/tags" Target="../tags/tag35.xml"/><Relationship Id="rId5" Type="http://schemas.openxmlformats.org/officeDocument/2006/relationships/tags" Target="../tags/tag34.xml"/><Relationship Id="rId4" Type="http://schemas.openxmlformats.org/officeDocument/2006/relationships/tags" Target="../tags/tag33.xml"/><Relationship Id="rId3" Type="http://schemas.openxmlformats.org/officeDocument/2006/relationships/tags" Target="../tags/tag32.xml"/><Relationship Id="rId2" Type="http://schemas.openxmlformats.org/officeDocument/2006/relationships/tags" Target="../tags/tag31.xml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41.xml"/><Relationship Id="rId7" Type="http://schemas.openxmlformats.org/officeDocument/2006/relationships/image" Target="file:///C:\Users\Administrator\Desktop\&#32032;&#26448;&#20998;&#31867;\&#25968;&#25454;&#21830;&#21153;\&#20027;&#39064;\&#22270;&#29255;11.png" TargetMode="External"/><Relationship Id="rId6" Type="http://schemas.openxmlformats.org/officeDocument/2006/relationships/image" Target="../media/image7.png"/><Relationship Id="rId5" Type="http://schemas.openxmlformats.org/officeDocument/2006/relationships/tags" Target="../tags/tag40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" Type="http://schemas.openxmlformats.org/officeDocument/2006/relationships/tags" Target="../tags/tag39.xml"/><Relationship Id="rId14" Type="http://schemas.openxmlformats.org/officeDocument/2006/relationships/tags" Target="../tags/tag45.xml"/><Relationship Id="rId13" Type="http://schemas.openxmlformats.org/officeDocument/2006/relationships/tags" Target="../tags/tag44.xml"/><Relationship Id="rId12" Type="http://schemas.openxmlformats.org/officeDocument/2006/relationships/tags" Target="../tags/tag43.xml"/><Relationship Id="rId11" Type="http://schemas.openxmlformats.org/officeDocument/2006/relationships/tags" Target="../tags/tag42.xml"/><Relationship Id="rId10" Type="http://schemas.openxmlformats.org/officeDocument/2006/relationships/image" Target="file:///F:\Lets_Create/pic_temp/1_pic_quater_right_down.png" TargetMode="External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4" Type="http://schemas.openxmlformats.org/officeDocument/2006/relationships/tags" Target="../tags/tag48.xml"/><Relationship Id="rId3" Type="http://schemas.openxmlformats.org/officeDocument/2006/relationships/tags" Target="../tags/tag47.xml"/><Relationship Id="rId2" Type="http://schemas.openxmlformats.org/officeDocument/2006/relationships/tags" Target="../tags/tag46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7" Type="http://schemas.openxmlformats.org/officeDocument/2006/relationships/tags" Target="../tags/tag54.xml"/><Relationship Id="rId6" Type="http://schemas.openxmlformats.org/officeDocument/2006/relationships/tags" Target="../tags/tag53.xml"/><Relationship Id="rId5" Type="http://schemas.openxmlformats.org/officeDocument/2006/relationships/tags" Target="../tags/tag52.xml"/><Relationship Id="rId4" Type="http://schemas.openxmlformats.org/officeDocument/2006/relationships/tags" Target="../tags/tag51.xml"/><Relationship Id="rId3" Type="http://schemas.openxmlformats.org/officeDocument/2006/relationships/tags" Target="../tags/tag50.xml"/><Relationship Id="rId2" Type="http://schemas.openxmlformats.org/officeDocument/2006/relationships/tags" Target="../tags/tag4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9.xml"/><Relationship Id="rId5" Type="http://schemas.openxmlformats.org/officeDocument/2006/relationships/tags" Target="../tags/tag58.xml"/><Relationship Id="rId4" Type="http://schemas.openxmlformats.org/officeDocument/2006/relationships/tags" Target="../tags/tag57.xml"/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5" Type="http://schemas.openxmlformats.org/officeDocument/2006/relationships/tags" Target="../tags/tag63.xml"/><Relationship Id="rId4" Type="http://schemas.openxmlformats.org/officeDocument/2006/relationships/tags" Target="../tags/tag62.xml"/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67.xml"/><Relationship Id="rId8" Type="http://schemas.openxmlformats.org/officeDocument/2006/relationships/image" Target="file:///F:\Lets_Create/pic_temp/pic_half_left.png" TargetMode="External"/><Relationship Id="rId7" Type="http://schemas.openxmlformats.org/officeDocument/2006/relationships/image" Target="../media/image8.png"/><Relationship Id="rId6" Type="http://schemas.openxmlformats.org/officeDocument/2006/relationships/tags" Target="../tags/tag66.xml"/><Relationship Id="rId5" Type="http://schemas.openxmlformats.org/officeDocument/2006/relationships/tags" Target="../tags/tag65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1" Type="http://schemas.openxmlformats.org/officeDocument/2006/relationships/tags" Target="../tags/tag75.xml"/><Relationship Id="rId20" Type="http://schemas.openxmlformats.org/officeDocument/2006/relationships/tags" Target="../tags/tag74.xml"/><Relationship Id="rId2" Type="http://schemas.openxmlformats.org/officeDocument/2006/relationships/tags" Target="../tags/tag64.xml"/><Relationship Id="rId19" Type="http://schemas.openxmlformats.org/officeDocument/2006/relationships/tags" Target="../tags/tag73.xml"/><Relationship Id="rId18" Type="http://schemas.openxmlformats.org/officeDocument/2006/relationships/tags" Target="../tags/tag72.xml"/><Relationship Id="rId17" Type="http://schemas.openxmlformats.org/officeDocument/2006/relationships/tags" Target="../tags/tag71.xml"/><Relationship Id="rId16" Type="http://schemas.openxmlformats.org/officeDocument/2006/relationships/tags" Target="../tags/tag70.xml"/><Relationship Id="rId15" Type="http://schemas.openxmlformats.org/officeDocument/2006/relationships/image" Target="file:///F:\Lets_Create/pic_temp/1_pic_quater_right_down.png" TargetMode="External"/><Relationship Id="rId14" Type="http://schemas.openxmlformats.org/officeDocument/2006/relationships/image" Target="../media/image4.png"/><Relationship Id="rId13" Type="http://schemas.openxmlformats.org/officeDocument/2006/relationships/tags" Target="../tags/tag69.xml"/><Relationship Id="rId12" Type="http://schemas.openxmlformats.org/officeDocument/2006/relationships/tags" Target="../tags/tag68.xml"/><Relationship Id="rId11" Type="http://schemas.openxmlformats.org/officeDocument/2006/relationships/image" Target="file:///F:\Lets_Create/pic_temp/pic_half_right.png" TargetMode="External"/><Relationship Id="rId10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79.xml"/><Relationship Id="rId8" Type="http://schemas.openxmlformats.org/officeDocument/2006/relationships/tags" Target="../tags/tag78.xml"/><Relationship Id="rId7" Type="http://schemas.openxmlformats.org/officeDocument/2006/relationships/image" Target="file:///F:\Lets_Create/pic_temp/1_pic_quater_right_down.png" TargetMode="External"/><Relationship Id="rId6" Type="http://schemas.openxmlformats.org/officeDocument/2006/relationships/image" Target="../media/image4.png"/><Relationship Id="rId5" Type="http://schemas.openxmlformats.org/officeDocument/2006/relationships/tags" Target="../tags/tag77.xml"/><Relationship Id="rId4" Type="http://schemas.openxmlformats.org/officeDocument/2006/relationships/image" Target="file:///F:\Lets_Create/pic_temp/0_pic_quater_right_down.png" TargetMode="External"/><Relationship Id="rId3" Type="http://schemas.openxmlformats.org/officeDocument/2006/relationships/image" Target="../media/image3.png"/><Relationship Id="rId2" Type="http://schemas.openxmlformats.org/officeDocument/2006/relationships/tags" Target="../tags/tag76.xml"/><Relationship Id="rId11" Type="http://schemas.openxmlformats.org/officeDocument/2006/relationships/tags" Target="../tags/tag81.xml"/><Relationship Id="rId10" Type="http://schemas.openxmlformats.org/officeDocument/2006/relationships/tags" Target="../tags/tag80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7" Type="http://schemas.openxmlformats.org/officeDocument/2006/relationships/tags" Target="../tags/tag87.xml"/><Relationship Id="rId6" Type="http://schemas.openxmlformats.org/officeDocument/2006/relationships/tags" Target="../tags/tag86.xml"/><Relationship Id="rId5" Type="http://schemas.openxmlformats.org/officeDocument/2006/relationships/tags" Target="../tags/tag85.xml"/><Relationship Id="rId4" Type="http://schemas.openxmlformats.org/officeDocument/2006/relationships/tags" Target="../tags/tag84.xml"/><Relationship Id="rId3" Type="http://schemas.openxmlformats.org/officeDocument/2006/relationships/tags" Target="../tags/tag83.xml"/><Relationship Id="rId2" Type="http://schemas.openxmlformats.org/officeDocument/2006/relationships/tags" Target="../tags/tag82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9" Type="http://schemas.openxmlformats.org/officeDocument/2006/relationships/tags" Target="../tags/tag91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90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3.png"/><Relationship Id="rId3" Type="http://schemas.openxmlformats.org/officeDocument/2006/relationships/tags" Target="../tags/tag89.xml"/><Relationship Id="rId2" Type="http://schemas.openxmlformats.org/officeDocument/2006/relationships/tags" Target="../tags/tag88.xml"/><Relationship Id="rId14" Type="http://schemas.openxmlformats.org/officeDocument/2006/relationships/tags" Target="../tags/tag96.xml"/><Relationship Id="rId13" Type="http://schemas.openxmlformats.org/officeDocument/2006/relationships/tags" Target="../tags/tag95.xml"/><Relationship Id="rId12" Type="http://schemas.openxmlformats.org/officeDocument/2006/relationships/tags" Target="../tags/tag94.xml"/><Relationship Id="rId11" Type="http://schemas.openxmlformats.org/officeDocument/2006/relationships/tags" Target="../tags/tag93.xml"/><Relationship Id="rId10" Type="http://schemas.openxmlformats.org/officeDocument/2006/relationships/tags" Target="../tags/tag92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9" Type="http://schemas.openxmlformats.org/officeDocument/2006/relationships/tags" Target="../tags/tag100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4.png"/><Relationship Id="rId6" Type="http://schemas.openxmlformats.org/officeDocument/2006/relationships/tags" Target="../tags/tag99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3.png"/><Relationship Id="rId3" Type="http://schemas.openxmlformats.org/officeDocument/2006/relationships/tags" Target="../tags/tag98.xml"/><Relationship Id="rId2" Type="http://schemas.openxmlformats.org/officeDocument/2006/relationships/tags" Target="../tags/tag97.xml"/><Relationship Id="rId14" Type="http://schemas.openxmlformats.org/officeDocument/2006/relationships/tags" Target="../tags/tag105.xml"/><Relationship Id="rId13" Type="http://schemas.openxmlformats.org/officeDocument/2006/relationships/tags" Target="../tags/tag104.xml"/><Relationship Id="rId12" Type="http://schemas.openxmlformats.org/officeDocument/2006/relationships/tags" Target="../tags/tag103.xml"/><Relationship Id="rId11" Type="http://schemas.openxmlformats.org/officeDocument/2006/relationships/tags" Target="../tags/tag102.xml"/><Relationship Id="rId10" Type="http://schemas.openxmlformats.org/officeDocument/2006/relationships/tags" Target="../tags/tag101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9" Type="http://schemas.openxmlformats.org/officeDocument/2006/relationships/tags" Target="../tags/tag109.xml"/><Relationship Id="rId8" Type="http://schemas.openxmlformats.org/officeDocument/2006/relationships/tags" Target="../tags/tag108.xml"/><Relationship Id="rId7" Type="http://schemas.openxmlformats.org/officeDocument/2006/relationships/image" Target="file:///F:\Lets_Create/pic_temp/1_pic_quater_right_down.png" TargetMode="External"/><Relationship Id="rId6" Type="http://schemas.openxmlformats.org/officeDocument/2006/relationships/image" Target="../media/image4.png"/><Relationship Id="rId5" Type="http://schemas.openxmlformats.org/officeDocument/2006/relationships/tags" Target="../tags/tag107.xml"/><Relationship Id="rId4" Type="http://schemas.openxmlformats.org/officeDocument/2006/relationships/image" Target="file:///F:\Lets_Create/pic_temp/0_pic_quater_right_down.png" TargetMode="External"/><Relationship Id="rId3" Type="http://schemas.openxmlformats.org/officeDocument/2006/relationships/image" Target="../media/image3.png"/><Relationship Id="rId2" Type="http://schemas.openxmlformats.org/officeDocument/2006/relationships/tags" Target="../tags/tag106.xml"/><Relationship Id="rId14" Type="http://schemas.openxmlformats.org/officeDocument/2006/relationships/tags" Target="../tags/tag114.xml"/><Relationship Id="rId13" Type="http://schemas.openxmlformats.org/officeDocument/2006/relationships/tags" Target="../tags/tag113.xml"/><Relationship Id="rId12" Type="http://schemas.openxmlformats.org/officeDocument/2006/relationships/tags" Target="../tags/tag112.xml"/><Relationship Id="rId11" Type="http://schemas.openxmlformats.org/officeDocument/2006/relationships/tags" Target="../tags/tag111.xml"/><Relationship Id="rId10" Type="http://schemas.openxmlformats.org/officeDocument/2006/relationships/tags" Target="../tags/tag110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9" Type="http://schemas.openxmlformats.org/officeDocument/2006/relationships/tags" Target="../tags/tag118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4.png"/><Relationship Id="rId6" Type="http://schemas.openxmlformats.org/officeDocument/2006/relationships/tags" Target="../tags/tag117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11.png"/><Relationship Id="rId3" Type="http://schemas.openxmlformats.org/officeDocument/2006/relationships/tags" Target="../tags/tag116.xml"/><Relationship Id="rId2" Type="http://schemas.openxmlformats.org/officeDocument/2006/relationships/tags" Target="../tags/tag115.xml"/><Relationship Id="rId16" Type="http://schemas.openxmlformats.org/officeDocument/2006/relationships/tags" Target="../tags/tag125.xml"/><Relationship Id="rId15" Type="http://schemas.openxmlformats.org/officeDocument/2006/relationships/tags" Target="../tags/tag124.xml"/><Relationship Id="rId14" Type="http://schemas.openxmlformats.org/officeDocument/2006/relationships/tags" Target="../tags/tag123.xml"/><Relationship Id="rId13" Type="http://schemas.openxmlformats.org/officeDocument/2006/relationships/tags" Target="../tags/tag122.xml"/><Relationship Id="rId12" Type="http://schemas.openxmlformats.org/officeDocument/2006/relationships/tags" Target="../tags/tag121.xml"/><Relationship Id="rId11" Type="http://schemas.openxmlformats.org/officeDocument/2006/relationships/tags" Target="../tags/tag120.xml"/><Relationship Id="rId10" Type="http://schemas.openxmlformats.org/officeDocument/2006/relationships/tags" Target="../tags/tag119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9" Type="http://schemas.openxmlformats.org/officeDocument/2006/relationships/tags" Target="../tags/tag129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128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12.png"/><Relationship Id="rId3" Type="http://schemas.openxmlformats.org/officeDocument/2006/relationships/tags" Target="../tags/tag127.xml"/><Relationship Id="rId2" Type="http://schemas.openxmlformats.org/officeDocument/2006/relationships/tags" Target="../tags/tag126.xml"/><Relationship Id="rId13" Type="http://schemas.openxmlformats.org/officeDocument/2006/relationships/tags" Target="../tags/tag133.xml"/><Relationship Id="rId12" Type="http://schemas.openxmlformats.org/officeDocument/2006/relationships/tags" Target="../tags/tag132.xml"/><Relationship Id="rId11" Type="http://schemas.openxmlformats.org/officeDocument/2006/relationships/tags" Target="../tags/tag131.xml"/><Relationship Id="rId10" Type="http://schemas.openxmlformats.org/officeDocument/2006/relationships/tags" Target="../tags/tag130.xml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9" Type="http://schemas.openxmlformats.org/officeDocument/2006/relationships/tags" Target="../tags/tag143.xml"/><Relationship Id="rId8" Type="http://schemas.openxmlformats.org/officeDocument/2006/relationships/image" Target="file:///C:\Users\Administrator\Desktop\&#32032;&#26448;&#20998;&#31867;\&#25968;&#25454;&#21830;&#21153;\&#20027;&#39064;\&#22270;&#29255;11.png" TargetMode="External"/><Relationship Id="rId7" Type="http://schemas.openxmlformats.org/officeDocument/2006/relationships/image" Target="../media/image2.png"/><Relationship Id="rId6" Type="http://schemas.openxmlformats.org/officeDocument/2006/relationships/tags" Target="../tags/tag142.xml"/><Relationship Id="rId5" Type="http://schemas.openxmlformats.org/officeDocument/2006/relationships/tags" Target="../tags/tag141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0" Type="http://schemas.openxmlformats.org/officeDocument/2006/relationships/tags" Target="../tags/tag150.xml"/><Relationship Id="rId2" Type="http://schemas.openxmlformats.org/officeDocument/2006/relationships/tags" Target="../tags/tag140.xml"/><Relationship Id="rId19" Type="http://schemas.openxmlformats.org/officeDocument/2006/relationships/tags" Target="../tags/tag149.xml"/><Relationship Id="rId18" Type="http://schemas.openxmlformats.org/officeDocument/2006/relationships/tags" Target="../tags/tag148.xml"/><Relationship Id="rId17" Type="http://schemas.openxmlformats.org/officeDocument/2006/relationships/tags" Target="../tags/tag147.xml"/><Relationship Id="rId16" Type="http://schemas.openxmlformats.org/officeDocument/2006/relationships/tags" Target="../tags/tag146.xml"/><Relationship Id="rId15" Type="http://schemas.openxmlformats.org/officeDocument/2006/relationships/tags" Target="../tags/tag145.xml"/><Relationship Id="rId14" Type="http://schemas.openxmlformats.org/officeDocument/2006/relationships/image" Target="file:///F:\Lets_Create/pic_temp/1_pic_quater_right_down.png" TargetMode="External"/><Relationship Id="rId13" Type="http://schemas.openxmlformats.org/officeDocument/2006/relationships/image" Target="../media/image4.png"/><Relationship Id="rId12" Type="http://schemas.openxmlformats.org/officeDocument/2006/relationships/tags" Target="../tags/tag144.xml"/><Relationship Id="rId11" Type="http://schemas.openxmlformats.org/officeDocument/2006/relationships/image" Target="file:///F:\Lets_Create/pic_temp/0_pic_quater_right_down.png" TargetMode="External"/><Relationship Id="rId10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6" Type="http://schemas.openxmlformats.org/officeDocument/2006/relationships/tags" Target="../tags/tag155.xml"/><Relationship Id="rId5" Type="http://schemas.openxmlformats.org/officeDocument/2006/relationships/tags" Target="../tags/tag154.xml"/><Relationship Id="rId4" Type="http://schemas.openxmlformats.org/officeDocument/2006/relationships/tags" Target="../tags/tag153.xml"/><Relationship Id="rId3" Type="http://schemas.openxmlformats.org/officeDocument/2006/relationships/tags" Target="../tags/tag152.xml"/><Relationship Id="rId2" Type="http://schemas.openxmlformats.org/officeDocument/2006/relationships/tags" Target="../tags/tag151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9" Type="http://schemas.openxmlformats.org/officeDocument/2006/relationships/image" Target="../media/image6.png"/><Relationship Id="rId8" Type="http://schemas.openxmlformats.org/officeDocument/2006/relationships/tags" Target="../tags/tag158.xml"/><Relationship Id="rId7" Type="http://schemas.openxmlformats.org/officeDocument/2006/relationships/image" Target="file:///F:\Lets_Create/pic_temp/pic_half_top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157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" Type="http://schemas.openxmlformats.org/officeDocument/2006/relationships/tags" Target="../tags/tag156.xml"/><Relationship Id="rId15" Type="http://schemas.openxmlformats.org/officeDocument/2006/relationships/tags" Target="../tags/tag163.xml"/><Relationship Id="rId14" Type="http://schemas.openxmlformats.org/officeDocument/2006/relationships/tags" Target="../tags/tag162.xml"/><Relationship Id="rId13" Type="http://schemas.openxmlformats.org/officeDocument/2006/relationships/tags" Target="../tags/tag161.xml"/><Relationship Id="rId12" Type="http://schemas.openxmlformats.org/officeDocument/2006/relationships/tags" Target="../tags/tag160.xml"/><Relationship Id="rId11" Type="http://schemas.openxmlformats.org/officeDocument/2006/relationships/tags" Target="../tags/tag159.xml"/><Relationship Id="rId10" Type="http://schemas.openxmlformats.org/officeDocument/2006/relationships/image" Target="file:///F:\Lets_Create/pic_temp/pic_half_down.png" TargetMode="Externa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7" Type="http://schemas.openxmlformats.org/officeDocument/2006/relationships/tags" Target="../tags/tag169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3" Type="http://schemas.openxmlformats.org/officeDocument/2006/relationships/tags" Target="../tags/tag165.xml"/><Relationship Id="rId2" Type="http://schemas.openxmlformats.org/officeDocument/2006/relationships/tags" Target="../tags/tag164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177.xml"/><Relationship Id="rId8" Type="http://schemas.openxmlformats.org/officeDocument/2006/relationships/tags" Target="../tags/tag176.xml"/><Relationship Id="rId7" Type="http://schemas.openxmlformats.org/officeDocument/2006/relationships/tags" Target="../tags/tag175.xml"/><Relationship Id="rId6" Type="http://schemas.openxmlformats.org/officeDocument/2006/relationships/tags" Target="../tags/tag174.xml"/><Relationship Id="rId5" Type="http://schemas.openxmlformats.org/officeDocument/2006/relationships/tags" Target="../tags/tag173.xml"/><Relationship Id="rId4" Type="http://schemas.openxmlformats.org/officeDocument/2006/relationships/tags" Target="../tags/tag172.xml"/><Relationship Id="rId3" Type="http://schemas.openxmlformats.org/officeDocument/2006/relationships/tags" Target="../tags/tag171.xml"/><Relationship Id="rId2" Type="http://schemas.openxmlformats.org/officeDocument/2006/relationships/tags" Target="../tags/tag170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180.xml"/><Relationship Id="rId7" Type="http://schemas.openxmlformats.org/officeDocument/2006/relationships/image" Target="file:///C:\Users\Administrator\Desktop\&#32032;&#26448;&#20998;&#31867;\&#25968;&#25454;&#21830;&#21153;\&#20027;&#39064;\&#22270;&#29255;11.png" TargetMode="External"/><Relationship Id="rId6" Type="http://schemas.openxmlformats.org/officeDocument/2006/relationships/image" Target="../media/image7.png"/><Relationship Id="rId5" Type="http://schemas.openxmlformats.org/officeDocument/2006/relationships/tags" Target="../tags/tag179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" Type="http://schemas.openxmlformats.org/officeDocument/2006/relationships/tags" Target="../tags/tag178.xml"/><Relationship Id="rId14" Type="http://schemas.openxmlformats.org/officeDocument/2006/relationships/tags" Target="../tags/tag184.xml"/><Relationship Id="rId13" Type="http://schemas.openxmlformats.org/officeDocument/2006/relationships/tags" Target="../tags/tag183.xml"/><Relationship Id="rId12" Type="http://schemas.openxmlformats.org/officeDocument/2006/relationships/tags" Target="../tags/tag182.xml"/><Relationship Id="rId11" Type="http://schemas.openxmlformats.org/officeDocument/2006/relationships/tags" Target="../tags/tag181.xml"/><Relationship Id="rId10" Type="http://schemas.openxmlformats.org/officeDocument/2006/relationships/image" Target="file:///F:\Lets_Create/pic_temp/1_pic_quater_right_down.png" TargetMode="Externa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4" Type="http://schemas.openxmlformats.org/officeDocument/2006/relationships/tags" Target="../tags/tag187.xml"/><Relationship Id="rId3" Type="http://schemas.openxmlformats.org/officeDocument/2006/relationships/tags" Target="../tags/tag186.xml"/><Relationship Id="rId2" Type="http://schemas.openxmlformats.org/officeDocument/2006/relationships/tags" Target="../tags/tag185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7" Type="http://schemas.openxmlformats.org/officeDocument/2006/relationships/tags" Target="../tags/tag193.xml"/><Relationship Id="rId6" Type="http://schemas.openxmlformats.org/officeDocument/2006/relationships/tags" Target="../tags/tag192.xml"/><Relationship Id="rId5" Type="http://schemas.openxmlformats.org/officeDocument/2006/relationships/tags" Target="../tags/tag191.xml"/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" Type="http://schemas.openxmlformats.org/officeDocument/2006/relationships/tags" Target="../tags/tag188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6" Type="http://schemas.openxmlformats.org/officeDocument/2006/relationships/tags" Target="../tags/tag198.xml"/><Relationship Id="rId5" Type="http://schemas.openxmlformats.org/officeDocument/2006/relationships/tags" Target="../tags/tag197.xml"/><Relationship Id="rId4" Type="http://schemas.openxmlformats.org/officeDocument/2006/relationships/tags" Target="../tags/tag196.xml"/><Relationship Id="rId3" Type="http://schemas.openxmlformats.org/officeDocument/2006/relationships/tags" Target="../tags/tag195.xml"/><Relationship Id="rId2" Type="http://schemas.openxmlformats.org/officeDocument/2006/relationships/tags" Target="../tags/tag194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202.xml"/><Relationship Id="rId4" Type="http://schemas.openxmlformats.org/officeDocument/2006/relationships/tags" Target="../tags/tag201.xml"/><Relationship Id="rId3" Type="http://schemas.openxmlformats.org/officeDocument/2006/relationships/tags" Target="../tags/tag200.xml"/><Relationship Id="rId2" Type="http://schemas.openxmlformats.org/officeDocument/2006/relationships/tags" Target="../tags/tag199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9" Type="http://schemas.openxmlformats.org/officeDocument/2006/relationships/tags" Target="../tags/tag206.xml"/><Relationship Id="rId8" Type="http://schemas.openxmlformats.org/officeDocument/2006/relationships/image" Target="file:///F:\Lets_Create/pic_temp/pic_half_left.png" TargetMode="External"/><Relationship Id="rId7" Type="http://schemas.openxmlformats.org/officeDocument/2006/relationships/image" Target="../media/image8.png"/><Relationship Id="rId6" Type="http://schemas.openxmlformats.org/officeDocument/2006/relationships/tags" Target="../tags/tag205.xml"/><Relationship Id="rId5" Type="http://schemas.openxmlformats.org/officeDocument/2006/relationships/tags" Target="../tags/tag204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1" Type="http://schemas.openxmlformats.org/officeDocument/2006/relationships/tags" Target="../tags/tag214.xml"/><Relationship Id="rId20" Type="http://schemas.openxmlformats.org/officeDocument/2006/relationships/tags" Target="../tags/tag213.xml"/><Relationship Id="rId2" Type="http://schemas.openxmlformats.org/officeDocument/2006/relationships/tags" Target="../tags/tag203.xml"/><Relationship Id="rId19" Type="http://schemas.openxmlformats.org/officeDocument/2006/relationships/tags" Target="../tags/tag212.xml"/><Relationship Id="rId18" Type="http://schemas.openxmlformats.org/officeDocument/2006/relationships/tags" Target="../tags/tag211.xml"/><Relationship Id="rId17" Type="http://schemas.openxmlformats.org/officeDocument/2006/relationships/tags" Target="../tags/tag210.xml"/><Relationship Id="rId16" Type="http://schemas.openxmlformats.org/officeDocument/2006/relationships/tags" Target="../tags/tag209.xml"/><Relationship Id="rId15" Type="http://schemas.openxmlformats.org/officeDocument/2006/relationships/image" Target="file:///F:\Lets_Create/pic_temp/1_pic_quater_right_down.png" TargetMode="External"/><Relationship Id="rId14" Type="http://schemas.openxmlformats.org/officeDocument/2006/relationships/image" Target="../media/image4.png"/><Relationship Id="rId13" Type="http://schemas.openxmlformats.org/officeDocument/2006/relationships/tags" Target="../tags/tag208.xml"/><Relationship Id="rId12" Type="http://schemas.openxmlformats.org/officeDocument/2006/relationships/tags" Target="../tags/tag207.xml"/><Relationship Id="rId11" Type="http://schemas.openxmlformats.org/officeDocument/2006/relationships/image" Target="file:///F:\Lets_Create/pic_temp/pic_half_right.png" TargetMode="External"/><Relationship Id="rId10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9" Type="http://schemas.openxmlformats.org/officeDocument/2006/relationships/tags" Target="../tags/tag218.xml"/><Relationship Id="rId8" Type="http://schemas.openxmlformats.org/officeDocument/2006/relationships/tags" Target="../tags/tag217.xml"/><Relationship Id="rId7" Type="http://schemas.openxmlformats.org/officeDocument/2006/relationships/image" Target="file:///F:\Lets_Create/pic_temp/1_pic_quater_right_down.png" TargetMode="External"/><Relationship Id="rId6" Type="http://schemas.openxmlformats.org/officeDocument/2006/relationships/image" Target="../media/image4.png"/><Relationship Id="rId5" Type="http://schemas.openxmlformats.org/officeDocument/2006/relationships/tags" Target="../tags/tag216.xml"/><Relationship Id="rId4" Type="http://schemas.openxmlformats.org/officeDocument/2006/relationships/image" Target="file:///F:\Lets_Create/pic_temp/0_pic_quater_right_down.png" TargetMode="External"/><Relationship Id="rId3" Type="http://schemas.openxmlformats.org/officeDocument/2006/relationships/image" Target="../media/image3.png"/><Relationship Id="rId2" Type="http://schemas.openxmlformats.org/officeDocument/2006/relationships/tags" Target="../tags/tag215.xml"/><Relationship Id="rId11" Type="http://schemas.openxmlformats.org/officeDocument/2006/relationships/tags" Target="../tags/tag220.xml"/><Relationship Id="rId10" Type="http://schemas.openxmlformats.org/officeDocument/2006/relationships/tags" Target="../tags/tag219.xml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7" Type="http://schemas.openxmlformats.org/officeDocument/2006/relationships/tags" Target="../tags/tag226.xml"/><Relationship Id="rId6" Type="http://schemas.openxmlformats.org/officeDocument/2006/relationships/tags" Target="../tags/tag225.xml"/><Relationship Id="rId5" Type="http://schemas.openxmlformats.org/officeDocument/2006/relationships/tags" Target="../tags/tag224.xml"/><Relationship Id="rId4" Type="http://schemas.openxmlformats.org/officeDocument/2006/relationships/tags" Target="../tags/tag223.xml"/><Relationship Id="rId3" Type="http://schemas.openxmlformats.org/officeDocument/2006/relationships/tags" Target="../tags/tag222.xml"/><Relationship Id="rId2" Type="http://schemas.openxmlformats.org/officeDocument/2006/relationships/tags" Target="../tags/tag221.xml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9" Type="http://schemas.openxmlformats.org/officeDocument/2006/relationships/tags" Target="../tags/tag230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229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3.png"/><Relationship Id="rId3" Type="http://schemas.openxmlformats.org/officeDocument/2006/relationships/tags" Target="../tags/tag228.xml"/><Relationship Id="rId2" Type="http://schemas.openxmlformats.org/officeDocument/2006/relationships/tags" Target="../tags/tag227.xml"/><Relationship Id="rId14" Type="http://schemas.openxmlformats.org/officeDocument/2006/relationships/tags" Target="../tags/tag235.xml"/><Relationship Id="rId13" Type="http://schemas.openxmlformats.org/officeDocument/2006/relationships/tags" Target="../tags/tag234.xml"/><Relationship Id="rId12" Type="http://schemas.openxmlformats.org/officeDocument/2006/relationships/tags" Target="../tags/tag233.xml"/><Relationship Id="rId11" Type="http://schemas.openxmlformats.org/officeDocument/2006/relationships/tags" Target="../tags/tag232.xml"/><Relationship Id="rId10" Type="http://schemas.openxmlformats.org/officeDocument/2006/relationships/tags" Target="../tags/tag231.xml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9" Type="http://schemas.openxmlformats.org/officeDocument/2006/relationships/tags" Target="../tags/tag239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4.png"/><Relationship Id="rId6" Type="http://schemas.openxmlformats.org/officeDocument/2006/relationships/tags" Target="../tags/tag238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3.png"/><Relationship Id="rId3" Type="http://schemas.openxmlformats.org/officeDocument/2006/relationships/tags" Target="../tags/tag237.xml"/><Relationship Id="rId2" Type="http://schemas.openxmlformats.org/officeDocument/2006/relationships/tags" Target="../tags/tag236.xml"/><Relationship Id="rId14" Type="http://schemas.openxmlformats.org/officeDocument/2006/relationships/tags" Target="../tags/tag244.xml"/><Relationship Id="rId13" Type="http://schemas.openxmlformats.org/officeDocument/2006/relationships/tags" Target="../tags/tag243.xml"/><Relationship Id="rId12" Type="http://schemas.openxmlformats.org/officeDocument/2006/relationships/tags" Target="../tags/tag242.xml"/><Relationship Id="rId11" Type="http://schemas.openxmlformats.org/officeDocument/2006/relationships/tags" Target="../tags/tag241.xml"/><Relationship Id="rId10" Type="http://schemas.openxmlformats.org/officeDocument/2006/relationships/tags" Target="../tags/tag240.xml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9" Type="http://schemas.openxmlformats.org/officeDocument/2006/relationships/tags" Target="../tags/tag248.xml"/><Relationship Id="rId8" Type="http://schemas.openxmlformats.org/officeDocument/2006/relationships/tags" Target="../tags/tag247.xml"/><Relationship Id="rId7" Type="http://schemas.openxmlformats.org/officeDocument/2006/relationships/image" Target="file:///F:\Lets_Create/pic_temp/1_pic_quater_right_down.png" TargetMode="External"/><Relationship Id="rId6" Type="http://schemas.openxmlformats.org/officeDocument/2006/relationships/image" Target="../media/image4.png"/><Relationship Id="rId5" Type="http://schemas.openxmlformats.org/officeDocument/2006/relationships/tags" Target="../tags/tag246.xml"/><Relationship Id="rId4" Type="http://schemas.openxmlformats.org/officeDocument/2006/relationships/image" Target="file:///F:\Lets_Create/pic_temp/0_pic_quater_right_down.png" TargetMode="External"/><Relationship Id="rId3" Type="http://schemas.openxmlformats.org/officeDocument/2006/relationships/image" Target="../media/image3.png"/><Relationship Id="rId2" Type="http://schemas.openxmlformats.org/officeDocument/2006/relationships/tags" Target="../tags/tag245.xml"/><Relationship Id="rId14" Type="http://schemas.openxmlformats.org/officeDocument/2006/relationships/tags" Target="../tags/tag253.xml"/><Relationship Id="rId13" Type="http://schemas.openxmlformats.org/officeDocument/2006/relationships/tags" Target="../tags/tag252.xml"/><Relationship Id="rId12" Type="http://schemas.openxmlformats.org/officeDocument/2006/relationships/tags" Target="../tags/tag251.xml"/><Relationship Id="rId11" Type="http://schemas.openxmlformats.org/officeDocument/2006/relationships/tags" Target="../tags/tag250.xml"/><Relationship Id="rId10" Type="http://schemas.openxmlformats.org/officeDocument/2006/relationships/tags" Target="../tags/tag249.xml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9" Type="http://schemas.openxmlformats.org/officeDocument/2006/relationships/tags" Target="../tags/tag257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4.png"/><Relationship Id="rId6" Type="http://schemas.openxmlformats.org/officeDocument/2006/relationships/tags" Target="../tags/tag256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11.png"/><Relationship Id="rId3" Type="http://schemas.openxmlformats.org/officeDocument/2006/relationships/tags" Target="../tags/tag255.xml"/><Relationship Id="rId2" Type="http://schemas.openxmlformats.org/officeDocument/2006/relationships/tags" Target="../tags/tag254.xml"/><Relationship Id="rId16" Type="http://schemas.openxmlformats.org/officeDocument/2006/relationships/tags" Target="../tags/tag264.xml"/><Relationship Id="rId15" Type="http://schemas.openxmlformats.org/officeDocument/2006/relationships/tags" Target="../tags/tag263.xml"/><Relationship Id="rId14" Type="http://schemas.openxmlformats.org/officeDocument/2006/relationships/tags" Target="../tags/tag262.xml"/><Relationship Id="rId13" Type="http://schemas.openxmlformats.org/officeDocument/2006/relationships/tags" Target="../tags/tag261.xml"/><Relationship Id="rId12" Type="http://schemas.openxmlformats.org/officeDocument/2006/relationships/tags" Target="../tags/tag260.xml"/><Relationship Id="rId11" Type="http://schemas.openxmlformats.org/officeDocument/2006/relationships/tags" Target="../tags/tag259.xml"/><Relationship Id="rId10" Type="http://schemas.openxmlformats.org/officeDocument/2006/relationships/tags" Target="../tags/tag258.xml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9" Type="http://schemas.openxmlformats.org/officeDocument/2006/relationships/tags" Target="../tags/tag268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267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12.png"/><Relationship Id="rId3" Type="http://schemas.openxmlformats.org/officeDocument/2006/relationships/tags" Target="../tags/tag266.xml"/><Relationship Id="rId2" Type="http://schemas.openxmlformats.org/officeDocument/2006/relationships/tags" Target="../tags/tag265.xml"/><Relationship Id="rId13" Type="http://schemas.openxmlformats.org/officeDocument/2006/relationships/tags" Target="../tags/tag272.xml"/><Relationship Id="rId12" Type="http://schemas.openxmlformats.org/officeDocument/2006/relationships/tags" Target="../tags/tag271.xml"/><Relationship Id="rId11" Type="http://schemas.openxmlformats.org/officeDocument/2006/relationships/tags" Target="../tags/tag270.xml"/><Relationship Id="rId10" Type="http://schemas.openxmlformats.org/officeDocument/2006/relationships/tags" Target="../tags/tag269.xml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9" Type="http://schemas.openxmlformats.org/officeDocument/2006/relationships/tags" Target="../tags/tag282.xml"/><Relationship Id="rId8" Type="http://schemas.openxmlformats.org/officeDocument/2006/relationships/image" Target="file:///C:\Users\Administrator\Desktop\&#32032;&#26448;&#20998;&#31867;\&#25968;&#25454;&#21830;&#21153;\&#20027;&#39064;\&#22270;&#29255;11.png" TargetMode="External"/><Relationship Id="rId7" Type="http://schemas.openxmlformats.org/officeDocument/2006/relationships/image" Target="../media/image2.png"/><Relationship Id="rId6" Type="http://schemas.openxmlformats.org/officeDocument/2006/relationships/tags" Target="../tags/tag281.xml"/><Relationship Id="rId5" Type="http://schemas.openxmlformats.org/officeDocument/2006/relationships/tags" Target="../tags/tag280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0" Type="http://schemas.openxmlformats.org/officeDocument/2006/relationships/tags" Target="../tags/tag289.xml"/><Relationship Id="rId2" Type="http://schemas.openxmlformats.org/officeDocument/2006/relationships/tags" Target="../tags/tag279.xml"/><Relationship Id="rId19" Type="http://schemas.openxmlformats.org/officeDocument/2006/relationships/tags" Target="../tags/tag288.xml"/><Relationship Id="rId18" Type="http://schemas.openxmlformats.org/officeDocument/2006/relationships/tags" Target="../tags/tag287.xml"/><Relationship Id="rId17" Type="http://schemas.openxmlformats.org/officeDocument/2006/relationships/tags" Target="../tags/tag286.xml"/><Relationship Id="rId16" Type="http://schemas.openxmlformats.org/officeDocument/2006/relationships/tags" Target="../tags/tag285.xml"/><Relationship Id="rId15" Type="http://schemas.openxmlformats.org/officeDocument/2006/relationships/tags" Target="../tags/tag284.xml"/><Relationship Id="rId14" Type="http://schemas.openxmlformats.org/officeDocument/2006/relationships/image" Target="file:///F:\Lets_Create/pic_temp/1_pic_quater_right_down.png" TargetMode="External"/><Relationship Id="rId13" Type="http://schemas.openxmlformats.org/officeDocument/2006/relationships/image" Target="../media/image4.png"/><Relationship Id="rId12" Type="http://schemas.openxmlformats.org/officeDocument/2006/relationships/tags" Target="../tags/tag283.xml"/><Relationship Id="rId11" Type="http://schemas.openxmlformats.org/officeDocument/2006/relationships/image" Target="file:///F:\Lets_Create/pic_temp/0_pic_quater_right_down.png" TargetMode="External"/><Relationship Id="rId10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6" Type="http://schemas.openxmlformats.org/officeDocument/2006/relationships/tags" Target="../tags/tag294.xml"/><Relationship Id="rId5" Type="http://schemas.openxmlformats.org/officeDocument/2006/relationships/tags" Target="../tags/tag293.xml"/><Relationship Id="rId4" Type="http://schemas.openxmlformats.org/officeDocument/2006/relationships/tags" Target="../tags/tag292.xml"/><Relationship Id="rId3" Type="http://schemas.openxmlformats.org/officeDocument/2006/relationships/tags" Target="../tags/tag291.xml"/><Relationship Id="rId2" Type="http://schemas.openxmlformats.org/officeDocument/2006/relationships/tags" Target="../tags/tag290.xml"/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9" Type="http://schemas.openxmlformats.org/officeDocument/2006/relationships/image" Target="../media/image6.png"/><Relationship Id="rId8" Type="http://schemas.openxmlformats.org/officeDocument/2006/relationships/tags" Target="../tags/tag297.xml"/><Relationship Id="rId7" Type="http://schemas.openxmlformats.org/officeDocument/2006/relationships/image" Target="file:///F:\Lets_Create/pic_temp/pic_half_top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296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" Type="http://schemas.openxmlformats.org/officeDocument/2006/relationships/tags" Target="../tags/tag295.xml"/><Relationship Id="rId15" Type="http://schemas.openxmlformats.org/officeDocument/2006/relationships/tags" Target="../tags/tag302.xml"/><Relationship Id="rId14" Type="http://schemas.openxmlformats.org/officeDocument/2006/relationships/tags" Target="../tags/tag301.xml"/><Relationship Id="rId13" Type="http://schemas.openxmlformats.org/officeDocument/2006/relationships/tags" Target="../tags/tag300.xml"/><Relationship Id="rId12" Type="http://schemas.openxmlformats.org/officeDocument/2006/relationships/tags" Target="../tags/tag299.xml"/><Relationship Id="rId11" Type="http://schemas.openxmlformats.org/officeDocument/2006/relationships/tags" Target="../tags/tag298.xml"/><Relationship Id="rId10" Type="http://schemas.openxmlformats.org/officeDocument/2006/relationships/image" Target="file:///F:\Lets_Create/pic_temp/pic_half_down.png" TargetMode="External"/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7" Type="http://schemas.openxmlformats.org/officeDocument/2006/relationships/tags" Target="../tags/tag308.xml"/><Relationship Id="rId6" Type="http://schemas.openxmlformats.org/officeDocument/2006/relationships/tags" Target="../tags/tag307.xml"/><Relationship Id="rId5" Type="http://schemas.openxmlformats.org/officeDocument/2006/relationships/tags" Target="../tags/tag306.xml"/><Relationship Id="rId4" Type="http://schemas.openxmlformats.org/officeDocument/2006/relationships/tags" Target="../tags/tag305.xml"/><Relationship Id="rId3" Type="http://schemas.openxmlformats.org/officeDocument/2006/relationships/tags" Target="../tags/tag304.xml"/><Relationship Id="rId2" Type="http://schemas.openxmlformats.org/officeDocument/2006/relationships/tags" Target="../tags/tag303.xml"/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9" Type="http://schemas.openxmlformats.org/officeDocument/2006/relationships/tags" Target="../tags/tag316.xml"/><Relationship Id="rId8" Type="http://schemas.openxmlformats.org/officeDocument/2006/relationships/tags" Target="../tags/tag315.xml"/><Relationship Id="rId7" Type="http://schemas.openxmlformats.org/officeDocument/2006/relationships/tags" Target="../tags/tag314.xml"/><Relationship Id="rId6" Type="http://schemas.openxmlformats.org/officeDocument/2006/relationships/tags" Target="../tags/tag313.xml"/><Relationship Id="rId5" Type="http://schemas.openxmlformats.org/officeDocument/2006/relationships/tags" Target="../tags/tag312.xml"/><Relationship Id="rId4" Type="http://schemas.openxmlformats.org/officeDocument/2006/relationships/tags" Target="../tags/tag311.xml"/><Relationship Id="rId3" Type="http://schemas.openxmlformats.org/officeDocument/2006/relationships/tags" Target="../tags/tag310.xml"/><Relationship Id="rId2" Type="http://schemas.openxmlformats.org/officeDocument/2006/relationships/tags" Target="../tags/tag309.xml"/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319.xml"/><Relationship Id="rId7" Type="http://schemas.openxmlformats.org/officeDocument/2006/relationships/image" Target="file:///C:\Users\Administrator\Desktop\&#32032;&#26448;&#20998;&#31867;\&#25968;&#25454;&#21830;&#21153;\&#20027;&#39064;\&#22270;&#29255;11.png" TargetMode="External"/><Relationship Id="rId6" Type="http://schemas.openxmlformats.org/officeDocument/2006/relationships/image" Target="../media/image7.png"/><Relationship Id="rId5" Type="http://schemas.openxmlformats.org/officeDocument/2006/relationships/tags" Target="../tags/tag318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" Type="http://schemas.openxmlformats.org/officeDocument/2006/relationships/tags" Target="../tags/tag317.xml"/><Relationship Id="rId14" Type="http://schemas.openxmlformats.org/officeDocument/2006/relationships/tags" Target="../tags/tag323.xml"/><Relationship Id="rId13" Type="http://schemas.openxmlformats.org/officeDocument/2006/relationships/tags" Target="../tags/tag322.xml"/><Relationship Id="rId12" Type="http://schemas.openxmlformats.org/officeDocument/2006/relationships/tags" Target="../tags/tag321.xml"/><Relationship Id="rId11" Type="http://schemas.openxmlformats.org/officeDocument/2006/relationships/tags" Target="../tags/tag320.xml"/><Relationship Id="rId10" Type="http://schemas.openxmlformats.org/officeDocument/2006/relationships/image" Target="file:///F:\Lets_Create/pic_temp/1_pic_quater_right_down.png" TargetMode="External"/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4" Type="http://schemas.openxmlformats.org/officeDocument/2006/relationships/tags" Target="../tags/tag326.xml"/><Relationship Id="rId3" Type="http://schemas.openxmlformats.org/officeDocument/2006/relationships/tags" Target="../tags/tag325.xml"/><Relationship Id="rId2" Type="http://schemas.openxmlformats.org/officeDocument/2006/relationships/tags" Target="../tags/tag324.xml"/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7" Type="http://schemas.openxmlformats.org/officeDocument/2006/relationships/tags" Target="../tags/tag332.xml"/><Relationship Id="rId6" Type="http://schemas.openxmlformats.org/officeDocument/2006/relationships/tags" Target="../tags/tag331.xml"/><Relationship Id="rId5" Type="http://schemas.openxmlformats.org/officeDocument/2006/relationships/tags" Target="../tags/tag330.xml"/><Relationship Id="rId4" Type="http://schemas.openxmlformats.org/officeDocument/2006/relationships/tags" Target="../tags/tag329.xml"/><Relationship Id="rId3" Type="http://schemas.openxmlformats.org/officeDocument/2006/relationships/tags" Target="../tags/tag328.xml"/><Relationship Id="rId2" Type="http://schemas.openxmlformats.org/officeDocument/2006/relationships/tags" Target="../tags/tag327.xml"/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6" Type="http://schemas.openxmlformats.org/officeDocument/2006/relationships/tags" Target="../tags/tag337.xml"/><Relationship Id="rId5" Type="http://schemas.openxmlformats.org/officeDocument/2006/relationships/tags" Target="../tags/tag336.xml"/><Relationship Id="rId4" Type="http://schemas.openxmlformats.org/officeDocument/2006/relationships/tags" Target="../tags/tag335.xml"/><Relationship Id="rId3" Type="http://schemas.openxmlformats.org/officeDocument/2006/relationships/tags" Target="../tags/tag334.xml"/><Relationship Id="rId2" Type="http://schemas.openxmlformats.org/officeDocument/2006/relationships/tags" Target="../tags/tag333.xml"/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5" Type="http://schemas.openxmlformats.org/officeDocument/2006/relationships/tags" Target="../tags/tag341.xml"/><Relationship Id="rId4" Type="http://schemas.openxmlformats.org/officeDocument/2006/relationships/tags" Target="../tags/tag340.xml"/><Relationship Id="rId3" Type="http://schemas.openxmlformats.org/officeDocument/2006/relationships/tags" Target="../tags/tag339.xml"/><Relationship Id="rId2" Type="http://schemas.openxmlformats.org/officeDocument/2006/relationships/tags" Target="../tags/tag338.xml"/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9" Type="http://schemas.openxmlformats.org/officeDocument/2006/relationships/tags" Target="../tags/tag345.xml"/><Relationship Id="rId8" Type="http://schemas.openxmlformats.org/officeDocument/2006/relationships/image" Target="file:///F:\Lets_Create/pic_temp/pic_half_left.png" TargetMode="External"/><Relationship Id="rId7" Type="http://schemas.openxmlformats.org/officeDocument/2006/relationships/image" Target="../media/image8.png"/><Relationship Id="rId6" Type="http://schemas.openxmlformats.org/officeDocument/2006/relationships/tags" Target="../tags/tag344.xml"/><Relationship Id="rId5" Type="http://schemas.openxmlformats.org/officeDocument/2006/relationships/tags" Target="../tags/tag343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1" Type="http://schemas.openxmlformats.org/officeDocument/2006/relationships/tags" Target="../tags/tag353.xml"/><Relationship Id="rId20" Type="http://schemas.openxmlformats.org/officeDocument/2006/relationships/tags" Target="../tags/tag352.xml"/><Relationship Id="rId2" Type="http://schemas.openxmlformats.org/officeDocument/2006/relationships/tags" Target="../tags/tag342.xml"/><Relationship Id="rId19" Type="http://schemas.openxmlformats.org/officeDocument/2006/relationships/tags" Target="../tags/tag351.xml"/><Relationship Id="rId18" Type="http://schemas.openxmlformats.org/officeDocument/2006/relationships/tags" Target="../tags/tag350.xml"/><Relationship Id="rId17" Type="http://schemas.openxmlformats.org/officeDocument/2006/relationships/tags" Target="../tags/tag349.xml"/><Relationship Id="rId16" Type="http://schemas.openxmlformats.org/officeDocument/2006/relationships/tags" Target="../tags/tag348.xml"/><Relationship Id="rId15" Type="http://schemas.openxmlformats.org/officeDocument/2006/relationships/image" Target="file:///F:\Lets_Create/pic_temp/1_pic_quater_right_down.png" TargetMode="External"/><Relationship Id="rId14" Type="http://schemas.openxmlformats.org/officeDocument/2006/relationships/image" Target="../media/image4.png"/><Relationship Id="rId13" Type="http://schemas.openxmlformats.org/officeDocument/2006/relationships/tags" Target="../tags/tag347.xml"/><Relationship Id="rId12" Type="http://schemas.openxmlformats.org/officeDocument/2006/relationships/tags" Target="../tags/tag346.xml"/><Relationship Id="rId11" Type="http://schemas.openxmlformats.org/officeDocument/2006/relationships/image" Target="file:///F:\Lets_Create/pic_temp/pic_half_right.png" TargetMode="External"/><Relationship Id="rId10" Type="http://schemas.openxmlformats.org/officeDocument/2006/relationships/image" Target="../media/image9.png"/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9" Type="http://schemas.openxmlformats.org/officeDocument/2006/relationships/tags" Target="../tags/tag357.xml"/><Relationship Id="rId8" Type="http://schemas.openxmlformats.org/officeDocument/2006/relationships/tags" Target="../tags/tag356.xml"/><Relationship Id="rId7" Type="http://schemas.openxmlformats.org/officeDocument/2006/relationships/image" Target="file:///F:\Lets_Create/pic_temp/1_pic_quater_right_down.png" TargetMode="External"/><Relationship Id="rId6" Type="http://schemas.openxmlformats.org/officeDocument/2006/relationships/image" Target="../media/image4.png"/><Relationship Id="rId5" Type="http://schemas.openxmlformats.org/officeDocument/2006/relationships/tags" Target="../tags/tag355.xml"/><Relationship Id="rId4" Type="http://schemas.openxmlformats.org/officeDocument/2006/relationships/image" Target="file:///F:\Lets_Create/pic_temp/0_pic_quater_right_down.png" TargetMode="External"/><Relationship Id="rId3" Type="http://schemas.openxmlformats.org/officeDocument/2006/relationships/image" Target="../media/image3.png"/><Relationship Id="rId2" Type="http://schemas.openxmlformats.org/officeDocument/2006/relationships/tags" Target="../tags/tag354.xml"/><Relationship Id="rId11" Type="http://schemas.openxmlformats.org/officeDocument/2006/relationships/tags" Target="../tags/tag359.xml"/><Relationship Id="rId10" Type="http://schemas.openxmlformats.org/officeDocument/2006/relationships/tags" Target="../tags/tag358.xml"/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7" Type="http://schemas.openxmlformats.org/officeDocument/2006/relationships/tags" Target="../tags/tag365.xml"/><Relationship Id="rId6" Type="http://schemas.openxmlformats.org/officeDocument/2006/relationships/tags" Target="../tags/tag364.xml"/><Relationship Id="rId5" Type="http://schemas.openxmlformats.org/officeDocument/2006/relationships/tags" Target="../tags/tag363.xml"/><Relationship Id="rId4" Type="http://schemas.openxmlformats.org/officeDocument/2006/relationships/tags" Target="../tags/tag362.xml"/><Relationship Id="rId3" Type="http://schemas.openxmlformats.org/officeDocument/2006/relationships/tags" Target="../tags/tag361.xml"/><Relationship Id="rId2" Type="http://schemas.openxmlformats.org/officeDocument/2006/relationships/tags" Target="../tags/tag360.xml"/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9" Type="http://schemas.openxmlformats.org/officeDocument/2006/relationships/tags" Target="../tags/tag369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368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3.png"/><Relationship Id="rId3" Type="http://schemas.openxmlformats.org/officeDocument/2006/relationships/tags" Target="../tags/tag367.xml"/><Relationship Id="rId2" Type="http://schemas.openxmlformats.org/officeDocument/2006/relationships/tags" Target="../tags/tag366.xml"/><Relationship Id="rId14" Type="http://schemas.openxmlformats.org/officeDocument/2006/relationships/tags" Target="../tags/tag374.xml"/><Relationship Id="rId13" Type="http://schemas.openxmlformats.org/officeDocument/2006/relationships/tags" Target="../tags/tag373.xml"/><Relationship Id="rId12" Type="http://schemas.openxmlformats.org/officeDocument/2006/relationships/tags" Target="../tags/tag372.xml"/><Relationship Id="rId11" Type="http://schemas.openxmlformats.org/officeDocument/2006/relationships/tags" Target="../tags/tag371.xml"/><Relationship Id="rId10" Type="http://schemas.openxmlformats.org/officeDocument/2006/relationships/tags" Target="../tags/tag370.xml"/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9" Type="http://schemas.openxmlformats.org/officeDocument/2006/relationships/tags" Target="../tags/tag378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4.png"/><Relationship Id="rId6" Type="http://schemas.openxmlformats.org/officeDocument/2006/relationships/tags" Target="../tags/tag377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3.png"/><Relationship Id="rId3" Type="http://schemas.openxmlformats.org/officeDocument/2006/relationships/tags" Target="../tags/tag376.xml"/><Relationship Id="rId2" Type="http://schemas.openxmlformats.org/officeDocument/2006/relationships/tags" Target="../tags/tag375.xml"/><Relationship Id="rId14" Type="http://schemas.openxmlformats.org/officeDocument/2006/relationships/tags" Target="../tags/tag383.xml"/><Relationship Id="rId13" Type="http://schemas.openxmlformats.org/officeDocument/2006/relationships/tags" Target="../tags/tag382.xml"/><Relationship Id="rId12" Type="http://schemas.openxmlformats.org/officeDocument/2006/relationships/tags" Target="../tags/tag381.xml"/><Relationship Id="rId11" Type="http://schemas.openxmlformats.org/officeDocument/2006/relationships/tags" Target="../tags/tag380.xml"/><Relationship Id="rId10" Type="http://schemas.openxmlformats.org/officeDocument/2006/relationships/tags" Target="../tags/tag379.xml"/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9" Type="http://schemas.openxmlformats.org/officeDocument/2006/relationships/tags" Target="../tags/tag387.xml"/><Relationship Id="rId8" Type="http://schemas.openxmlformats.org/officeDocument/2006/relationships/tags" Target="../tags/tag386.xml"/><Relationship Id="rId7" Type="http://schemas.openxmlformats.org/officeDocument/2006/relationships/image" Target="file:///F:\Lets_Create/pic_temp/1_pic_quater_right_down.png" TargetMode="External"/><Relationship Id="rId6" Type="http://schemas.openxmlformats.org/officeDocument/2006/relationships/image" Target="../media/image4.png"/><Relationship Id="rId5" Type="http://schemas.openxmlformats.org/officeDocument/2006/relationships/tags" Target="../tags/tag385.xml"/><Relationship Id="rId4" Type="http://schemas.openxmlformats.org/officeDocument/2006/relationships/image" Target="file:///F:\Lets_Create/pic_temp/0_pic_quater_right_down.png" TargetMode="External"/><Relationship Id="rId3" Type="http://schemas.openxmlformats.org/officeDocument/2006/relationships/image" Target="../media/image3.png"/><Relationship Id="rId2" Type="http://schemas.openxmlformats.org/officeDocument/2006/relationships/tags" Target="../tags/tag384.xml"/><Relationship Id="rId14" Type="http://schemas.openxmlformats.org/officeDocument/2006/relationships/tags" Target="../tags/tag392.xml"/><Relationship Id="rId13" Type="http://schemas.openxmlformats.org/officeDocument/2006/relationships/tags" Target="../tags/tag391.xml"/><Relationship Id="rId12" Type="http://schemas.openxmlformats.org/officeDocument/2006/relationships/tags" Target="../tags/tag390.xml"/><Relationship Id="rId11" Type="http://schemas.openxmlformats.org/officeDocument/2006/relationships/tags" Target="../tags/tag389.xml"/><Relationship Id="rId10" Type="http://schemas.openxmlformats.org/officeDocument/2006/relationships/tags" Target="../tags/tag388.xml"/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9" Type="http://schemas.openxmlformats.org/officeDocument/2006/relationships/tags" Target="../tags/tag396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4.png"/><Relationship Id="rId6" Type="http://schemas.openxmlformats.org/officeDocument/2006/relationships/tags" Target="../tags/tag395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11.png"/><Relationship Id="rId3" Type="http://schemas.openxmlformats.org/officeDocument/2006/relationships/tags" Target="../tags/tag394.xml"/><Relationship Id="rId2" Type="http://schemas.openxmlformats.org/officeDocument/2006/relationships/tags" Target="../tags/tag393.xml"/><Relationship Id="rId16" Type="http://schemas.openxmlformats.org/officeDocument/2006/relationships/tags" Target="../tags/tag403.xml"/><Relationship Id="rId15" Type="http://schemas.openxmlformats.org/officeDocument/2006/relationships/tags" Target="../tags/tag402.xml"/><Relationship Id="rId14" Type="http://schemas.openxmlformats.org/officeDocument/2006/relationships/tags" Target="../tags/tag401.xml"/><Relationship Id="rId13" Type="http://schemas.openxmlformats.org/officeDocument/2006/relationships/tags" Target="../tags/tag400.xml"/><Relationship Id="rId12" Type="http://schemas.openxmlformats.org/officeDocument/2006/relationships/tags" Target="../tags/tag399.xml"/><Relationship Id="rId11" Type="http://schemas.openxmlformats.org/officeDocument/2006/relationships/tags" Target="../tags/tag398.xml"/><Relationship Id="rId10" Type="http://schemas.openxmlformats.org/officeDocument/2006/relationships/tags" Target="../tags/tag397.xml"/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9" Type="http://schemas.openxmlformats.org/officeDocument/2006/relationships/tags" Target="../tags/tag407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406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12.png"/><Relationship Id="rId3" Type="http://schemas.openxmlformats.org/officeDocument/2006/relationships/tags" Target="../tags/tag405.xml"/><Relationship Id="rId2" Type="http://schemas.openxmlformats.org/officeDocument/2006/relationships/tags" Target="../tags/tag404.xml"/><Relationship Id="rId13" Type="http://schemas.openxmlformats.org/officeDocument/2006/relationships/tags" Target="../tags/tag411.xml"/><Relationship Id="rId12" Type="http://schemas.openxmlformats.org/officeDocument/2006/relationships/tags" Target="../tags/tag410.xml"/><Relationship Id="rId11" Type="http://schemas.openxmlformats.org/officeDocument/2006/relationships/tags" Target="../tags/tag409.xml"/><Relationship Id="rId10" Type="http://schemas.openxmlformats.org/officeDocument/2006/relationships/tags" Target="../tags/tag408.xml"/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9" Type="http://schemas.openxmlformats.org/officeDocument/2006/relationships/tags" Target="../tags/tag421.xml"/><Relationship Id="rId8" Type="http://schemas.openxmlformats.org/officeDocument/2006/relationships/image" Target="file:///C:\Users\Administrator\Desktop\&#32032;&#26448;&#20998;&#31867;\&#25968;&#25454;&#21830;&#21153;\&#20027;&#39064;\&#22270;&#29255;11.png" TargetMode="External"/><Relationship Id="rId7" Type="http://schemas.openxmlformats.org/officeDocument/2006/relationships/image" Target="../media/image2.png"/><Relationship Id="rId6" Type="http://schemas.openxmlformats.org/officeDocument/2006/relationships/tags" Target="../tags/tag420.xml"/><Relationship Id="rId5" Type="http://schemas.openxmlformats.org/officeDocument/2006/relationships/tags" Target="../tags/tag419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0" Type="http://schemas.openxmlformats.org/officeDocument/2006/relationships/tags" Target="../tags/tag428.xml"/><Relationship Id="rId2" Type="http://schemas.openxmlformats.org/officeDocument/2006/relationships/tags" Target="../tags/tag418.xml"/><Relationship Id="rId19" Type="http://schemas.openxmlformats.org/officeDocument/2006/relationships/tags" Target="../tags/tag427.xml"/><Relationship Id="rId18" Type="http://schemas.openxmlformats.org/officeDocument/2006/relationships/tags" Target="../tags/tag426.xml"/><Relationship Id="rId17" Type="http://schemas.openxmlformats.org/officeDocument/2006/relationships/tags" Target="../tags/tag425.xml"/><Relationship Id="rId16" Type="http://schemas.openxmlformats.org/officeDocument/2006/relationships/tags" Target="../tags/tag424.xml"/><Relationship Id="rId15" Type="http://schemas.openxmlformats.org/officeDocument/2006/relationships/tags" Target="../tags/tag423.xml"/><Relationship Id="rId14" Type="http://schemas.openxmlformats.org/officeDocument/2006/relationships/image" Target="file:///F:\Lets_Create/pic_temp/1_pic_quater_right_down.png" TargetMode="External"/><Relationship Id="rId13" Type="http://schemas.openxmlformats.org/officeDocument/2006/relationships/image" Target="../media/image4.png"/><Relationship Id="rId12" Type="http://schemas.openxmlformats.org/officeDocument/2006/relationships/tags" Target="../tags/tag422.xml"/><Relationship Id="rId11" Type="http://schemas.openxmlformats.org/officeDocument/2006/relationships/image" Target="file:///F:\Lets_Create/pic_temp/0_pic_quater_right_down.png" TargetMode="External"/><Relationship Id="rId10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6" Type="http://schemas.openxmlformats.org/officeDocument/2006/relationships/tags" Target="../tags/tag433.xml"/><Relationship Id="rId5" Type="http://schemas.openxmlformats.org/officeDocument/2006/relationships/tags" Target="../tags/tag432.xml"/><Relationship Id="rId4" Type="http://schemas.openxmlformats.org/officeDocument/2006/relationships/tags" Target="../tags/tag431.xml"/><Relationship Id="rId3" Type="http://schemas.openxmlformats.org/officeDocument/2006/relationships/tags" Target="../tags/tag430.xml"/><Relationship Id="rId2" Type="http://schemas.openxmlformats.org/officeDocument/2006/relationships/tags" Target="../tags/tag429.xml"/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9" Type="http://schemas.openxmlformats.org/officeDocument/2006/relationships/image" Target="../media/image6.png"/><Relationship Id="rId8" Type="http://schemas.openxmlformats.org/officeDocument/2006/relationships/tags" Target="../tags/tag436.xml"/><Relationship Id="rId7" Type="http://schemas.openxmlformats.org/officeDocument/2006/relationships/image" Target="file:///F:\Lets_Create/pic_temp/pic_half_top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435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" Type="http://schemas.openxmlformats.org/officeDocument/2006/relationships/tags" Target="../tags/tag434.xml"/><Relationship Id="rId15" Type="http://schemas.openxmlformats.org/officeDocument/2006/relationships/tags" Target="../tags/tag441.xml"/><Relationship Id="rId14" Type="http://schemas.openxmlformats.org/officeDocument/2006/relationships/tags" Target="../tags/tag440.xml"/><Relationship Id="rId13" Type="http://schemas.openxmlformats.org/officeDocument/2006/relationships/tags" Target="../tags/tag439.xml"/><Relationship Id="rId12" Type="http://schemas.openxmlformats.org/officeDocument/2006/relationships/tags" Target="../tags/tag438.xml"/><Relationship Id="rId11" Type="http://schemas.openxmlformats.org/officeDocument/2006/relationships/tags" Target="../tags/tag437.xml"/><Relationship Id="rId10" Type="http://schemas.openxmlformats.org/officeDocument/2006/relationships/image" Target="file:///F:\Lets_Create/pic_temp/pic_half_down.png" TargetMode="External"/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7" Type="http://schemas.openxmlformats.org/officeDocument/2006/relationships/tags" Target="../tags/tag447.xml"/><Relationship Id="rId6" Type="http://schemas.openxmlformats.org/officeDocument/2006/relationships/tags" Target="../tags/tag446.xml"/><Relationship Id="rId5" Type="http://schemas.openxmlformats.org/officeDocument/2006/relationships/tags" Target="../tags/tag445.xml"/><Relationship Id="rId4" Type="http://schemas.openxmlformats.org/officeDocument/2006/relationships/tags" Target="../tags/tag444.xml"/><Relationship Id="rId3" Type="http://schemas.openxmlformats.org/officeDocument/2006/relationships/tags" Target="../tags/tag443.xml"/><Relationship Id="rId2" Type="http://schemas.openxmlformats.org/officeDocument/2006/relationships/tags" Target="../tags/tag442.xml"/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9" Type="http://schemas.openxmlformats.org/officeDocument/2006/relationships/tags" Target="../tags/tag455.xml"/><Relationship Id="rId8" Type="http://schemas.openxmlformats.org/officeDocument/2006/relationships/tags" Target="../tags/tag454.xml"/><Relationship Id="rId7" Type="http://schemas.openxmlformats.org/officeDocument/2006/relationships/tags" Target="../tags/tag453.xml"/><Relationship Id="rId6" Type="http://schemas.openxmlformats.org/officeDocument/2006/relationships/tags" Target="../tags/tag452.xml"/><Relationship Id="rId5" Type="http://schemas.openxmlformats.org/officeDocument/2006/relationships/tags" Target="../tags/tag451.xml"/><Relationship Id="rId4" Type="http://schemas.openxmlformats.org/officeDocument/2006/relationships/tags" Target="../tags/tag450.xml"/><Relationship Id="rId3" Type="http://schemas.openxmlformats.org/officeDocument/2006/relationships/tags" Target="../tags/tag449.xml"/><Relationship Id="rId2" Type="http://schemas.openxmlformats.org/officeDocument/2006/relationships/tags" Target="../tags/tag448.xml"/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458.xml"/><Relationship Id="rId7" Type="http://schemas.openxmlformats.org/officeDocument/2006/relationships/image" Target="file:///C:\Users\Administrator\Desktop\&#32032;&#26448;&#20998;&#31867;\&#25968;&#25454;&#21830;&#21153;\&#20027;&#39064;\&#22270;&#29255;11.png" TargetMode="External"/><Relationship Id="rId6" Type="http://schemas.openxmlformats.org/officeDocument/2006/relationships/image" Target="../media/image7.png"/><Relationship Id="rId5" Type="http://schemas.openxmlformats.org/officeDocument/2006/relationships/tags" Target="../tags/tag457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" Type="http://schemas.openxmlformats.org/officeDocument/2006/relationships/tags" Target="../tags/tag456.xml"/><Relationship Id="rId14" Type="http://schemas.openxmlformats.org/officeDocument/2006/relationships/tags" Target="../tags/tag462.xml"/><Relationship Id="rId13" Type="http://schemas.openxmlformats.org/officeDocument/2006/relationships/tags" Target="../tags/tag461.xml"/><Relationship Id="rId12" Type="http://schemas.openxmlformats.org/officeDocument/2006/relationships/tags" Target="../tags/tag460.xml"/><Relationship Id="rId11" Type="http://schemas.openxmlformats.org/officeDocument/2006/relationships/tags" Target="../tags/tag459.xml"/><Relationship Id="rId10" Type="http://schemas.openxmlformats.org/officeDocument/2006/relationships/image" Target="file:///F:\Lets_Create/pic_temp/1_pic_quater_right_down.png" TargetMode="External"/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4" Type="http://schemas.openxmlformats.org/officeDocument/2006/relationships/tags" Target="../tags/tag465.xml"/><Relationship Id="rId3" Type="http://schemas.openxmlformats.org/officeDocument/2006/relationships/tags" Target="../tags/tag464.xml"/><Relationship Id="rId2" Type="http://schemas.openxmlformats.org/officeDocument/2006/relationships/tags" Target="../tags/tag463.xml"/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7" Type="http://schemas.openxmlformats.org/officeDocument/2006/relationships/tags" Target="../tags/tag471.xml"/><Relationship Id="rId6" Type="http://schemas.openxmlformats.org/officeDocument/2006/relationships/tags" Target="../tags/tag470.xml"/><Relationship Id="rId5" Type="http://schemas.openxmlformats.org/officeDocument/2006/relationships/tags" Target="../tags/tag469.xml"/><Relationship Id="rId4" Type="http://schemas.openxmlformats.org/officeDocument/2006/relationships/tags" Target="../tags/tag468.xml"/><Relationship Id="rId3" Type="http://schemas.openxmlformats.org/officeDocument/2006/relationships/tags" Target="../tags/tag467.xml"/><Relationship Id="rId2" Type="http://schemas.openxmlformats.org/officeDocument/2006/relationships/tags" Target="../tags/tag466.xml"/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6" Type="http://schemas.openxmlformats.org/officeDocument/2006/relationships/tags" Target="../tags/tag476.xml"/><Relationship Id="rId5" Type="http://schemas.openxmlformats.org/officeDocument/2006/relationships/tags" Target="../tags/tag475.xml"/><Relationship Id="rId4" Type="http://schemas.openxmlformats.org/officeDocument/2006/relationships/tags" Target="../tags/tag474.xml"/><Relationship Id="rId3" Type="http://schemas.openxmlformats.org/officeDocument/2006/relationships/tags" Target="../tags/tag473.xml"/><Relationship Id="rId2" Type="http://schemas.openxmlformats.org/officeDocument/2006/relationships/tags" Target="../tags/tag472.xml"/><Relationship Id="rId1" Type="http://schemas.openxmlformats.org/officeDocument/2006/relationships/slideMaster" Target="../slideMasters/slideMaster5.xml"/></Relationships>
</file>

<file path=ppt/slideLayouts/_rels/slideLayout69.xml.rels><?xml version="1.0" encoding="UTF-8" standalone="yes"?>
<Relationships xmlns="http://schemas.openxmlformats.org/package/2006/relationships"><Relationship Id="rId5" Type="http://schemas.openxmlformats.org/officeDocument/2006/relationships/tags" Target="../tags/tag480.xml"/><Relationship Id="rId4" Type="http://schemas.openxmlformats.org/officeDocument/2006/relationships/tags" Target="../tags/tag479.xml"/><Relationship Id="rId3" Type="http://schemas.openxmlformats.org/officeDocument/2006/relationships/tags" Target="../tags/tag478.xml"/><Relationship Id="rId2" Type="http://schemas.openxmlformats.org/officeDocument/2006/relationships/tags" Target="../tags/tag477.xml"/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9" Type="http://schemas.openxmlformats.org/officeDocument/2006/relationships/tags" Target="../tags/tag484.xml"/><Relationship Id="rId8" Type="http://schemas.openxmlformats.org/officeDocument/2006/relationships/image" Target="file:///F:\Lets_Create/pic_temp/pic_half_left.png" TargetMode="External"/><Relationship Id="rId7" Type="http://schemas.openxmlformats.org/officeDocument/2006/relationships/image" Target="../media/image8.png"/><Relationship Id="rId6" Type="http://schemas.openxmlformats.org/officeDocument/2006/relationships/tags" Target="../tags/tag483.xml"/><Relationship Id="rId5" Type="http://schemas.openxmlformats.org/officeDocument/2006/relationships/tags" Target="../tags/tag482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1" Type="http://schemas.openxmlformats.org/officeDocument/2006/relationships/tags" Target="../tags/tag492.xml"/><Relationship Id="rId20" Type="http://schemas.openxmlformats.org/officeDocument/2006/relationships/tags" Target="../tags/tag491.xml"/><Relationship Id="rId2" Type="http://schemas.openxmlformats.org/officeDocument/2006/relationships/tags" Target="../tags/tag481.xml"/><Relationship Id="rId19" Type="http://schemas.openxmlformats.org/officeDocument/2006/relationships/tags" Target="../tags/tag490.xml"/><Relationship Id="rId18" Type="http://schemas.openxmlformats.org/officeDocument/2006/relationships/tags" Target="../tags/tag489.xml"/><Relationship Id="rId17" Type="http://schemas.openxmlformats.org/officeDocument/2006/relationships/tags" Target="../tags/tag488.xml"/><Relationship Id="rId16" Type="http://schemas.openxmlformats.org/officeDocument/2006/relationships/tags" Target="../tags/tag487.xml"/><Relationship Id="rId15" Type="http://schemas.openxmlformats.org/officeDocument/2006/relationships/image" Target="file:///F:\Lets_Create/pic_temp/1_pic_quater_right_down.png" TargetMode="External"/><Relationship Id="rId14" Type="http://schemas.openxmlformats.org/officeDocument/2006/relationships/image" Target="../media/image4.png"/><Relationship Id="rId13" Type="http://schemas.openxmlformats.org/officeDocument/2006/relationships/tags" Target="../tags/tag486.xml"/><Relationship Id="rId12" Type="http://schemas.openxmlformats.org/officeDocument/2006/relationships/tags" Target="../tags/tag485.xml"/><Relationship Id="rId11" Type="http://schemas.openxmlformats.org/officeDocument/2006/relationships/image" Target="file:///F:\Lets_Create/pic_temp/pic_half_right.png" TargetMode="External"/><Relationship Id="rId10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71.xml.rels><?xml version="1.0" encoding="UTF-8" standalone="yes"?>
<Relationships xmlns="http://schemas.openxmlformats.org/package/2006/relationships"><Relationship Id="rId9" Type="http://schemas.openxmlformats.org/officeDocument/2006/relationships/tags" Target="../tags/tag496.xml"/><Relationship Id="rId8" Type="http://schemas.openxmlformats.org/officeDocument/2006/relationships/tags" Target="../tags/tag495.xml"/><Relationship Id="rId7" Type="http://schemas.openxmlformats.org/officeDocument/2006/relationships/image" Target="file:///F:\Lets_Create/pic_temp/1_pic_quater_right_down.png" TargetMode="External"/><Relationship Id="rId6" Type="http://schemas.openxmlformats.org/officeDocument/2006/relationships/image" Target="../media/image4.png"/><Relationship Id="rId5" Type="http://schemas.openxmlformats.org/officeDocument/2006/relationships/tags" Target="../tags/tag494.xml"/><Relationship Id="rId4" Type="http://schemas.openxmlformats.org/officeDocument/2006/relationships/image" Target="file:///F:\Lets_Create/pic_temp/0_pic_quater_right_down.png" TargetMode="External"/><Relationship Id="rId3" Type="http://schemas.openxmlformats.org/officeDocument/2006/relationships/image" Target="../media/image3.png"/><Relationship Id="rId2" Type="http://schemas.openxmlformats.org/officeDocument/2006/relationships/tags" Target="../tags/tag493.xml"/><Relationship Id="rId11" Type="http://schemas.openxmlformats.org/officeDocument/2006/relationships/tags" Target="../tags/tag498.xml"/><Relationship Id="rId10" Type="http://schemas.openxmlformats.org/officeDocument/2006/relationships/tags" Target="../tags/tag497.xml"/><Relationship Id="rId1" Type="http://schemas.openxmlformats.org/officeDocument/2006/relationships/slideMaster" Target="../slideMasters/slideMaster5.xml"/></Relationships>
</file>

<file path=ppt/slideLayouts/_rels/slideLayout72.xml.rels><?xml version="1.0" encoding="UTF-8" standalone="yes"?>
<Relationships xmlns="http://schemas.openxmlformats.org/package/2006/relationships"><Relationship Id="rId7" Type="http://schemas.openxmlformats.org/officeDocument/2006/relationships/tags" Target="../tags/tag504.xml"/><Relationship Id="rId6" Type="http://schemas.openxmlformats.org/officeDocument/2006/relationships/tags" Target="../tags/tag503.xml"/><Relationship Id="rId5" Type="http://schemas.openxmlformats.org/officeDocument/2006/relationships/tags" Target="../tags/tag502.xml"/><Relationship Id="rId4" Type="http://schemas.openxmlformats.org/officeDocument/2006/relationships/tags" Target="../tags/tag501.xml"/><Relationship Id="rId3" Type="http://schemas.openxmlformats.org/officeDocument/2006/relationships/tags" Target="../tags/tag500.xml"/><Relationship Id="rId2" Type="http://schemas.openxmlformats.org/officeDocument/2006/relationships/tags" Target="../tags/tag499.xml"/><Relationship Id="rId1" Type="http://schemas.openxmlformats.org/officeDocument/2006/relationships/slideMaster" Target="../slideMasters/slideMaster5.xml"/></Relationships>
</file>

<file path=ppt/slideLayouts/_rels/slideLayout73.xml.rels><?xml version="1.0" encoding="UTF-8" standalone="yes"?>
<Relationships xmlns="http://schemas.openxmlformats.org/package/2006/relationships"><Relationship Id="rId9" Type="http://schemas.openxmlformats.org/officeDocument/2006/relationships/tags" Target="../tags/tag508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507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3.png"/><Relationship Id="rId3" Type="http://schemas.openxmlformats.org/officeDocument/2006/relationships/tags" Target="../tags/tag506.xml"/><Relationship Id="rId2" Type="http://schemas.openxmlformats.org/officeDocument/2006/relationships/tags" Target="../tags/tag505.xml"/><Relationship Id="rId14" Type="http://schemas.openxmlformats.org/officeDocument/2006/relationships/tags" Target="../tags/tag513.xml"/><Relationship Id="rId13" Type="http://schemas.openxmlformats.org/officeDocument/2006/relationships/tags" Target="../tags/tag512.xml"/><Relationship Id="rId12" Type="http://schemas.openxmlformats.org/officeDocument/2006/relationships/tags" Target="../tags/tag511.xml"/><Relationship Id="rId11" Type="http://schemas.openxmlformats.org/officeDocument/2006/relationships/tags" Target="../tags/tag510.xml"/><Relationship Id="rId10" Type="http://schemas.openxmlformats.org/officeDocument/2006/relationships/tags" Target="../tags/tag509.xml"/><Relationship Id="rId1" Type="http://schemas.openxmlformats.org/officeDocument/2006/relationships/slideMaster" Target="../slideMasters/slideMaster5.xml"/></Relationships>
</file>

<file path=ppt/slideLayouts/_rels/slideLayout74.xml.rels><?xml version="1.0" encoding="UTF-8" standalone="yes"?>
<Relationships xmlns="http://schemas.openxmlformats.org/package/2006/relationships"><Relationship Id="rId9" Type="http://schemas.openxmlformats.org/officeDocument/2006/relationships/tags" Target="../tags/tag517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4.png"/><Relationship Id="rId6" Type="http://schemas.openxmlformats.org/officeDocument/2006/relationships/tags" Target="../tags/tag516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3.png"/><Relationship Id="rId3" Type="http://schemas.openxmlformats.org/officeDocument/2006/relationships/tags" Target="../tags/tag515.xml"/><Relationship Id="rId2" Type="http://schemas.openxmlformats.org/officeDocument/2006/relationships/tags" Target="../tags/tag514.xml"/><Relationship Id="rId14" Type="http://schemas.openxmlformats.org/officeDocument/2006/relationships/tags" Target="../tags/tag522.xml"/><Relationship Id="rId13" Type="http://schemas.openxmlformats.org/officeDocument/2006/relationships/tags" Target="../tags/tag521.xml"/><Relationship Id="rId12" Type="http://schemas.openxmlformats.org/officeDocument/2006/relationships/tags" Target="../tags/tag520.xml"/><Relationship Id="rId11" Type="http://schemas.openxmlformats.org/officeDocument/2006/relationships/tags" Target="../tags/tag519.xml"/><Relationship Id="rId10" Type="http://schemas.openxmlformats.org/officeDocument/2006/relationships/tags" Target="../tags/tag518.xml"/><Relationship Id="rId1" Type="http://schemas.openxmlformats.org/officeDocument/2006/relationships/slideMaster" Target="../slideMasters/slideMaster5.xml"/></Relationships>
</file>

<file path=ppt/slideLayouts/_rels/slideLayout75.xml.rels><?xml version="1.0" encoding="UTF-8" standalone="yes"?>
<Relationships xmlns="http://schemas.openxmlformats.org/package/2006/relationships"><Relationship Id="rId9" Type="http://schemas.openxmlformats.org/officeDocument/2006/relationships/tags" Target="../tags/tag526.xml"/><Relationship Id="rId8" Type="http://schemas.openxmlformats.org/officeDocument/2006/relationships/tags" Target="../tags/tag525.xml"/><Relationship Id="rId7" Type="http://schemas.openxmlformats.org/officeDocument/2006/relationships/image" Target="file:///F:\Lets_Create/pic_temp/1_pic_quater_right_down.png" TargetMode="External"/><Relationship Id="rId6" Type="http://schemas.openxmlformats.org/officeDocument/2006/relationships/image" Target="../media/image4.png"/><Relationship Id="rId5" Type="http://schemas.openxmlformats.org/officeDocument/2006/relationships/tags" Target="../tags/tag524.xml"/><Relationship Id="rId4" Type="http://schemas.openxmlformats.org/officeDocument/2006/relationships/image" Target="file:///F:\Lets_Create/pic_temp/0_pic_quater_right_down.png" TargetMode="External"/><Relationship Id="rId3" Type="http://schemas.openxmlformats.org/officeDocument/2006/relationships/image" Target="../media/image3.png"/><Relationship Id="rId2" Type="http://schemas.openxmlformats.org/officeDocument/2006/relationships/tags" Target="../tags/tag523.xml"/><Relationship Id="rId14" Type="http://schemas.openxmlformats.org/officeDocument/2006/relationships/tags" Target="../tags/tag531.xml"/><Relationship Id="rId13" Type="http://schemas.openxmlformats.org/officeDocument/2006/relationships/tags" Target="../tags/tag530.xml"/><Relationship Id="rId12" Type="http://schemas.openxmlformats.org/officeDocument/2006/relationships/tags" Target="../tags/tag529.xml"/><Relationship Id="rId11" Type="http://schemas.openxmlformats.org/officeDocument/2006/relationships/tags" Target="../tags/tag528.xml"/><Relationship Id="rId10" Type="http://schemas.openxmlformats.org/officeDocument/2006/relationships/tags" Target="../tags/tag527.xml"/><Relationship Id="rId1" Type="http://schemas.openxmlformats.org/officeDocument/2006/relationships/slideMaster" Target="../slideMasters/slideMaster5.xml"/></Relationships>
</file>

<file path=ppt/slideLayouts/_rels/slideLayout76.xml.rels><?xml version="1.0" encoding="UTF-8" standalone="yes"?>
<Relationships xmlns="http://schemas.openxmlformats.org/package/2006/relationships"><Relationship Id="rId9" Type="http://schemas.openxmlformats.org/officeDocument/2006/relationships/tags" Target="../tags/tag535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4.png"/><Relationship Id="rId6" Type="http://schemas.openxmlformats.org/officeDocument/2006/relationships/tags" Target="../tags/tag534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11.png"/><Relationship Id="rId3" Type="http://schemas.openxmlformats.org/officeDocument/2006/relationships/tags" Target="../tags/tag533.xml"/><Relationship Id="rId2" Type="http://schemas.openxmlformats.org/officeDocument/2006/relationships/tags" Target="../tags/tag532.xml"/><Relationship Id="rId16" Type="http://schemas.openxmlformats.org/officeDocument/2006/relationships/tags" Target="../tags/tag542.xml"/><Relationship Id="rId15" Type="http://schemas.openxmlformats.org/officeDocument/2006/relationships/tags" Target="../tags/tag541.xml"/><Relationship Id="rId14" Type="http://schemas.openxmlformats.org/officeDocument/2006/relationships/tags" Target="../tags/tag540.xml"/><Relationship Id="rId13" Type="http://schemas.openxmlformats.org/officeDocument/2006/relationships/tags" Target="../tags/tag539.xml"/><Relationship Id="rId12" Type="http://schemas.openxmlformats.org/officeDocument/2006/relationships/tags" Target="../tags/tag538.xml"/><Relationship Id="rId11" Type="http://schemas.openxmlformats.org/officeDocument/2006/relationships/tags" Target="../tags/tag537.xml"/><Relationship Id="rId10" Type="http://schemas.openxmlformats.org/officeDocument/2006/relationships/tags" Target="../tags/tag536.xml"/><Relationship Id="rId1" Type="http://schemas.openxmlformats.org/officeDocument/2006/relationships/slideMaster" Target="../slideMasters/slideMaster5.xml"/></Relationships>
</file>

<file path=ppt/slideLayouts/_rels/slideLayout77.xml.rels><?xml version="1.0" encoding="UTF-8" standalone="yes"?>
<Relationships xmlns="http://schemas.openxmlformats.org/package/2006/relationships"><Relationship Id="rId9" Type="http://schemas.openxmlformats.org/officeDocument/2006/relationships/tags" Target="../tags/tag546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545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12.png"/><Relationship Id="rId3" Type="http://schemas.openxmlformats.org/officeDocument/2006/relationships/tags" Target="../tags/tag544.xml"/><Relationship Id="rId2" Type="http://schemas.openxmlformats.org/officeDocument/2006/relationships/tags" Target="../tags/tag543.xml"/><Relationship Id="rId13" Type="http://schemas.openxmlformats.org/officeDocument/2006/relationships/tags" Target="../tags/tag550.xml"/><Relationship Id="rId12" Type="http://schemas.openxmlformats.org/officeDocument/2006/relationships/tags" Target="../tags/tag549.xml"/><Relationship Id="rId11" Type="http://schemas.openxmlformats.org/officeDocument/2006/relationships/tags" Target="../tags/tag548.xml"/><Relationship Id="rId10" Type="http://schemas.openxmlformats.org/officeDocument/2006/relationships/tags" Target="../tags/tag547.xml"/><Relationship Id="rId1" Type="http://schemas.openxmlformats.org/officeDocument/2006/relationships/slideMaster" Target="../slideMasters/slideMaster5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9.xml.rels><?xml version="1.0" encoding="UTF-8" standalone="yes"?>
<Relationships xmlns="http://schemas.openxmlformats.org/package/2006/relationships"><Relationship Id="rId9" Type="http://schemas.openxmlformats.org/officeDocument/2006/relationships/tags" Target="../tags/tag560.xml"/><Relationship Id="rId8" Type="http://schemas.openxmlformats.org/officeDocument/2006/relationships/image" Target="file:///C:\Users\Administrator\Desktop\&#32032;&#26448;&#20998;&#31867;\&#25968;&#25454;&#21830;&#21153;\&#20027;&#39064;\&#22270;&#29255;11.png" TargetMode="External"/><Relationship Id="rId7" Type="http://schemas.openxmlformats.org/officeDocument/2006/relationships/image" Target="../media/image2.png"/><Relationship Id="rId6" Type="http://schemas.openxmlformats.org/officeDocument/2006/relationships/tags" Target="../tags/tag559.xml"/><Relationship Id="rId5" Type="http://schemas.openxmlformats.org/officeDocument/2006/relationships/tags" Target="../tags/tag558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0" Type="http://schemas.openxmlformats.org/officeDocument/2006/relationships/tags" Target="../tags/tag567.xml"/><Relationship Id="rId2" Type="http://schemas.openxmlformats.org/officeDocument/2006/relationships/tags" Target="../tags/tag557.xml"/><Relationship Id="rId19" Type="http://schemas.openxmlformats.org/officeDocument/2006/relationships/tags" Target="../tags/tag566.xml"/><Relationship Id="rId18" Type="http://schemas.openxmlformats.org/officeDocument/2006/relationships/tags" Target="../tags/tag565.xml"/><Relationship Id="rId17" Type="http://schemas.openxmlformats.org/officeDocument/2006/relationships/tags" Target="../tags/tag564.xml"/><Relationship Id="rId16" Type="http://schemas.openxmlformats.org/officeDocument/2006/relationships/tags" Target="../tags/tag563.xml"/><Relationship Id="rId15" Type="http://schemas.openxmlformats.org/officeDocument/2006/relationships/tags" Target="../tags/tag562.xml"/><Relationship Id="rId14" Type="http://schemas.openxmlformats.org/officeDocument/2006/relationships/image" Target="file:///F:\Lets_Create/pic_temp/1_pic_quater_right_down.png" TargetMode="External"/><Relationship Id="rId13" Type="http://schemas.openxmlformats.org/officeDocument/2006/relationships/image" Target="../media/image4.png"/><Relationship Id="rId12" Type="http://schemas.openxmlformats.org/officeDocument/2006/relationships/tags" Target="../tags/tag561.xml"/><Relationship Id="rId11" Type="http://schemas.openxmlformats.org/officeDocument/2006/relationships/image" Target="file:///F:\Lets_Create/pic_temp/0_pic_quater_right_down.png" TargetMode="External"/><Relationship Id="rId10" Type="http://schemas.openxmlformats.org/officeDocument/2006/relationships/image" Target="../media/image3.png"/><Relationship Id="rId1" Type="http://schemas.openxmlformats.org/officeDocument/2006/relationships/slideMaster" Target="../slideMasters/slideMaster6.xml"/></Relationships>
</file>

<file path=ppt/slideLayouts/_rels/slideLayout80.xml.rels><?xml version="1.0" encoding="UTF-8" standalone="yes"?>
<Relationships xmlns="http://schemas.openxmlformats.org/package/2006/relationships"><Relationship Id="rId6" Type="http://schemas.openxmlformats.org/officeDocument/2006/relationships/tags" Target="../tags/tag572.xml"/><Relationship Id="rId5" Type="http://schemas.openxmlformats.org/officeDocument/2006/relationships/tags" Target="../tags/tag571.xml"/><Relationship Id="rId4" Type="http://schemas.openxmlformats.org/officeDocument/2006/relationships/tags" Target="../tags/tag570.xml"/><Relationship Id="rId3" Type="http://schemas.openxmlformats.org/officeDocument/2006/relationships/tags" Target="../tags/tag569.xml"/><Relationship Id="rId2" Type="http://schemas.openxmlformats.org/officeDocument/2006/relationships/tags" Target="../tags/tag568.xml"/><Relationship Id="rId1" Type="http://schemas.openxmlformats.org/officeDocument/2006/relationships/slideMaster" Target="../slideMasters/slideMaster6.xml"/></Relationships>
</file>

<file path=ppt/slideLayouts/_rels/slideLayout81.xml.rels><?xml version="1.0" encoding="UTF-8" standalone="yes"?>
<Relationships xmlns="http://schemas.openxmlformats.org/package/2006/relationships"><Relationship Id="rId9" Type="http://schemas.openxmlformats.org/officeDocument/2006/relationships/image" Target="../media/image6.png"/><Relationship Id="rId8" Type="http://schemas.openxmlformats.org/officeDocument/2006/relationships/tags" Target="../tags/tag575.xml"/><Relationship Id="rId7" Type="http://schemas.openxmlformats.org/officeDocument/2006/relationships/image" Target="file:///F:\Lets_Create/pic_temp/pic_half_top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574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" Type="http://schemas.openxmlformats.org/officeDocument/2006/relationships/tags" Target="../tags/tag573.xml"/><Relationship Id="rId15" Type="http://schemas.openxmlformats.org/officeDocument/2006/relationships/tags" Target="../tags/tag580.xml"/><Relationship Id="rId14" Type="http://schemas.openxmlformats.org/officeDocument/2006/relationships/tags" Target="../tags/tag579.xml"/><Relationship Id="rId13" Type="http://schemas.openxmlformats.org/officeDocument/2006/relationships/tags" Target="../tags/tag578.xml"/><Relationship Id="rId12" Type="http://schemas.openxmlformats.org/officeDocument/2006/relationships/tags" Target="../tags/tag577.xml"/><Relationship Id="rId11" Type="http://schemas.openxmlformats.org/officeDocument/2006/relationships/tags" Target="../tags/tag576.xml"/><Relationship Id="rId10" Type="http://schemas.openxmlformats.org/officeDocument/2006/relationships/image" Target="file:///F:\Lets_Create/pic_temp/pic_half_down.png" TargetMode="External"/><Relationship Id="rId1" Type="http://schemas.openxmlformats.org/officeDocument/2006/relationships/slideMaster" Target="../slideMasters/slideMaster6.xml"/></Relationships>
</file>

<file path=ppt/slideLayouts/_rels/slideLayout82.xml.rels><?xml version="1.0" encoding="UTF-8" standalone="yes"?>
<Relationships xmlns="http://schemas.openxmlformats.org/package/2006/relationships"><Relationship Id="rId7" Type="http://schemas.openxmlformats.org/officeDocument/2006/relationships/tags" Target="../tags/tag586.xml"/><Relationship Id="rId6" Type="http://schemas.openxmlformats.org/officeDocument/2006/relationships/tags" Target="../tags/tag585.xml"/><Relationship Id="rId5" Type="http://schemas.openxmlformats.org/officeDocument/2006/relationships/tags" Target="../tags/tag584.xml"/><Relationship Id="rId4" Type="http://schemas.openxmlformats.org/officeDocument/2006/relationships/tags" Target="../tags/tag583.xml"/><Relationship Id="rId3" Type="http://schemas.openxmlformats.org/officeDocument/2006/relationships/tags" Target="../tags/tag582.xml"/><Relationship Id="rId2" Type="http://schemas.openxmlformats.org/officeDocument/2006/relationships/tags" Target="../tags/tag581.xml"/><Relationship Id="rId1" Type="http://schemas.openxmlformats.org/officeDocument/2006/relationships/slideMaster" Target="../slideMasters/slideMaster6.xml"/></Relationships>
</file>

<file path=ppt/slideLayouts/_rels/slideLayout83.xml.rels><?xml version="1.0" encoding="UTF-8" standalone="yes"?>
<Relationships xmlns="http://schemas.openxmlformats.org/package/2006/relationships"><Relationship Id="rId9" Type="http://schemas.openxmlformats.org/officeDocument/2006/relationships/tags" Target="../tags/tag594.xml"/><Relationship Id="rId8" Type="http://schemas.openxmlformats.org/officeDocument/2006/relationships/tags" Target="../tags/tag593.xml"/><Relationship Id="rId7" Type="http://schemas.openxmlformats.org/officeDocument/2006/relationships/tags" Target="../tags/tag592.xml"/><Relationship Id="rId6" Type="http://schemas.openxmlformats.org/officeDocument/2006/relationships/tags" Target="../tags/tag591.xml"/><Relationship Id="rId5" Type="http://schemas.openxmlformats.org/officeDocument/2006/relationships/tags" Target="../tags/tag590.xml"/><Relationship Id="rId4" Type="http://schemas.openxmlformats.org/officeDocument/2006/relationships/tags" Target="../tags/tag589.xml"/><Relationship Id="rId3" Type="http://schemas.openxmlformats.org/officeDocument/2006/relationships/tags" Target="../tags/tag588.xml"/><Relationship Id="rId2" Type="http://schemas.openxmlformats.org/officeDocument/2006/relationships/tags" Target="../tags/tag587.xml"/><Relationship Id="rId1" Type="http://schemas.openxmlformats.org/officeDocument/2006/relationships/slideMaster" Target="../slideMasters/slideMaster6.xml"/></Relationships>
</file>

<file path=ppt/slideLayouts/_rels/slideLayout84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597.xml"/><Relationship Id="rId7" Type="http://schemas.openxmlformats.org/officeDocument/2006/relationships/image" Target="file:///C:\Users\Administrator\Desktop\&#32032;&#26448;&#20998;&#31867;\&#25968;&#25454;&#21830;&#21153;\&#20027;&#39064;\&#22270;&#29255;11.png" TargetMode="External"/><Relationship Id="rId6" Type="http://schemas.openxmlformats.org/officeDocument/2006/relationships/image" Target="../media/image7.png"/><Relationship Id="rId5" Type="http://schemas.openxmlformats.org/officeDocument/2006/relationships/tags" Target="../tags/tag596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" Type="http://schemas.openxmlformats.org/officeDocument/2006/relationships/tags" Target="../tags/tag595.xml"/><Relationship Id="rId14" Type="http://schemas.openxmlformats.org/officeDocument/2006/relationships/tags" Target="../tags/tag601.xml"/><Relationship Id="rId13" Type="http://schemas.openxmlformats.org/officeDocument/2006/relationships/tags" Target="../tags/tag600.xml"/><Relationship Id="rId12" Type="http://schemas.openxmlformats.org/officeDocument/2006/relationships/tags" Target="../tags/tag599.xml"/><Relationship Id="rId11" Type="http://schemas.openxmlformats.org/officeDocument/2006/relationships/tags" Target="../tags/tag598.xml"/><Relationship Id="rId10" Type="http://schemas.openxmlformats.org/officeDocument/2006/relationships/image" Target="file:///F:\Lets_Create/pic_temp/1_pic_quater_right_down.png" TargetMode="External"/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4" Type="http://schemas.openxmlformats.org/officeDocument/2006/relationships/tags" Target="../tags/tag604.xml"/><Relationship Id="rId3" Type="http://schemas.openxmlformats.org/officeDocument/2006/relationships/tags" Target="../tags/tag603.xml"/><Relationship Id="rId2" Type="http://schemas.openxmlformats.org/officeDocument/2006/relationships/tags" Target="../tags/tag602.xml"/><Relationship Id="rId1" Type="http://schemas.openxmlformats.org/officeDocument/2006/relationships/slideMaster" Target="../slideMasters/slideMaster6.xml"/></Relationships>
</file>

<file path=ppt/slideLayouts/_rels/slideLayout86.xml.rels><?xml version="1.0" encoding="UTF-8" standalone="yes"?>
<Relationships xmlns="http://schemas.openxmlformats.org/package/2006/relationships"><Relationship Id="rId7" Type="http://schemas.openxmlformats.org/officeDocument/2006/relationships/tags" Target="../tags/tag610.xml"/><Relationship Id="rId6" Type="http://schemas.openxmlformats.org/officeDocument/2006/relationships/tags" Target="../tags/tag609.xml"/><Relationship Id="rId5" Type="http://schemas.openxmlformats.org/officeDocument/2006/relationships/tags" Target="../tags/tag608.xml"/><Relationship Id="rId4" Type="http://schemas.openxmlformats.org/officeDocument/2006/relationships/tags" Target="../tags/tag607.xml"/><Relationship Id="rId3" Type="http://schemas.openxmlformats.org/officeDocument/2006/relationships/tags" Target="../tags/tag606.xml"/><Relationship Id="rId2" Type="http://schemas.openxmlformats.org/officeDocument/2006/relationships/tags" Target="../tags/tag605.xml"/><Relationship Id="rId1" Type="http://schemas.openxmlformats.org/officeDocument/2006/relationships/slideMaster" Target="../slideMasters/slideMaster6.xml"/></Relationships>
</file>

<file path=ppt/slideLayouts/_rels/slideLayout87.xml.rels><?xml version="1.0" encoding="UTF-8" standalone="yes"?>
<Relationships xmlns="http://schemas.openxmlformats.org/package/2006/relationships"><Relationship Id="rId6" Type="http://schemas.openxmlformats.org/officeDocument/2006/relationships/tags" Target="../tags/tag615.xml"/><Relationship Id="rId5" Type="http://schemas.openxmlformats.org/officeDocument/2006/relationships/tags" Target="../tags/tag614.xml"/><Relationship Id="rId4" Type="http://schemas.openxmlformats.org/officeDocument/2006/relationships/tags" Target="../tags/tag613.xml"/><Relationship Id="rId3" Type="http://schemas.openxmlformats.org/officeDocument/2006/relationships/tags" Target="../tags/tag612.xml"/><Relationship Id="rId2" Type="http://schemas.openxmlformats.org/officeDocument/2006/relationships/tags" Target="../tags/tag611.xml"/><Relationship Id="rId1" Type="http://schemas.openxmlformats.org/officeDocument/2006/relationships/slideMaster" Target="../slideMasters/slideMaster6.xml"/></Relationships>
</file>

<file path=ppt/slideLayouts/_rels/slideLayout88.xml.rels><?xml version="1.0" encoding="UTF-8" standalone="yes"?>
<Relationships xmlns="http://schemas.openxmlformats.org/package/2006/relationships"><Relationship Id="rId5" Type="http://schemas.openxmlformats.org/officeDocument/2006/relationships/tags" Target="../tags/tag619.xml"/><Relationship Id="rId4" Type="http://schemas.openxmlformats.org/officeDocument/2006/relationships/tags" Target="../tags/tag618.xml"/><Relationship Id="rId3" Type="http://schemas.openxmlformats.org/officeDocument/2006/relationships/tags" Target="../tags/tag617.xml"/><Relationship Id="rId2" Type="http://schemas.openxmlformats.org/officeDocument/2006/relationships/tags" Target="../tags/tag616.xml"/><Relationship Id="rId1" Type="http://schemas.openxmlformats.org/officeDocument/2006/relationships/slideMaster" Target="../slideMasters/slideMaster6.xml"/></Relationships>
</file>

<file path=ppt/slideLayouts/_rels/slideLayout89.xml.rels><?xml version="1.0" encoding="UTF-8" standalone="yes"?>
<Relationships xmlns="http://schemas.openxmlformats.org/package/2006/relationships"><Relationship Id="rId9" Type="http://schemas.openxmlformats.org/officeDocument/2006/relationships/tags" Target="../tags/tag623.xml"/><Relationship Id="rId8" Type="http://schemas.openxmlformats.org/officeDocument/2006/relationships/image" Target="file:///F:\Lets_Create/pic_temp/pic_half_left.png" TargetMode="External"/><Relationship Id="rId7" Type="http://schemas.openxmlformats.org/officeDocument/2006/relationships/image" Target="../media/image8.png"/><Relationship Id="rId6" Type="http://schemas.openxmlformats.org/officeDocument/2006/relationships/tags" Target="../tags/tag622.xml"/><Relationship Id="rId5" Type="http://schemas.openxmlformats.org/officeDocument/2006/relationships/tags" Target="../tags/tag621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1" Type="http://schemas.openxmlformats.org/officeDocument/2006/relationships/tags" Target="../tags/tag631.xml"/><Relationship Id="rId20" Type="http://schemas.openxmlformats.org/officeDocument/2006/relationships/tags" Target="../tags/tag630.xml"/><Relationship Id="rId2" Type="http://schemas.openxmlformats.org/officeDocument/2006/relationships/tags" Target="../tags/tag620.xml"/><Relationship Id="rId19" Type="http://schemas.openxmlformats.org/officeDocument/2006/relationships/tags" Target="../tags/tag629.xml"/><Relationship Id="rId18" Type="http://schemas.openxmlformats.org/officeDocument/2006/relationships/tags" Target="../tags/tag628.xml"/><Relationship Id="rId17" Type="http://schemas.openxmlformats.org/officeDocument/2006/relationships/tags" Target="../tags/tag627.xml"/><Relationship Id="rId16" Type="http://schemas.openxmlformats.org/officeDocument/2006/relationships/tags" Target="../tags/tag626.xml"/><Relationship Id="rId15" Type="http://schemas.openxmlformats.org/officeDocument/2006/relationships/image" Target="file:///F:\Lets_Create/pic_temp/1_pic_quater_right_down.png" TargetMode="External"/><Relationship Id="rId14" Type="http://schemas.openxmlformats.org/officeDocument/2006/relationships/image" Target="../media/image4.png"/><Relationship Id="rId13" Type="http://schemas.openxmlformats.org/officeDocument/2006/relationships/tags" Target="../tags/tag625.xml"/><Relationship Id="rId12" Type="http://schemas.openxmlformats.org/officeDocument/2006/relationships/tags" Target="../tags/tag624.xml"/><Relationship Id="rId11" Type="http://schemas.openxmlformats.org/officeDocument/2006/relationships/image" Target="file:///F:\Lets_Create/pic_temp/pic_half_right.png" TargetMode="External"/><Relationship Id="rId10" Type="http://schemas.openxmlformats.org/officeDocument/2006/relationships/image" Target="../media/image9.png"/><Relationship Id="rId1" Type="http://schemas.openxmlformats.org/officeDocument/2006/relationships/slideMaster" Target="../slideMasters/slideMaster6.xml"/></Relationships>
</file>

<file path=ppt/slideLayouts/_rels/slideLayout90.xml.rels><?xml version="1.0" encoding="UTF-8" standalone="yes"?>
<Relationships xmlns="http://schemas.openxmlformats.org/package/2006/relationships"><Relationship Id="rId9" Type="http://schemas.openxmlformats.org/officeDocument/2006/relationships/tags" Target="../tags/tag635.xml"/><Relationship Id="rId8" Type="http://schemas.openxmlformats.org/officeDocument/2006/relationships/tags" Target="../tags/tag634.xml"/><Relationship Id="rId7" Type="http://schemas.openxmlformats.org/officeDocument/2006/relationships/image" Target="file:///F:\Lets_Create/pic_temp/1_pic_quater_right_down.png" TargetMode="External"/><Relationship Id="rId6" Type="http://schemas.openxmlformats.org/officeDocument/2006/relationships/image" Target="../media/image4.png"/><Relationship Id="rId5" Type="http://schemas.openxmlformats.org/officeDocument/2006/relationships/tags" Target="../tags/tag633.xml"/><Relationship Id="rId4" Type="http://schemas.openxmlformats.org/officeDocument/2006/relationships/image" Target="file:///F:\Lets_Create/pic_temp/0_pic_quater_right_down.png" TargetMode="External"/><Relationship Id="rId3" Type="http://schemas.openxmlformats.org/officeDocument/2006/relationships/image" Target="../media/image3.png"/><Relationship Id="rId2" Type="http://schemas.openxmlformats.org/officeDocument/2006/relationships/tags" Target="../tags/tag632.xml"/><Relationship Id="rId11" Type="http://schemas.openxmlformats.org/officeDocument/2006/relationships/tags" Target="../tags/tag637.xml"/><Relationship Id="rId10" Type="http://schemas.openxmlformats.org/officeDocument/2006/relationships/tags" Target="../tags/tag636.xml"/><Relationship Id="rId1" Type="http://schemas.openxmlformats.org/officeDocument/2006/relationships/slideMaster" Target="../slideMasters/slideMaster6.xml"/></Relationships>
</file>

<file path=ppt/slideLayouts/_rels/slideLayout91.xml.rels><?xml version="1.0" encoding="UTF-8" standalone="yes"?>
<Relationships xmlns="http://schemas.openxmlformats.org/package/2006/relationships"><Relationship Id="rId7" Type="http://schemas.openxmlformats.org/officeDocument/2006/relationships/tags" Target="../tags/tag643.xml"/><Relationship Id="rId6" Type="http://schemas.openxmlformats.org/officeDocument/2006/relationships/tags" Target="../tags/tag642.xml"/><Relationship Id="rId5" Type="http://schemas.openxmlformats.org/officeDocument/2006/relationships/tags" Target="../tags/tag641.xml"/><Relationship Id="rId4" Type="http://schemas.openxmlformats.org/officeDocument/2006/relationships/tags" Target="../tags/tag640.xml"/><Relationship Id="rId3" Type="http://schemas.openxmlformats.org/officeDocument/2006/relationships/tags" Target="../tags/tag639.xml"/><Relationship Id="rId2" Type="http://schemas.openxmlformats.org/officeDocument/2006/relationships/tags" Target="../tags/tag638.xml"/><Relationship Id="rId1" Type="http://schemas.openxmlformats.org/officeDocument/2006/relationships/slideMaster" Target="../slideMasters/slideMaster6.xml"/></Relationships>
</file>

<file path=ppt/slideLayouts/_rels/slideLayout92.xml.rels><?xml version="1.0" encoding="UTF-8" standalone="yes"?>
<Relationships xmlns="http://schemas.openxmlformats.org/package/2006/relationships"><Relationship Id="rId9" Type="http://schemas.openxmlformats.org/officeDocument/2006/relationships/tags" Target="../tags/tag647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646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3.png"/><Relationship Id="rId3" Type="http://schemas.openxmlformats.org/officeDocument/2006/relationships/tags" Target="../tags/tag645.xml"/><Relationship Id="rId2" Type="http://schemas.openxmlformats.org/officeDocument/2006/relationships/tags" Target="../tags/tag644.xml"/><Relationship Id="rId14" Type="http://schemas.openxmlformats.org/officeDocument/2006/relationships/tags" Target="../tags/tag652.xml"/><Relationship Id="rId13" Type="http://schemas.openxmlformats.org/officeDocument/2006/relationships/tags" Target="../tags/tag651.xml"/><Relationship Id="rId12" Type="http://schemas.openxmlformats.org/officeDocument/2006/relationships/tags" Target="../tags/tag650.xml"/><Relationship Id="rId11" Type="http://schemas.openxmlformats.org/officeDocument/2006/relationships/tags" Target="../tags/tag649.xml"/><Relationship Id="rId10" Type="http://schemas.openxmlformats.org/officeDocument/2006/relationships/tags" Target="../tags/tag648.xml"/><Relationship Id="rId1" Type="http://schemas.openxmlformats.org/officeDocument/2006/relationships/slideMaster" Target="../slideMasters/slideMaster6.xml"/></Relationships>
</file>

<file path=ppt/slideLayouts/_rels/slideLayout93.xml.rels><?xml version="1.0" encoding="UTF-8" standalone="yes"?>
<Relationships xmlns="http://schemas.openxmlformats.org/package/2006/relationships"><Relationship Id="rId9" Type="http://schemas.openxmlformats.org/officeDocument/2006/relationships/tags" Target="../tags/tag656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4.png"/><Relationship Id="rId6" Type="http://schemas.openxmlformats.org/officeDocument/2006/relationships/tags" Target="../tags/tag655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3.png"/><Relationship Id="rId3" Type="http://schemas.openxmlformats.org/officeDocument/2006/relationships/tags" Target="../tags/tag654.xml"/><Relationship Id="rId2" Type="http://schemas.openxmlformats.org/officeDocument/2006/relationships/tags" Target="../tags/tag653.xml"/><Relationship Id="rId14" Type="http://schemas.openxmlformats.org/officeDocument/2006/relationships/tags" Target="../tags/tag661.xml"/><Relationship Id="rId13" Type="http://schemas.openxmlformats.org/officeDocument/2006/relationships/tags" Target="../tags/tag660.xml"/><Relationship Id="rId12" Type="http://schemas.openxmlformats.org/officeDocument/2006/relationships/tags" Target="../tags/tag659.xml"/><Relationship Id="rId11" Type="http://schemas.openxmlformats.org/officeDocument/2006/relationships/tags" Target="../tags/tag658.xml"/><Relationship Id="rId10" Type="http://schemas.openxmlformats.org/officeDocument/2006/relationships/tags" Target="../tags/tag657.xml"/><Relationship Id="rId1" Type="http://schemas.openxmlformats.org/officeDocument/2006/relationships/slideMaster" Target="../slideMasters/slideMaster6.xml"/></Relationships>
</file>

<file path=ppt/slideLayouts/_rels/slideLayout94.xml.rels><?xml version="1.0" encoding="UTF-8" standalone="yes"?>
<Relationships xmlns="http://schemas.openxmlformats.org/package/2006/relationships"><Relationship Id="rId9" Type="http://schemas.openxmlformats.org/officeDocument/2006/relationships/tags" Target="../tags/tag665.xml"/><Relationship Id="rId8" Type="http://schemas.openxmlformats.org/officeDocument/2006/relationships/tags" Target="../tags/tag664.xml"/><Relationship Id="rId7" Type="http://schemas.openxmlformats.org/officeDocument/2006/relationships/image" Target="file:///F:\Lets_Create/pic_temp/1_pic_quater_right_down.png" TargetMode="External"/><Relationship Id="rId6" Type="http://schemas.openxmlformats.org/officeDocument/2006/relationships/image" Target="../media/image4.png"/><Relationship Id="rId5" Type="http://schemas.openxmlformats.org/officeDocument/2006/relationships/tags" Target="../tags/tag663.xml"/><Relationship Id="rId4" Type="http://schemas.openxmlformats.org/officeDocument/2006/relationships/image" Target="file:///F:\Lets_Create/pic_temp/0_pic_quater_right_down.png" TargetMode="External"/><Relationship Id="rId3" Type="http://schemas.openxmlformats.org/officeDocument/2006/relationships/image" Target="../media/image3.png"/><Relationship Id="rId2" Type="http://schemas.openxmlformats.org/officeDocument/2006/relationships/tags" Target="../tags/tag662.xml"/><Relationship Id="rId14" Type="http://schemas.openxmlformats.org/officeDocument/2006/relationships/tags" Target="../tags/tag670.xml"/><Relationship Id="rId13" Type="http://schemas.openxmlformats.org/officeDocument/2006/relationships/tags" Target="../tags/tag669.xml"/><Relationship Id="rId12" Type="http://schemas.openxmlformats.org/officeDocument/2006/relationships/tags" Target="../tags/tag668.xml"/><Relationship Id="rId11" Type="http://schemas.openxmlformats.org/officeDocument/2006/relationships/tags" Target="../tags/tag667.xml"/><Relationship Id="rId10" Type="http://schemas.openxmlformats.org/officeDocument/2006/relationships/tags" Target="../tags/tag666.xml"/><Relationship Id="rId1" Type="http://schemas.openxmlformats.org/officeDocument/2006/relationships/slideMaster" Target="../slideMasters/slideMaster6.xml"/></Relationships>
</file>

<file path=ppt/slideLayouts/_rels/slideLayout95.xml.rels><?xml version="1.0" encoding="UTF-8" standalone="yes"?>
<Relationships xmlns="http://schemas.openxmlformats.org/package/2006/relationships"><Relationship Id="rId9" Type="http://schemas.openxmlformats.org/officeDocument/2006/relationships/tags" Target="../tags/tag674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4.png"/><Relationship Id="rId6" Type="http://schemas.openxmlformats.org/officeDocument/2006/relationships/tags" Target="../tags/tag673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11.png"/><Relationship Id="rId3" Type="http://schemas.openxmlformats.org/officeDocument/2006/relationships/tags" Target="../tags/tag672.xml"/><Relationship Id="rId2" Type="http://schemas.openxmlformats.org/officeDocument/2006/relationships/tags" Target="../tags/tag671.xml"/><Relationship Id="rId16" Type="http://schemas.openxmlformats.org/officeDocument/2006/relationships/tags" Target="../tags/tag681.xml"/><Relationship Id="rId15" Type="http://schemas.openxmlformats.org/officeDocument/2006/relationships/tags" Target="../tags/tag680.xml"/><Relationship Id="rId14" Type="http://schemas.openxmlformats.org/officeDocument/2006/relationships/tags" Target="../tags/tag679.xml"/><Relationship Id="rId13" Type="http://schemas.openxmlformats.org/officeDocument/2006/relationships/tags" Target="../tags/tag678.xml"/><Relationship Id="rId12" Type="http://schemas.openxmlformats.org/officeDocument/2006/relationships/tags" Target="../tags/tag677.xml"/><Relationship Id="rId11" Type="http://schemas.openxmlformats.org/officeDocument/2006/relationships/tags" Target="../tags/tag676.xml"/><Relationship Id="rId10" Type="http://schemas.openxmlformats.org/officeDocument/2006/relationships/tags" Target="../tags/tag675.xml"/><Relationship Id="rId1" Type="http://schemas.openxmlformats.org/officeDocument/2006/relationships/slideMaster" Target="../slideMasters/slideMaster6.xml"/></Relationships>
</file>

<file path=ppt/slideLayouts/_rels/slideLayout96.xml.rels><?xml version="1.0" encoding="UTF-8" standalone="yes"?>
<Relationships xmlns="http://schemas.openxmlformats.org/package/2006/relationships"><Relationship Id="rId9" Type="http://schemas.openxmlformats.org/officeDocument/2006/relationships/tags" Target="../tags/tag685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684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12.png"/><Relationship Id="rId3" Type="http://schemas.openxmlformats.org/officeDocument/2006/relationships/tags" Target="../tags/tag683.xml"/><Relationship Id="rId2" Type="http://schemas.openxmlformats.org/officeDocument/2006/relationships/tags" Target="../tags/tag682.xml"/><Relationship Id="rId13" Type="http://schemas.openxmlformats.org/officeDocument/2006/relationships/tags" Target="../tags/tag689.xml"/><Relationship Id="rId12" Type="http://schemas.openxmlformats.org/officeDocument/2006/relationships/tags" Target="../tags/tag688.xml"/><Relationship Id="rId11" Type="http://schemas.openxmlformats.org/officeDocument/2006/relationships/tags" Target="../tags/tag687.xml"/><Relationship Id="rId10" Type="http://schemas.openxmlformats.org/officeDocument/2006/relationships/tags" Target="../tags/tag686.xml"/><Relationship Id="rId1" Type="http://schemas.openxmlformats.org/officeDocument/2006/relationships/slideMaster" Target="../slideMasters/slideMaster6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8.xml.rels><?xml version="1.0" encoding="UTF-8" standalone="yes"?>
<Relationships xmlns="http://schemas.openxmlformats.org/package/2006/relationships"><Relationship Id="rId9" Type="http://schemas.openxmlformats.org/officeDocument/2006/relationships/tags" Target="../tags/tag699.xml"/><Relationship Id="rId8" Type="http://schemas.openxmlformats.org/officeDocument/2006/relationships/image" Target="file:///C:\Users\Administrator\Desktop\&#32032;&#26448;&#20998;&#31867;\&#25968;&#25454;&#21830;&#21153;\&#20027;&#39064;\&#22270;&#29255;11.png" TargetMode="External"/><Relationship Id="rId7" Type="http://schemas.openxmlformats.org/officeDocument/2006/relationships/image" Target="../media/image2.png"/><Relationship Id="rId6" Type="http://schemas.openxmlformats.org/officeDocument/2006/relationships/tags" Target="../tags/tag698.xml"/><Relationship Id="rId5" Type="http://schemas.openxmlformats.org/officeDocument/2006/relationships/tags" Target="../tags/tag697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0" Type="http://schemas.openxmlformats.org/officeDocument/2006/relationships/tags" Target="../tags/tag706.xml"/><Relationship Id="rId2" Type="http://schemas.openxmlformats.org/officeDocument/2006/relationships/tags" Target="../tags/tag696.xml"/><Relationship Id="rId19" Type="http://schemas.openxmlformats.org/officeDocument/2006/relationships/tags" Target="../tags/tag705.xml"/><Relationship Id="rId18" Type="http://schemas.openxmlformats.org/officeDocument/2006/relationships/tags" Target="../tags/tag704.xml"/><Relationship Id="rId17" Type="http://schemas.openxmlformats.org/officeDocument/2006/relationships/tags" Target="../tags/tag703.xml"/><Relationship Id="rId16" Type="http://schemas.openxmlformats.org/officeDocument/2006/relationships/tags" Target="../tags/tag702.xml"/><Relationship Id="rId15" Type="http://schemas.openxmlformats.org/officeDocument/2006/relationships/tags" Target="../tags/tag701.xml"/><Relationship Id="rId14" Type="http://schemas.openxmlformats.org/officeDocument/2006/relationships/image" Target="file:///F:\Lets_Create/pic_temp/1_pic_quater_right_down.png" TargetMode="External"/><Relationship Id="rId13" Type="http://schemas.openxmlformats.org/officeDocument/2006/relationships/image" Target="../media/image4.png"/><Relationship Id="rId12" Type="http://schemas.openxmlformats.org/officeDocument/2006/relationships/tags" Target="../tags/tag700.xml"/><Relationship Id="rId11" Type="http://schemas.openxmlformats.org/officeDocument/2006/relationships/image" Target="file:///F:\Lets_Create/pic_temp/0_pic_quater_right_down.png" TargetMode="External"/><Relationship Id="rId10" Type="http://schemas.openxmlformats.org/officeDocument/2006/relationships/image" Target="../media/image3.png"/><Relationship Id="rId1" Type="http://schemas.openxmlformats.org/officeDocument/2006/relationships/slideMaster" Target="../slideMasters/slideMaster7.xml"/></Relationships>
</file>

<file path=ppt/slideLayouts/_rels/slideLayout99.xml.rels><?xml version="1.0" encoding="UTF-8" standalone="yes"?>
<Relationships xmlns="http://schemas.openxmlformats.org/package/2006/relationships"><Relationship Id="rId6" Type="http://schemas.openxmlformats.org/officeDocument/2006/relationships/tags" Target="../tags/tag711.xml"/><Relationship Id="rId5" Type="http://schemas.openxmlformats.org/officeDocument/2006/relationships/tags" Target="../tags/tag710.xml"/><Relationship Id="rId4" Type="http://schemas.openxmlformats.org/officeDocument/2006/relationships/tags" Target="../tags/tag709.xml"/><Relationship Id="rId3" Type="http://schemas.openxmlformats.org/officeDocument/2006/relationships/tags" Target="../tags/tag708.xml"/><Relationship Id="rId2" Type="http://schemas.openxmlformats.org/officeDocument/2006/relationships/tags" Target="../tags/tag707.xml"/><Relationship Id="rId1" Type="http://schemas.openxmlformats.org/officeDocument/2006/relationships/slideMaster" Target="../slideMasters/slideMaster7.xml"/></Relationships>
</file>

<file path=ppt/slideLayouts/_rels/slideLayout100.xml.rels><?xml version="1.0" encoding="UTF-8" standalone="yes"?>
<Relationships xmlns="http://schemas.openxmlformats.org/package/2006/relationships"><Relationship Id="rId9" Type="http://schemas.openxmlformats.org/officeDocument/2006/relationships/image" Target="../media/image6.png"/><Relationship Id="rId8" Type="http://schemas.openxmlformats.org/officeDocument/2006/relationships/tags" Target="../tags/tag714.xml"/><Relationship Id="rId7" Type="http://schemas.openxmlformats.org/officeDocument/2006/relationships/image" Target="file:///F:\Lets_Create/pic_temp/pic_half_top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713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" Type="http://schemas.openxmlformats.org/officeDocument/2006/relationships/tags" Target="../tags/tag712.xml"/><Relationship Id="rId15" Type="http://schemas.openxmlformats.org/officeDocument/2006/relationships/tags" Target="../tags/tag719.xml"/><Relationship Id="rId14" Type="http://schemas.openxmlformats.org/officeDocument/2006/relationships/tags" Target="../tags/tag718.xml"/><Relationship Id="rId13" Type="http://schemas.openxmlformats.org/officeDocument/2006/relationships/tags" Target="../tags/tag717.xml"/><Relationship Id="rId12" Type="http://schemas.openxmlformats.org/officeDocument/2006/relationships/tags" Target="../tags/tag716.xml"/><Relationship Id="rId11" Type="http://schemas.openxmlformats.org/officeDocument/2006/relationships/tags" Target="../tags/tag715.xml"/><Relationship Id="rId10" Type="http://schemas.openxmlformats.org/officeDocument/2006/relationships/image" Target="file:///F:\Lets_Create/pic_temp/pic_half_down.png" TargetMode="External"/><Relationship Id="rId1" Type="http://schemas.openxmlformats.org/officeDocument/2006/relationships/slideMaster" Target="../slideMasters/slideMaster7.xml"/></Relationships>
</file>

<file path=ppt/slideLayouts/_rels/slideLayout101.xml.rels><?xml version="1.0" encoding="UTF-8" standalone="yes"?>
<Relationships xmlns="http://schemas.openxmlformats.org/package/2006/relationships"><Relationship Id="rId7" Type="http://schemas.openxmlformats.org/officeDocument/2006/relationships/tags" Target="../tags/tag725.xml"/><Relationship Id="rId6" Type="http://schemas.openxmlformats.org/officeDocument/2006/relationships/tags" Target="../tags/tag724.xml"/><Relationship Id="rId5" Type="http://schemas.openxmlformats.org/officeDocument/2006/relationships/tags" Target="../tags/tag723.xml"/><Relationship Id="rId4" Type="http://schemas.openxmlformats.org/officeDocument/2006/relationships/tags" Target="../tags/tag722.xml"/><Relationship Id="rId3" Type="http://schemas.openxmlformats.org/officeDocument/2006/relationships/tags" Target="../tags/tag721.xml"/><Relationship Id="rId2" Type="http://schemas.openxmlformats.org/officeDocument/2006/relationships/tags" Target="../tags/tag720.xml"/><Relationship Id="rId1" Type="http://schemas.openxmlformats.org/officeDocument/2006/relationships/slideMaster" Target="../slideMasters/slideMaster7.xml"/></Relationships>
</file>

<file path=ppt/slideLayouts/_rels/slideLayout102.xml.rels><?xml version="1.0" encoding="UTF-8" standalone="yes"?>
<Relationships xmlns="http://schemas.openxmlformats.org/package/2006/relationships"><Relationship Id="rId9" Type="http://schemas.openxmlformats.org/officeDocument/2006/relationships/tags" Target="../tags/tag733.xml"/><Relationship Id="rId8" Type="http://schemas.openxmlformats.org/officeDocument/2006/relationships/tags" Target="../tags/tag732.xml"/><Relationship Id="rId7" Type="http://schemas.openxmlformats.org/officeDocument/2006/relationships/tags" Target="../tags/tag731.xml"/><Relationship Id="rId6" Type="http://schemas.openxmlformats.org/officeDocument/2006/relationships/tags" Target="../tags/tag730.xml"/><Relationship Id="rId5" Type="http://schemas.openxmlformats.org/officeDocument/2006/relationships/tags" Target="../tags/tag729.xml"/><Relationship Id="rId4" Type="http://schemas.openxmlformats.org/officeDocument/2006/relationships/tags" Target="../tags/tag728.xml"/><Relationship Id="rId3" Type="http://schemas.openxmlformats.org/officeDocument/2006/relationships/tags" Target="../tags/tag727.xml"/><Relationship Id="rId2" Type="http://schemas.openxmlformats.org/officeDocument/2006/relationships/tags" Target="../tags/tag726.xml"/><Relationship Id="rId1" Type="http://schemas.openxmlformats.org/officeDocument/2006/relationships/slideMaster" Target="../slideMasters/slideMaster7.xml"/></Relationships>
</file>

<file path=ppt/slideLayouts/_rels/slideLayout103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736.xml"/><Relationship Id="rId7" Type="http://schemas.openxmlformats.org/officeDocument/2006/relationships/image" Target="file:///C:\Users\Administrator\Desktop\&#32032;&#26448;&#20998;&#31867;\&#25968;&#25454;&#21830;&#21153;\&#20027;&#39064;\&#22270;&#29255;11.png" TargetMode="External"/><Relationship Id="rId6" Type="http://schemas.openxmlformats.org/officeDocument/2006/relationships/image" Target="../media/image7.png"/><Relationship Id="rId5" Type="http://schemas.openxmlformats.org/officeDocument/2006/relationships/tags" Target="../tags/tag735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" Type="http://schemas.openxmlformats.org/officeDocument/2006/relationships/tags" Target="../tags/tag734.xml"/><Relationship Id="rId14" Type="http://schemas.openxmlformats.org/officeDocument/2006/relationships/tags" Target="../tags/tag740.xml"/><Relationship Id="rId13" Type="http://schemas.openxmlformats.org/officeDocument/2006/relationships/tags" Target="../tags/tag739.xml"/><Relationship Id="rId12" Type="http://schemas.openxmlformats.org/officeDocument/2006/relationships/tags" Target="../tags/tag738.xml"/><Relationship Id="rId11" Type="http://schemas.openxmlformats.org/officeDocument/2006/relationships/tags" Target="../tags/tag737.xml"/><Relationship Id="rId10" Type="http://schemas.openxmlformats.org/officeDocument/2006/relationships/image" Target="file:///F:\Lets_Create/pic_temp/1_pic_quater_right_down.png" TargetMode="External"/><Relationship Id="rId1" Type="http://schemas.openxmlformats.org/officeDocument/2006/relationships/slideMaster" Target="../slideMasters/slideMaster7.xml"/></Relationships>
</file>

<file path=ppt/slideLayouts/_rels/slideLayout104.xml.rels><?xml version="1.0" encoding="UTF-8" standalone="yes"?>
<Relationships xmlns="http://schemas.openxmlformats.org/package/2006/relationships"><Relationship Id="rId4" Type="http://schemas.openxmlformats.org/officeDocument/2006/relationships/tags" Target="../tags/tag743.xml"/><Relationship Id="rId3" Type="http://schemas.openxmlformats.org/officeDocument/2006/relationships/tags" Target="../tags/tag742.xml"/><Relationship Id="rId2" Type="http://schemas.openxmlformats.org/officeDocument/2006/relationships/tags" Target="../tags/tag741.xml"/><Relationship Id="rId1" Type="http://schemas.openxmlformats.org/officeDocument/2006/relationships/slideMaster" Target="../slideMasters/slideMaster7.xml"/></Relationships>
</file>

<file path=ppt/slideLayouts/_rels/slideLayout105.xml.rels><?xml version="1.0" encoding="UTF-8" standalone="yes"?>
<Relationships xmlns="http://schemas.openxmlformats.org/package/2006/relationships"><Relationship Id="rId7" Type="http://schemas.openxmlformats.org/officeDocument/2006/relationships/tags" Target="../tags/tag749.xml"/><Relationship Id="rId6" Type="http://schemas.openxmlformats.org/officeDocument/2006/relationships/tags" Target="../tags/tag748.xml"/><Relationship Id="rId5" Type="http://schemas.openxmlformats.org/officeDocument/2006/relationships/tags" Target="../tags/tag747.xml"/><Relationship Id="rId4" Type="http://schemas.openxmlformats.org/officeDocument/2006/relationships/tags" Target="../tags/tag746.xml"/><Relationship Id="rId3" Type="http://schemas.openxmlformats.org/officeDocument/2006/relationships/tags" Target="../tags/tag745.xml"/><Relationship Id="rId2" Type="http://schemas.openxmlformats.org/officeDocument/2006/relationships/tags" Target="../tags/tag744.xml"/><Relationship Id="rId1" Type="http://schemas.openxmlformats.org/officeDocument/2006/relationships/slideMaster" Target="../slideMasters/slideMaster7.xml"/></Relationships>
</file>

<file path=ppt/slideLayouts/_rels/slideLayout106.xml.rels><?xml version="1.0" encoding="UTF-8" standalone="yes"?>
<Relationships xmlns="http://schemas.openxmlformats.org/package/2006/relationships"><Relationship Id="rId6" Type="http://schemas.openxmlformats.org/officeDocument/2006/relationships/tags" Target="../tags/tag754.xml"/><Relationship Id="rId5" Type="http://schemas.openxmlformats.org/officeDocument/2006/relationships/tags" Target="../tags/tag753.xml"/><Relationship Id="rId4" Type="http://schemas.openxmlformats.org/officeDocument/2006/relationships/tags" Target="../tags/tag752.xml"/><Relationship Id="rId3" Type="http://schemas.openxmlformats.org/officeDocument/2006/relationships/tags" Target="../tags/tag751.xml"/><Relationship Id="rId2" Type="http://schemas.openxmlformats.org/officeDocument/2006/relationships/tags" Target="../tags/tag750.xml"/><Relationship Id="rId1" Type="http://schemas.openxmlformats.org/officeDocument/2006/relationships/slideMaster" Target="../slideMasters/slideMaster7.xml"/></Relationships>
</file>

<file path=ppt/slideLayouts/_rels/slideLayout107.xml.rels><?xml version="1.0" encoding="UTF-8" standalone="yes"?>
<Relationships xmlns="http://schemas.openxmlformats.org/package/2006/relationships"><Relationship Id="rId5" Type="http://schemas.openxmlformats.org/officeDocument/2006/relationships/tags" Target="../tags/tag758.xml"/><Relationship Id="rId4" Type="http://schemas.openxmlformats.org/officeDocument/2006/relationships/tags" Target="../tags/tag757.xml"/><Relationship Id="rId3" Type="http://schemas.openxmlformats.org/officeDocument/2006/relationships/tags" Target="../tags/tag756.xml"/><Relationship Id="rId2" Type="http://schemas.openxmlformats.org/officeDocument/2006/relationships/tags" Target="../tags/tag755.xml"/><Relationship Id="rId1" Type="http://schemas.openxmlformats.org/officeDocument/2006/relationships/slideMaster" Target="../slideMasters/slideMaster7.xml"/></Relationships>
</file>

<file path=ppt/slideLayouts/_rels/slideLayout108.xml.rels><?xml version="1.0" encoding="UTF-8" standalone="yes"?>
<Relationships xmlns="http://schemas.openxmlformats.org/package/2006/relationships"><Relationship Id="rId9" Type="http://schemas.openxmlformats.org/officeDocument/2006/relationships/tags" Target="../tags/tag762.xml"/><Relationship Id="rId8" Type="http://schemas.openxmlformats.org/officeDocument/2006/relationships/image" Target="file:///F:\Lets_Create/pic_temp/pic_half_left.png" TargetMode="External"/><Relationship Id="rId7" Type="http://schemas.openxmlformats.org/officeDocument/2006/relationships/image" Target="../media/image8.png"/><Relationship Id="rId6" Type="http://schemas.openxmlformats.org/officeDocument/2006/relationships/tags" Target="../tags/tag761.xml"/><Relationship Id="rId5" Type="http://schemas.openxmlformats.org/officeDocument/2006/relationships/tags" Target="../tags/tag760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1" Type="http://schemas.openxmlformats.org/officeDocument/2006/relationships/tags" Target="../tags/tag770.xml"/><Relationship Id="rId20" Type="http://schemas.openxmlformats.org/officeDocument/2006/relationships/tags" Target="../tags/tag769.xml"/><Relationship Id="rId2" Type="http://schemas.openxmlformats.org/officeDocument/2006/relationships/tags" Target="../tags/tag759.xml"/><Relationship Id="rId19" Type="http://schemas.openxmlformats.org/officeDocument/2006/relationships/tags" Target="../tags/tag768.xml"/><Relationship Id="rId18" Type="http://schemas.openxmlformats.org/officeDocument/2006/relationships/tags" Target="../tags/tag767.xml"/><Relationship Id="rId17" Type="http://schemas.openxmlformats.org/officeDocument/2006/relationships/tags" Target="../tags/tag766.xml"/><Relationship Id="rId16" Type="http://schemas.openxmlformats.org/officeDocument/2006/relationships/tags" Target="../tags/tag765.xml"/><Relationship Id="rId15" Type="http://schemas.openxmlformats.org/officeDocument/2006/relationships/image" Target="file:///F:\Lets_Create/pic_temp/1_pic_quater_right_down.png" TargetMode="External"/><Relationship Id="rId14" Type="http://schemas.openxmlformats.org/officeDocument/2006/relationships/image" Target="../media/image4.png"/><Relationship Id="rId13" Type="http://schemas.openxmlformats.org/officeDocument/2006/relationships/tags" Target="../tags/tag764.xml"/><Relationship Id="rId12" Type="http://schemas.openxmlformats.org/officeDocument/2006/relationships/tags" Target="../tags/tag763.xml"/><Relationship Id="rId11" Type="http://schemas.openxmlformats.org/officeDocument/2006/relationships/image" Target="file:///F:\Lets_Create/pic_temp/pic_half_right.png" TargetMode="External"/><Relationship Id="rId10" Type="http://schemas.openxmlformats.org/officeDocument/2006/relationships/image" Target="../media/image9.png"/><Relationship Id="rId1" Type="http://schemas.openxmlformats.org/officeDocument/2006/relationships/slideMaster" Target="../slideMasters/slideMaster7.xml"/></Relationships>
</file>

<file path=ppt/slideLayouts/_rels/slideLayout109.xml.rels><?xml version="1.0" encoding="UTF-8" standalone="yes"?>
<Relationships xmlns="http://schemas.openxmlformats.org/package/2006/relationships"><Relationship Id="rId9" Type="http://schemas.openxmlformats.org/officeDocument/2006/relationships/tags" Target="../tags/tag774.xml"/><Relationship Id="rId8" Type="http://schemas.openxmlformats.org/officeDocument/2006/relationships/tags" Target="../tags/tag773.xml"/><Relationship Id="rId7" Type="http://schemas.openxmlformats.org/officeDocument/2006/relationships/image" Target="file:///F:\Lets_Create/pic_temp/1_pic_quater_right_down.png" TargetMode="External"/><Relationship Id="rId6" Type="http://schemas.openxmlformats.org/officeDocument/2006/relationships/image" Target="../media/image4.png"/><Relationship Id="rId5" Type="http://schemas.openxmlformats.org/officeDocument/2006/relationships/tags" Target="../tags/tag772.xml"/><Relationship Id="rId4" Type="http://schemas.openxmlformats.org/officeDocument/2006/relationships/image" Target="file:///F:\Lets_Create/pic_temp/0_pic_quater_right_down.png" TargetMode="External"/><Relationship Id="rId3" Type="http://schemas.openxmlformats.org/officeDocument/2006/relationships/image" Target="../media/image3.png"/><Relationship Id="rId2" Type="http://schemas.openxmlformats.org/officeDocument/2006/relationships/tags" Target="../tags/tag771.xml"/><Relationship Id="rId11" Type="http://schemas.openxmlformats.org/officeDocument/2006/relationships/tags" Target="../tags/tag776.xml"/><Relationship Id="rId10" Type="http://schemas.openxmlformats.org/officeDocument/2006/relationships/tags" Target="../tags/tag775.xml"/><Relationship Id="rId1" Type="http://schemas.openxmlformats.org/officeDocument/2006/relationships/slideMaster" Target="../slideMasters/slideMaster7.xml"/></Relationships>
</file>

<file path=ppt/slideLayouts/_rels/slideLayout110.xml.rels><?xml version="1.0" encoding="UTF-8" standalone="yes"?>
<Relationships xmlns="http://schemas.openxmlformats.org/package/2006/relationships"><Relationship Id="rId7" Type="http://schemas.openxmlformats.org/officeDocument/2006/relationships/tags" Target="../tags/tag782.xml"/><Relationship Id="rId6" Type="http://schemas.openxmlformats.org/officeDocument/2006/relationships/tags" Target="../tags/tag781.xml"/><Relationship Id="rId5" Type="http://schemas.openxmlformats.org/officeDocument/2006/relationships/tags" Target="../tags/tag780.xml"/><Relationship Id="rId4" Type="http://schemas.openxmlformats.org/officeDocument/2006/relationships/tags" Target="../tags/tag779.xml"/><Relationship Id="rId3" Type="http://schemas.openxmlformats.org/officeDocument/2006/relationships/tags" Target="../tags/tag778.xml"/><Relationship Id="rId2" Type="http://schemas.openxmlformats.org/officeDocument/2006/relationships/tags" Target="../tags/tag777.xml"/><Relationship Id="rId1" Type="http://schemas.openxmlformats.org/officeDocument/2006/relationships/slideMaster" Target="../slideMasters/slideMaster7.xml"/></Relationships>
</file>

<file path=ppt/slideLayouts/_rels/slideLayout111.xml.rels><?xml version="1.0" encoding="UTF-8" standalone="yes"?>
<Relationships xmlns="http://schemas.openxmlformats.org/package/2006/relationships"><Relationship Id="rId9" Type="http://schemas.openxmlformats.org/officeDocument/2006/relationships/tags" Target="../tags/tag786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785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3.png"/><Relationship Id="rId3" Type="http://schemas.openxmlformats.org/officeDocument/2006/relationships/tags" Target="../tags/tag784.xml"/><Relationship Id="rId2" Type="http://schemas.openxmlformats.org/officeDocument/2006/relationships/tags" Target="../tags/tag783.xml"/><Relationship Id="rId14" Type="http://schemas.openxmlformats.org/officeDocument/2006/relationships/tags" Target="../tags/tag791.xml"/><Relationship Id="rId13" Type="http://schemas.openxmlformats.org/officeDocument/2006/relationships/tags" Target="../tags/tag790.xml"/><Relationship Id="rId12" Type="http://schemas.openxmlformats.org/officeDocument/2006/relationships/tags" Target="../tags/tag789.xml"/><Relationship Id="rId11" Type="http://schemas.openxmlformats.org/officeDocument/2006/relationships/tags" Target="../tags/tag788.xml"/><Relationship Id="rId10" Type="http://schemas.openxmlformats.org/officeDocument/2006/relationships/tags" Target="../tags/tag787.xml"/><Relationship Id="rId1" Type="http://schemas.openxmlformats.org/officeDocument/2006/relationships/slideMaster" Target="../slideMasters/slideMaster7.xml"/></Relationships>
</file>

<file path=ppt/slideLayouts/_rels/slideLayout112.xml.rels><?xml version="1.0" encoding="UTF-8" standalone="yes"?>
<Relationships xmlns="http://schemas.openxmlformats.org/package/2006/relationships"><Relationship Id="rId9" Type="http://schemas.openxmlformats.org/officeDocument/2006/relationships/tags" Target="../tags/tag795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4.png"/><Relationship Id="rId6" Type="http://schemas.openxmlformats.org/officeDocument/2006/relationships/tags" Target="../tags/tag794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3.png"/><Relationship Id="rId3" Type="http://schemas.openxmlformats.org/officeDocument/2006/relationships/tags" Target="../tags/tag793.xml"/><Relationship Id="rId2" Type="http://schemas.openxmlformats.org/officeDocument/2006/relationships/tags" Target="../tags/tag792.xml"/><Relationship Id="rId14" Type="http://schemas.openxmlformats.org/officeDocument/2006/relationships/tags" Target="../tags/tag800.xml"/><Relationship Id="rId13" Type="http://schemas.openxmlformats.org/officeDocument/2006/relationships/tags" Target="../tags/tag799.xml"/><Relationship Id="rId12" Type="http://schemas.openxmlformats.org/officeDocument/2006/relationships/tags" Target="../tags/tag798.xml"/><Relationship Id="rId11" Type="http://schemas.openxmlformats.org/officeDocument/2006/relationships/tags" Target="../tags/tag797.xml"/><Relationship Id="rId10" Type="http://schemas.openxmlformats.org/officeDocument/2006/relationships/tags" Target="../tags/tag796.xml"/><Relationship Id="rId1" Type="http://schemas.openxmlformats.org/officeDocument/2006/relationships/slideMaster" Target="../slideMasters/slideMaster7.xml"/></Relationships>
</file>

<file path=ppt/slideLayouts/_rels/slideLayout113.xml.rels><?xml version="1.0" encoding="UTF-8" standalone="yes"?>
<Relationships xmlns="http://schemas.openxmlformats.org/package/2006/relationships"><Relationship Id="rId9" Type="http://schemas.openxmlformats.org/officeDocument/2006/relationships/tags" Target="../tags/tag804.xml"/><Relationship Id="rId8" Type="http://schemas.openxmlformats.org/officeDocument/2006/relationships/tags" Target="../tags/tag803.xml"/><Relationship Id="rId7" Type="http://schemas.openxmlformats.org/officeDocument/2006/relationships/image" Target="file:///F:\Lets_Create/pic_temp/1_pic_quater_right_down.png" TargetMode="External"/><Relationship Id="rId6" Type="http://schemas.openxmlformats.org/officeDocument/2006/relationships/image" Target="../media/image4.png"/><Relationship Id="rId5" Type="http://schemas.openxmlformats.org/officeDocument/2006/relationships/tags" Target="../tags/tag802.xml"/><Relationship Id="rId4" Type="http://schemas.openxmlformats.org/officeDocument/2006/relationships/image" Target="file:///F:\Lets_Create/pic_temp/0_pic_quater_right_down.png" TargetMode="External"/><Relationship Id="rId3" Type="http://schemas.openxmlformats.org/officeDocument/2006/relationships/image" Target="../media/image3.png"/><Relationship Id="rId2" Type="http://schemas.openxmlformats.org/officeDocument/2006/relationships/tags" Target="../tags/tag801.xml"/><Relationship Id="rId14" Type="http://schemas.openxmlformats.org/officeDocument/2006/relationships/tags" Target="../tags/tag809.xml"/><Relationship Id="rId13" Type="http://schemas.openxmlformats.org/officeDocument/2006/relationships/tags" Target="../tags/tag808.xml"/><Relationship Id="rId12" Type="http://schemas.openxmlformats.org/officeDocument/2006/relationships/tags" Target="../tags/tag807.xml"/><Relationship Id="rId11" Type="http://schemas.openxmlformats.org/officeDocument/2006/relationships/tags" Target="../tags/tag806.xml"/><Relationship Id="rId10" Type="http://schemas.openxmlformats.org/officeDocument/2006/relationships/tags" Target="../tags/tag805.xml"/><Relationship Id="rId1" Type="http://schemas.openxmlformats.org/officeDocument/2006/relationships/slideMaster" Target="../slideMasters/slideMaster7.xml"/></Relationships>
</file>

<file path=ppt/slideLayouts/_rels/slideLayout114.xml.rels><?xml version="1.0" encoding="UTF-8" standalone="yes"?>
<Relationships xmlns="http://schemas.openxmlformats.org/package/2006/relationships"><Relationship Id="rId9" Type="http://schemas.openxmlformats.org/officeDocument/2006/relationships/tags" Target="../tags/tag813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4.png"/><Relationship Id="rId6" Type="http://schemas.openxmlformats.org/officeDocument/2006/relationships/tags" Target="../tags/tag812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11.png"/><Relationship Id="rId3" Type="http://schemas.openxmlformats.org/officeDocument/2006/relationships/tags" Target="../tags/tag811.xml"/><Relationship Id="rId2" Type="http://schemas.openxmlformats.org/officeDocument/2006/relationships/tags" Target="../tags/tag810.xml"/><Relationship Id="rId16" Type="http://schemas.openxmlformats.org/officeDocument/2006/relationships/tags" Target="../tags/tag820.xml"/><Relationship Id="rId15" Type="http://schemas.openxmlformats.org/officeDocument/2006/relationships/tags" Target="../tags/tag819.xml"/><Relationship Id="rId14" Type="http://schemas.openxmlformats.org/officeDocument/2006/relationships/tags" Target="../tags/tag818.xml"/><Relationship Id="rId13" Type="http://schemas.openxmlformats.org/officeDocument/2006/relationships/tags" Target="../tags/tag817.xml"/><Relationship Id="rId12" Type="http://schemas.openxmlformats.org/officeDocument/2006/relationships/tags" Target="../tags/tag816.xml"/><Relationship Id="rId11" Type="http://schemas.openxmlformats.org/officeDocument/2006/relationships/tags" Target="../tags/tag815.xml"/><Relationship Id="rId10" Type="http://schemas.openxmlformats.org/officeDocument/2006/relationships/tags" Target="../tags/tag814.xml"/><Relationship Id="rId1" Type="http://schemas.openxmlformats.org/officeDocument/2006/relationships/slideMaster" Target="../slideMasters/slideMaster7.xml"/></Relationships>
</file>

<file path=ppt/slideLayouts/_rels/slideLayout115.xml.rels><?xml version="1.0" encoding="UTF-8" standalone="yes"?>
<Relationships xmlns="http://schemas.openxmlformats.org/package/2006/relationships"><Relationship Id="rId9" Type="http://schemas.openxmlformats.org/officeDocument/2006/relationships/tags" Target="../tags/tag824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823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12.png"/><Relationship Id="rId3" Type="http://schemas.openxmlformats.org/officeDocument/2006/relationships/tags" Target="../tags/tag822.xml"/><Relationship Id="rId2" Type="http://schemas.openxmlformats.org/officeDocument/2006/relationships/tags" Target="../tags/tag821.xml"/><Relationship Id="rId13" Type="http://schemas.openxmlformats.org/officeDocument/2006/relationships/tags" Target="../tags/tag828.xml"/><Relationship Id="rId12" Type="http://schemas.openxmlformats.org/officeDocument/2006/relationships/tags" Target="../tags/tag827.xml"/><Relationship Id="rId11" Type="http://schemas.openxmlformats.org/officeDocument/2006/relationships/tags" Target="../tags/tag826.xml"/><Relationship Id="rId10" Type="http://schemas.openxmlformats.org/officeDocument/2006/relationships/tags" Target="../tags/tag825.xml"/><Relationship Id="rId1" Type="http://schemas.openxmlformats.org/officeDocument/2006/relationships/slideMaster" Target="../slideMasters/slideMaster7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7.xml.rels><?xml version="1.0" encoding="UTF-8" standalone="yes"?>
<Relationships xmlns="http://schemas.openxmlformats.org/package/2006/relationships"><Relationship Id="rId9" Type="http://schemas.openxmlformats.org/officeDocument/2006/relationships/tags" Target="../tags/tag838.xml"/><Relationship Id="rId8" Type="http://schemas.openxmlformats.org/officeDocument/2006/relationships/image" Target="file:///C:\Users\Administrator\Desktop\&#32032;&#26448;&#20998;&#31867;\&#25968;&#25454;&#21830;&#21153;\&#20027;&#39064;\&#22270;&#29255;11.png" TargetMode="External"/><Relationship Id="rId7" Type="http://schemas.openxmlformats.org/officeDocument/2006/relationships/image" Target="../media/image2.png"/><Relationship Id="rId6" Type="http://schemas.openxmlformats.org/officeDocument/2006/relationships/tags" Target="../tags/tag837.xml"/><Relationship Id="rId5" Type="http://schemas.openxmlformats.org/officeDocument/2006/relationships/tags" Target="../tags/tag836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0" Type="http://schemas.openxmlformats.org/officeDocument/2006/relationships/tags" Target="../tags/tag845.xml"/><Relationship Id="rId2" Type="http://schemas.openxmlformats.org/officeDocument/2006/relationships/tags" Target="../tags/tag835.xml"/><Relationship Id="rId19" Type="http://schemas.openxmlformats.org/officeDocument/2006/relationships/tags" Target="../tags/tag844.xml"/><Relationship Id="rId18" Type="http://schemas.openxmlformats.org/officeDocument/2006/relationships/tags" Target="../tags/tag843.xml"/><Relationship Id="rId17" Type="http://schemas.openxmlformats.org/officeDocument/2006/relationships/tags" Target="../tags/tag842.xml"/><Relationship Id="rId16" Type="http://schemas.openxmlformats.org/officeDocument/2006/relationships/tags" Target="../tags/tag841.xml"/><Relationship Id="rId15" Type="http://schemas.openxmlformats.org/officeDocument/2006/relationships/tags" Target="../tags/tag840.xml"/><Relationship Id="rId14" Type="http://schemas.openxmlformats.org/officeDocument/2006/relationships/image" Target="file:///F:\Lets_Create/pic_temp/1_pic_quater_right_down.png" TargetMode="External"/><Relationship Id="rId13" Type="http://schemas.openxmlformats.org/officeDocument/2006/relationships/image" Target="../media/image4.png"/><Relationship Id="rId12" Type="http://schemas.openxmlformats.org/officeDocument/2006/relationships/tags" Target="../tags/tag839.xml"/><Relationship Id="rId11" Type="http://schemas.openxmlformats.org/officeDocument/2006/relationships/image" Target="file:///F:\Lets_Create/pic_temp/0_pic_quater_right_down.png" TargetMode="External"/><Relationship Id="rId10" Type="http://schemas.openxmlformats.org/officeDocument/2006/relationships/image" Target="../media/image3.png"/><Relationship Id="rId1" Type="http://schemas.openxmlformats.org/officeDocument/2006/relationships/slideMaster" Target="../slideMasters/slideMaster8.xml"/></Relationships>
</file>

<file path=ppt/slideLayouts/_rels/slideLayout118.xml.rels><?xml version="1.0" encoding="UTF-8" standalone="yes"?>
<Relationships xmlns="http://schemas.openxmlformats.org/package/2006/relationships"><Relationship Id="rId6" Type="http://schemas.openxmlformats.org/officeDocument/2006/relationships/tags" Target="../tags/tag850.xml"/><Relationship Id="rId5" Type="http://schemas.openxmlformats.org/officeDocument/2006/relationships/tags" Target="../tags/tag849.xml"/><Relationship Id="rId4" Type="http://schemas.openxmlformats.org/officeDocument/2006/relationships/tags" Target="../tags/tag848.xml"/><Relationship Id="rId3" Type="http://schemas.openxmlformats.org/officeDocument/2006/relationships/tags" Target="../tags/tag847.xml"/><Relationship Id="rId2" Type="http://schemas.openxmlformats.org/officeDocument/2006/relationships/tags" Target="../tags/tag846.xml"/><Relationship Id="rId1" Type="http://schemas.openxmlformats.org/officeDocument/2006/relationships/slideMaster" Target="../slideMasters/slideMaster8.xml"/></Relationships>
</file>

<file path=ppt/slideLayouts/_rels/slideLayout119.xml.rels><?xml version="1.0" encoding="UTF-8" standalone="yes"?>
<Relationships xmlns="http://schemas.openxmlformats.org/package/2006/relationships"><Relationship Id="rId9" Type="http://schemas.openxmlformats.org/officeDocument/2006/relationships/image" Target="../media/image6.png"/><Relationship Id="rId8" Type="http://schemas.openxmlformats.org/officeDocument/2006/relationships/tags" Target="../tags/tag853.xml"/><Relationship Id="rId7" Type="http://schemas.openxmlformats.org/officeDocument/2006/relationships/image" Target="file:///F:\Lets_Create/pic_temp/pic_half_top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852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" Type="http://schemas.openxmlformats.org/officeDocument/2006/relationships/tags" Target="../tags/tag851.xml"/><Relationship Id="rId15" Type="http://schemas.openxmlformats.org/officeDocument/2006/relationships/tags" Target="../tags/tag858.xml"/><Relationship Id="rId14" Type="http://schemas.openxmlformats.org/officeDocument/2006/relationships/tags" Target="../tags/tag857.xml"/><Relationship Id="rId13" Type="http://schemas.openxmlformats.org/officeDocument/2006/relationships/tags" Target="../tags/tag856.xml"/><Relationship Id="rId12" Type="http://schemas.openxmlformats.org/officeDocument/2006/relationships/tags" Target="../tags/tag855.xml"/><Relationship Id="rId11" Type="http://schemas.openxmlformats.org/officeDocument/2006/relationships/tags" Target="../tags/tag854.xml"/><Relationship Id="rId10" Type="http://schemas.openxmlformats.org/officeDocument/2006/relationships/image" Target="file:///F:\Lets_Create/pic_temp/pic_half_down.png" TargetMode="External"/><Relationship Id="rId1" Type="http://schemas.openxmlformats.org/officeDocument/2006/relationships/slideMaster" Target="../slideMasters/slideMaster8.xml"/></Relationships>
</file>

<file path=ppt/slideLayouts/_rels/slideLayout120.xml.rels><?xml version="1.0" encoding="UTF-8" standalone="yes"?>
<Relationships xmlns="http://schemas.openxmlformats.org/package/2006/relationships"><Relationship Id="rId7" Type="http://schemas.openxmlformats.org/officeDocument/2006/relationships/tags" Target="../tags/tag864.xml"/><Relationship Id="rId6" Type="http://schemas.openxmlformats.org/officeDocument/2006/relationships/tags" Target="../tags/tag863.xml"/><Relationship Id="rId5" Type="http://schemas.openxmlformats.org/officeDocument/2006/relationships/tags" Target="../tags/tag862.xml"/><Relationship Id="rId4" Type="http://schemas.openxmlformats.org/officeDocument/2006/relationships/tags" Target="../tags/tag861.xml"/><Relationship Id="rId3" Type="http://schemas.openxmlformats.org/officeDocument/2006/relationships/tags" Target="../tags/tag860.xml"/><Relationship Id="rId2" Type="http://schemas.openxmlformats.org/officeDocument/2006/relationships/tags" Target="../tags/tag859.xml"/><Relationship Id="rId1" Type="http://schemas.openxmlformats.org/officeDocument/2006/relationships/slideMaster" Target="../slideMasters/slideMaster8.xml"/></Relationships>
</file>

<file path=ppt/slideLayouts/_rels/slideLayout121.xml.rels><?xml version="1.0" encoding="UTF-8" standalone="yes"?>
<Relationships xmlns="http://schemas.openxmlformats.org/package/2006/relationships"><Relationship Id="rId9" Type="http://schemas.openxmlformats.org/officeDocument/2006/relationships/tags" Target="../tags/tag872.xml"/><Relationship Id="rId8" Type="http://schemas.openxmlformats.org/officeDocument/2006/relationships/tags" Target="../tags/tag871.xml"/><Relationship Id="rId7" Type="http://schemas.openxmlformats.org/officeDocument/2006/relationships/tags" Target="../tags/tag870.xml"/><Relationship Id="rId6" Type="http://schemas.openxmlformats.org/officeDocument/2006/relationships/tags" Target="../tags/tag869.xml"/><Relationship Id="rId5" Type="http://schemas.openxmlformats.org/officeDocument/2006/relationships/tags" Target="../tags/tag868.xml"/><Relationship Id="rId4" Type="http://schemas.openxmlformats.org/officeDocument/2006/relationships/tags" Target="../tags/tag867.xml"/><Relationship Id="rId3" Type="http://schemas.openxmlformats.org/officeDocument/2006/relationships/tags" Target="../tags/tag866.xml"/><Relationship Id="rId2" Type="http://schemas.openxmlformats.org/officeDocument/2006/relationships/tags" Target="../tags/tag865.xml"/><Relationship Id="rId1" Type="http://schemas.openxmlformats.org/officeDocument/2006/relationships/slideMaster" Target="../slideMasters/slideMaster8.xml"/></Relationships>
</file>

<file path=ppt/slideLayouts/_rels/slideLayout1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875.xml"/><Relationship Id="rId7" Type="http://schemas.openxmlformats.org/officeDocument/2006/relationships/image" Target="file:///C:\Users\Administrator\Desktop\&#32032;&#26448;&#20998;&#31867;\&#25968;&#25454;&#21830;&#21153;\&#20027;&#39064;\&#22270;&#29255;11.png" TargetMode="External"/><Relationship Id="rId6" Type="http://schemas.openxmlformats.org/officeDocument/2006/relationships/image" Target="../media/image7.png"/><Relationship Id="rId5" Type="http://schemas.openxmlformats.org/officeDocument/2006/relationships/tags" Target="../tags/tag874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" Type="http://schemas.openxmlformats.org/officeDocument/2006/relationships/tags" Target="../tags/tag873.xml"/><Relationship Id="rId14" Type="http://schemas.openxmlformats.org/officeDocument/2006/relationships/tags" Target="../tags/tag879.xml"/><Relationship Id="rId13" Type="http://schemas.openxmlformats.org/officeDocument/2006/relationships/tags" Target="../tags/tag878.xml"/><Relationship Id="rId12" Type="http://schemas.openxmlformats.org/officeDocument/2006/relationships/tags" Target="../tags/tag877.xml"/><Relationship Id="rId11" Type="http://schemas.openxmlformats.org/officeDocument/2006/relationships/tags" Target="../tags/tag876.xml"/><Relationship Id="rId10" Type="http://schemas.openxmlformats.org/officeDocument/2006/relationships/image" Target="file:///F:\Lets_Create/pic_temp/1_pic_quater_right_down.png" TargetMode="External"/><Relationship Id="rId1" Type="http://schemas.openxmlformats.org/officeDocument/2006/relationships/slideMaster" Target="../slideMasters/slideMaster8.xml"/></Relationships>
</file>

<file path=ppt/slideLayouts/_rels/slideLayout123.xml.rels><?xml version="1.0" encoding="UTF-8" standalone="yes"?>
<Relationships xmlns="http://schemas.openxmlformats.org/package/2006/relationships"><Relationship Id="rId4" Type="http://schemas.openxmlformats.org/officeDocument/2006/relationships/tags" Target="../tags/tag882.xml"/><Relationship Id="rId3" Type="http://schemas.openxmlformats.org/officeDocument/2006/relationships/tags" Target="../tags/tag881.xml"/><Relationship Id="rId2" Type="http://schemas.openxmlformats.org/officeDocument/2006/relationships/tags" Target="../tags/tag880.xml"/><Relationship Id="rId1" Type="http://schemas.openxmlformats.org/officeDocument/2006/relationships/slideMaster" Target="../slideMasters/slideMaster8.xml"/></Relationships>
</file>

<file path=ppt/slideLayouts/_rels/slideLayout124.xml.rels><?xml version="1.0" encoding="UTF-8" standalone="yes"?>
<Relationships xmlns="http://schemas.openxmlformats.org/package/2006/relationships"><Relationship Id="rId7" Type="http://schemas.openxmlformats.org/officeDocument/2006/relationships/tags" Target="../tags/tag888.xml"/><Relationship Id="rId6" Type="http://schemas.openxmlformats.org/officeDocument/2006/relationships/tags" Target="../tags/tag887.xml"/><Relationship Id="rId5" Type="http://schemas.openxmlformats.org/officeDocument/2006/relationships/tags" Target="../tags/tag886.xml"/><Relationship Id="rId4" Type="http://schemas.openxmlformats.org/officeDocument/2006/relationships/tags" Target="../tags/tag885.xml"/><Relationship Id="rId3" Type="http://schemas.openxmlformats.org/officeDocument/2006/relationships/tags" Target="../tags/tag884.xml"/><Relationship Id="rId2" Type="http://schemas.openxmlformats.org/officeDocument/2006/relationships/tags" Target="../tags/tag883.xml"/><Relationship Id="rId1" Type="http://schemas.openxmlformats.org/officeDocument/2006/relationships/slideMaster" Target="../slideMasters/slideMaster8.xml"/></Relationships>
</file>

<file path=ppt/slideLayouts/_rels/slideLayout125.xml.rels><?xml version="1.0" encoding="UTF-8" standalone="yes"?>
<Relationships xmlns="http://schemas.openxmlformats.org/package/2006/relationships"><Relationship Id="rId6" Type="http://schemas.openxmlformats.org/officeDocument/2006/relationships/tags" Target="../tags/tag893.xml"/><Relationship Id="rId5" Type="http://schemas.openxmlformats.org/officeDocument/2006/relationships/tags" Target="../tags/tag892.xml"/><Relationship Id="rId4" Type="http://schemas.openxmlformats.org/officeDocument/2006/relationships/tags" Target="../tags/tag891.xml"/><Relationship Id="rId3" Type="http://schemas.openxmlformats.org/officeDocument/2006/relationships/tags" Target="../tags/tag890.xml"/><Relationship Id="rId2" Type="http://schemas.openxmlformats.org/officeDocument/2006/relationships/tags" Target="../tags/tag889.xml"/><Relationship Id="rId1" Type="http://schemas.openxmlformats.org/officeDocument/2006/relationships/slideMaster" Target="../slideMasters/slideMaster8.xml"/></Relationships>
</file>

<file path=ppt/slideLayouts/_rels/slideLayout126.xml.rels><?xml version="1.0" encoding="UTF-8" standalone="yes"?>
<Relationships xmlns="http://schemas.openxmlformats.org/package/2006/relationships"><Relationship Id="rId5" Type="http://schemas.openxmlformats.org/officeDocument/2006/relationships/tags" Target="../tags/tag897.xml"/><Relationship Id="rId4" Type="http://schemas.openxmlformats.org/officeDocument/2006/relationships/tags" Target="../tags/tag896.xml"/><Relationship Id="rId3" Type="http://schemas.openxmlformats.org/officeDocument/2006/relationships/tags" Target="../tags/tag895.xml"/><Relationship Id="rId2" Type="http://schemas.openxmlformats.org/officeDocument/2006/relationships/tags" Target="../tags/tag894.xml"/><Relationship Id="rId1" Type="http://schemas.openxmlformats.org/officeDocument/2006/relationships/slideMaster" Target="../slideMasters/slideMaster8.xml"/></Relationships>
</file>

<file path=ppt/slideLayouts/_rels/slideLayout127.xml.rels><?xml version="1.0" encoding="UTF-8" standalone="yes"?>
<Relationships xmlns="http://schemas.openxmlformats.org/package/2006/relationships"><Relationship Id="rId9" Type="http://schemas.openxmlformats.org/officeDocument/2006/relationships/tags" Target="../tags/tag901.xml"/><Relationship Id="rId8" Type="http://schemas.openxmlformats.org/officeDocument/2006/relationships/image" Target="file:///F:\Lets_Create/pic_temp/pic_half_left.png" TargetMode="External"/><Relationship Id="rId7" Type="http://schemas.openxmlformats.org/officeDocument/2006/relationships/image" Target="../media/image8.png"/><Relationship Id="rId6" Type="http://schemas.openxmlformats.org/officeDocument/2006/relationships/tags" Target="../tags/tag900.xml"/><Relationship Id="rId5" Type="http://schemas.openxmlformats.org/officeDocument/2006/relationships/tags" Target="../tags/tag899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1" Type="http://schemas.openxmlformats.org/officeDocument/2006/relationships/tags" Target="../tags/tag909.xml"/><Relationship Id="rId20" Type="http://schemas.openxmlformats.org/officeDocument/2006/relationships/tags" Target="../tags/tag908.xml"/><Relationship Id="rId2" Type="http://schemas.openxmlformats.org/officeDocument/2006/relationships/tags" Target="../tags/tag898.xml"/><Relationship Id="rId19" Type="http://schemas.openxmlformats.org/officeDocument/2006/relationships/tags" Target="../tags/tag907.xml"/><Relationship Id="rId18" Type="http://schemas.openxmlformats.org/officeDocument/2006/relationships/tags" Target="../tags/tag906.xml"/><Relationship Id="rId17" Type="http://schemas.openxmlformats.org/officeDocument/2006/relationships/tags" Target="../tags/tag905.xml"/><Relationship Id="rId16" Type="http://schemas.openxmlformats.org/officeDocument/2006/relationships/tags" Target="../tags/tag904.xml"/><Relationship Id="rId15" Type="http://schemas.openxmlformats.org/officeDocument/2006/relationships/image" Target="file:///F:\Lets_Create/pic_temp/1_pic_quater_right_down.png" TargetMode="External"/><Relationship Id="rId14" Type="http://schemas.openxmlformats.org/officeDocument/2006/relationships/image" Target="../media/image4.png"/><Relationship Id="rId13" Type="http://schemas.openxmlformats.org/officeDocument/2006/relationships/tags" Target="../tags/tag903.xml"/><Relationship Id="rId12" Type="http://schemas.openxmlformats.org/officeDocument/2006/relationships/tags" Target="../tags/tag902.xml"/><Relationship Id="rId11" Type="http://schemas.openxmlformats.org/officeDocument/2006/relationships/image" Target="file:///F:\Lets_Create/pic_temp/pic_half_right.png" TargetMode="External"/><Relationship Id="rId10" Type="http://schemas.openxmlformats.org/officeDocument/2006/relationships/image" Target="../media/image9.png"/><Relationship Id="rId1" Type="http://schemas.openxmlformats.org/officeDocument/2006/relationships/slideMaster" Target="../slideMasters/slideMaster8.xml"/></Relationships>
</file>

<file path=ppt/slideLayouts/_rels/slideLayout128.xml.rels><?xml version="1.0" encoding="UTF-8" standalone="yes"?>
<Relationships xmlns="http://schemas.openxmlformats.org/package/2006/relationships"><Relationship Id="rId9" Type="http://schemas.openxmlformats.org/officeDocument/2006/relationships/tags" Target="../tags/tag913.xml"/><Relationship Id="rId8" Type="http://schemas.openxmlformats.org/officeDocument/2006/relationships/tags" Target="../tags/tag912.xml"/><Relationship Id="rId7" Type="http://schemas.openxmlformats.org/officeDocument/2006/relationships/image" Target="file:///F:\Lets_Create/pic_temp/1_pic_quater_right_down.png" TargetMode="External"/><Relationship Id="rId6" Type="http://schemas.openxmlformats.org/officeDocument/2006/relationships/image" Target="../media/image4.png"/><Relationship Id="rId5" Type="http://schemas.openxmlformats.org/officeDocument/2006/relationships/tags" Target="../tags/tag911.xml"/><Relationship Id="rId4" Type="http://schemas.openxmlformats.org/officeDocument/2006/relationships/image" Target="file:///F:\Lets_Create/pic_temp/0_pic_quater_right_down.png" TargetMode="External"/><Relationship Id="rId3" Type="http://schemas.openxmlformats.org/officeDocument/2006/relationships/image" Target="../media/image3.png"/><Relationship Id="rId2" Type="http://schemas.openxmlformats.org/officeDocument/2006/relationships/tags" Target="../tags/tag910.xml"/><Relationship Id="rId11" Type="http://schemas.openxmlformats.org/officeDocument/2006/relationships/tags" Target="../tags/tag915.xml"/><Relationship Id="rId10" Type="http://schemas.openxmlformats.org/officeDocument/2006/relationships/tags" Target="../tags/tag914.xml"/><Relationship Id="rId1" Type="http://schemas.openxmlformats.org/officeDocument/2006/relationships/slideMaster" Target="../slideMasters/slideMaster8.xml"/></Relationships>
</file>

<file path=ppt/slideLayouts/_rels/slideLayout129.xml.rels><?xml version="1.0" encoding="UTF-8" standalone="yes"?>
<Relationships xmlns="http://schemas.openxmlformats.org/package/2006/relationships"><Relationship Id="rId7" Type="http://schemas.openxmlformats.org/officeDocument/2006/relationships/tags" Target="../tags/tag921.xml"/><Relationship Id="rId6" Type="http://schemas.openxmlformats.org/officeDocument/2006/relationships/tags" Target="../tags/tag920.xml"/><Relationship Id="rId5" Type="http://schemas.openxmlformats.org/officeDocument/2006/relationships/tags" Target="../tags/tag919.xml"/><Relationship Id="rId4" Type="http://schemas.openxmlformats.org/officeDocument/2006/relationships/tags" Target="../tags/tag918.xml"/><Relationship Id="rId3" Type="http://schemas.openxmlformats.org/officeDocument/2006/relationships/tags" Target="../tags/tag917.xml"/><Relationship Id="rId2" Type="http://schemas.openxmlformats.org/officeDocument/2006/relationships/tags" Target="../tags/tag916.xml"/><Relationship Id="rId1" Type="http://schemas.openxmlformats.org/officeDocument/2006/relationships/slideMaster" Target="../slideMasters/slideMaster8.xml"/></Relationships>
</file>

<file path=ppt/slideLayouts/_rels/slideLayout130.xml.rels><?xml version="1.0" encoding="UTF-8" standalone="yes"?>
<Relationships xmlns="http://schemas.openxmlformats.org/package/2006/relationships"><Relationship Id="rId9" Type="http://schemas.openxmlformats.org/officeDocument/2006/relationships/tags" Target="../tags/tag925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924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3.png"/><Relationship Id="rId3" Type="http://schemas.openxmlformats.org/officeDocument/2006/relationships/tags" Target="../tags/tag923.xml"/><Relationship Id="rId2" Type="http://schemas.openxmlformats.org/officeDocument/2006/relationships/tags" Target="../tags/tag922.xml"/><Relationship Id="rId14" Type="http://schemas.openxmlformats.org/officeDocument/2006/relationships/tags" Target="../tags/tag930.xml"/><Relationship Id="rId13" Type="http://schemas.openxmlformats.org/officeDocument/2006/relationships/tags" Target="../tags/tag929.xml"/><Relationship Id="rId12" Type="http://schemas.openxmlformats.org/officeDocument/2006/relationships/tags" Target="../tags/tag928.xml"/><Relationship Id="rId11" Type="http://schemas.openxmlformats.org/officeDocument/2006/relationships/tags" Target="../tags/tag927.xml"/><Relationship Id="rId10" Type="http://schemas.openxmlformats.org/officeDocument/2006/relationships/tags" Target="../tags/tag926.xml"/><Relationship Id="rId1" Type="http://schemas.openxmlformats.org/officeDocument/2006/relationships/slideMaster" Target="../slideMasters/slideMaster8.xml"/></Relationships>
</file>

<file path=ppt/slideLayouts/_rels/slideLayout131.xml.rels><?xml version="1.0" encoding="UTF-8" standalone="yes"?>
<Relationships xmlns="http://schemas.openxmlformats.org/package/2006/relationships"><Relationship Id="rId9" Type="http://schemas.openxmlformats.org/officeDocument/2006/relationships/tags" Target="../tags/tag934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4.png"/><Relationship Id="rId6" Type="http://schemas.openxmlformats.org/officeDocument/2006/relationships/tags" Target="../tags/tag933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3.png"/><Relationship Id="rId3" Type="http://schemas.openxmlformats.org/officeDocument/2006/relationships/tags" Target="../tags/tag932.xml"/><Relationship Id="rId2" Type="http://schemas.openxmlformats.org/officeDocument/2006/relationships/tags" Target="../tags/tag931.xml"/><Relationship Id="rId14" Type="http://schemas.openxmlformats.org/officeDocument/2006/relationships/tags" Target="../tags/tag939.xml"/><Relationship Id="rId13" Type="http://schemas.openxmlformats.org/officeDocument/2006/relationships/tags" Target="../tags/tag938.xml"/><Relationship Id="rId12" Type="http://schemas.openxmlformats.org/officeDocument/2006/relationships/tags" Target="../tags/tag937.xml"/><Relationship Id="rId11" Type="http://schemas.openxmlformats.org/officeDocument/2006/relationships/tags" Target="../tags/tag936.xml"/><Relationship Id="rId10" Type="http://schemas.openxmlformats.org/officeDocument/2006/relationships/tags" Target="../tags/tag935.xml"/><Relationship Id="rId1" Type="http://schemas.openxmlformats.org/officeDocument/2006/relationships/slideMaster" Target="../slideMasters/slideMaster8.xml"/></Relationships>
</file>

<file path=ppt/slideLayouts/_rels/slideLayout132.xml.rels><?xml version="1.0" encoding="UTF-8" standalone="yes"?>
<Relationships xmlns="http://schemas.openxmlformats.org/package/2006/relationships"><Relationship Id="rId9" Type="http://schemas.openxmlformats.org/officeDocument/2006/relationships/tags" Target="../tags/tag943.xml"/><Relationship Id="rId8" Type="http://schemas.openxmlformats.org/officeDocument/2006/relationships/tags" Target="../tags/tag942.xml"/><Relationship Id="rId7" Type="http://schemas.openxmlformats.org/officeDocument/2006/relationships/image" Target="file:///F:\Lets_Create/pic_temp/1_pic_quater_right_down.png" TargetMode="External"/><Relationship Id="rId6" Type="http://schemas.openxmlformats.org/officeDocument/2006/relationships/image" Target="../media/image4.png"/><Relationship Id="rId5" Type="http://schemas.openxmlformats.org/officeDocument/2006/relationships/tags" Target="../tags/tag941.xml"/><Relationship Id="rId4" Type="http://schemas.openxmlformats.org/officeDocument/2006/relationships/image" Target="file:///F:\Lets_Create/pic_temp/0_pic_quater_right_down.png" TargetMode="External"/><Relationship Id="rId3" Type="http://schemas.openxmlformats.org/officeDocument/2006/relationships/image" Target="../media/image3.png"/><Relationship Id="rId2" Type="http://schemas.openxmlformats.org/officeDocument/2006/relationships/tags" Target="../tags/tag940.xml"/><Relationship Id="rId14" Type="http://schemas.openxmlformats.org/officeDocument/2006/relationships/tags" Target="../tags/tag948.xml"/><Relationship Id="rId13" Type="http://schemas.openxmlformats.org/officeDocument/2006/relationships/tags" Target="../tags/tag947.xml"/><Relationship Id="rId12" Type="http://schemas.openxmlformats.org/officeDocument/2006/relationships/tags" Target="../tags/tag946.xml"/><Relationship Id="rId11" Type="http://schemas.openxmlformats.org/officeDocument/2006/relationships/tags" Target="../tags/tag945.xml"/><Relationship Id="rId10" Type="http://schemas.openxmlformats.org/officeDocument/2006/relationships/tags" Target="../tags/tag944.xml"/><Relationship Id="rId1" Type="http://schemas.openxmlformats.org/officeDocument/2006/relationships/slideMaster" Target="../slideMasters/slideMaster8.xml"/></Relationships>
</file>

<file path=ppt/slideLayouts/_rels/slideLayout133.xml.rels><?xml version="1.0" encoding="UTF-8" standalone="yes"?>
<Relationships xmlns="http://schemas.openxmlformats.org/package/2006/relationships"><Relationship Id="rId9" Type="http://schemas.openxmlformats.org/officeDocument/2006/relationships/tags" Target="../tags/tag952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4.png"/><Relationship Id="rId6" Type="http://schemas.openxmlformats.org/officeDocument/2006/relationships/tags" Target="../tags/tag951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11.png"/><Relationship Id="rId3" Type="http://schemas.openxmlformats.org/officeDocument/2006/relationships/tags" Target="../tags/tag950.xml"/><Relationship Id="rId2" Type="http://schemas.openxmlformats.org/officeDocument/2006/relationships/tags" Target="../tags/tag949.xml"/><Relationship Id="rId16" Type="http://schemas.openxmlformats.org/officeDocument/2006/relationships/tags" Target="../tags/tag959.xml"/><Relationship Id="rId15" Type="http://schemas.openxmlformats.org/officeDocument/2006/relationships/tags" Target="../tags/tag958.xml"/><Relationship Id="rId14" Type="http://schemas.openxmlformats.org/officeDocument/2006/relationships/tags" Target="../tags/tag957.xml"/><Relationship Id="rId13" Type="http://schemas.openxmlformats.org/officeDocument/2006/relationships/tags" Target="../tags/tag956.xml"/><Relationship Id="rId12" Type="http://schemas.openxmlformats.org/officeDocument/2006/relationships/tags" Target="../tags/tag955.xml"/><Relationship Id="rId11" Type="http://schemas.openxmlformats.org/officeDocument/2006/relationships/tags" Target="../tags/tag954.xml"/><Relationship Id="rId10" Type="http://schemas.openxmlformats.org/officeDocument/2006/relationships/tags" Target="../tags/tag953.xml"/><Relationship Id="rId1" Type="http://schemas.openxmlformats.org/officeDocument/2006/relationships/slideMaster" Target="../slideMasters/slideMaster8.xml"/></Relationships>
</file>

<file path=ppt/slideLayouts/_rels/slideLayout134.xml.rels><?xml version="1.0" encoding="UTF-8" standalone="yes"?>
<Relationships xmlns="http://schemas.openxmlformats.org/package/2006/relationships"><Relationship Id="rId9" Type="http://schemas.openxmlformats.org/officeDocument/2006/relationships/tags" Target="../tags/tag963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962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12.png"/><Relationship Id="rId3" Type="http://schemas.openxmlformats.org/officeDocument/2006/relationships/tags" Target="../tags/tag961.xml"/><Relationship Id="rId2" Type="http://schemas.openxmlformats.org/officeDocument/2006/relationships/tags" Target="../tags/tag960.xml"/><Relationship Id="rId13" Type="http://schemas.openxmlformats.org/officeDocument/2006/relationships/tags" Target="../tags/tag967.xml"/><Relationship Id="rId12" Type="http://schemas.openxmlformats.org/officeDocument/2006/relationships/tags" Target="../tags/tag966.xml"/><Relationship Id="rId11" Type="http://schemas.openxmlformats.org/officeDocument/2006/relationships/tags" Target="../tags/tag965.xml"/><Relationship Id="rId10" Type="http://schemas.openxmlformats.org/officeDocument/2006/relationships/tags" Target="../tags/tag964.xml"/><Relationship Id="rId1" Type="http://schemas.openxmlformats.org/officeDocument/2006/relationships/slideMaster" Target="../slideMasters/slideMaster8.xml"/></Relationships>
</file>

<file path=ppt/slideLayouts/_rels/slideLayout135.xml.rels><?xml version="1.0" encoding="UTF-8" standalone="yes"?>
<Relationships xmlns="http://schemas.openxmlformats.org/package/2006/relationships"><Relationship Id="rId9" Type="http://schemas.openxmlformats.org/officeDocument/2006/relationships/tags" Target="../tags/tag977.xml"/><Relationship Id="rId8" Type="http://schemas.openxmlformats.org/officeDocument/2006/relationships/image" Target="file:///C:\Users\Administrator\Desktop\&#32032;&#26448;&#20998;&#31867;\&#25968;&#25454;&#21830;&#21153;\&#20027;&#39064;\&#22270;&#29255;11.png" TargetMode="External"/><Relationship Id="rId7" Type="http://schemas.openxmlformats.org/officeDocument/2006/relationships/image" Target="../media/image2.png"/><Relationship Id="rId6" Type="http://schemas.openxmlformats.org/officeDocument/2006/relationships/tags" Target="../tags/tag976.xml"/><Relationship Id="rId5" Type="http://schemas.openxmlformats.org/officeDocument/2006/relationships/tags" Target="../tags/tag975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0" Type="http://schemas.openxmlformats.org/officeDocument/2006/relationships/tags" Target="../tags/tag984.xml"/><Relationship Id="rId2" Type="http://schemas.openxmlformats.org/officeDocument/2006/relationships/tags" Target="../tags/tag974.xml"/><Relationship Id="rId19" Type="http://schemas.openxmlformats.org/officeDocument/2006/relationships/tags" Target="../tags/tag983.xml"/><Relationship Id="rId18" Type="http://schemas.openxmlformats.org/officeDocument/2006/relationships/tags" Target="../tags/tag982.xml"/><Relationship Id="rId17" Type="http://schemas.openxmlformats.org/officeDocument/2006/relationships/tags" Target="../tags/tag981.xml"/><Relationship Id="rId16" Type="http://schemas.openxmlformats.org/officeDocument/2006/relationships/tags" Target="../tags/tag980.xml"/><Relationship Id="rId15" Type="http://schemas.openxmlformats.org/officeDocument/2006/relationships/tags" Target="../tags/tag979.xml"/><Relationship Id="rId14" Type="http://schemas.openxmlformats.org/officeDocument/2006/relationships/image" Target="file:///F:\Lets_Create/pic_temp/1_pic_quater_right_down.png" TargetMode="External"/><Relationship Id="rId13" Type="http://schemas.openxmlformats.org/officeDocument/2006/relationships/image" Target="../media/image4.png"/><Relationship Id="rId12" Type="http://schemas.openxmlformats.org/officeDocument/2006/relationships/tags" Target="../tags/tag978.xml"/><Relationship Id="rId11" Type="http://schemas.openxmlformats.org/officeDocument/2006/relationships/image" Target="file:///F:\Lets_Create/pic_temp/0_pic_quater_right_down.png" TargetMode="External"/><Relationship Id="rId10" Type="http://schemas.openxmlformats.org/officeDocument/2006/relationships/image" Target="../media/image3.png"/><Relationship Id="rId1" Type="http://schemas.openxmlformats.org/officeDocument/2006/relationships/slideMaster" Target="../slideMasters/slideMaster9.xml"/></Relationships>
</file>

<file path=ppt/slideLayouts/_rels/slideLayout136.xml.rels><?xml version="1.0" encoding="UTF-8" standalone="yes"?>
<Relationships xmlns="http://schemas.openxmlformats.org/package/2006/relationships"><Relationship Id="rId6" Type="http://schemas.openxmlformats.org/officeDocument/2006/relationships/tags" Target="../tags/tag989.xml"/><Relationship Id="rId5" Type="http://schemas.openxmlformats.org/officeDocument/2006/relationships/tags" Target="../tags/tag988.xml"/><Relationship Id="rId4" Type="http://schemas.openxmlformats.org/officeDocument/2006/relationships/tags" Target="../tags/tag987.xml"/><Relationship Id="rId3" Type="http://schemas.openxmlformats.org/officeDocument/2006/relationships/tags" Target="../tags/tag986.xml"/><Relationship Id="rId2" Type="http://schemas.openxmlformats.org/officeDocument/2006/relationships/tags" Target="../tags/tag985.xml"/><Relationship Id="rId1" Type="http://schemas.openxmlformats.org/officeDocument/2006/relationships/slideMaster" Target="../slideMasters/slideMaster9.xml"/></Relationships>
</file>

<file path=ppt/slideLayouts/_rels/slideLayout137.xml.rels><?xml version="1.0" encoding="UTF-8" standalone="yes"?>
<Relationships xmlns="http://schemas.openxmlformats.org/package/2006/relationships"><Relationship Id="rId9" Type="http://schemas.openxmlformats.org/officeDocument/2006/relationships/image" Target="../media/image6.png"/><Relationship Id="rId8" Type="http://schemas.openxmlformats.org/officeDocument/2006/relationships/tags" Target="../tags/tag992.xml"/><Relationship Id="rId7" Type="http://schemas.openxmlformats.org/officeDocument/2006/relationships/image" Target="file:///F:\Lets_Create/pic_temp/pic_half_top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991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" Type="http://schemas.openxmlformats.org/officeDocument/2006/relationships/tags" Target="../tags/tag990.xml"/><Relationship Id="rId15" Type="http://schemas.openxmlformats.org/officeDocument/2006/relationships/tags" Target="../tags/tag997.xml"/><Relationship Id="rId14" Type="http://schemas.openxmlformats.org/officeDocument/2006/relationships/tags" Target="../tags/tag996.xml"/><Relationship Id="rId13" Type="http://schemas.openxmlformats.org/officeDocument/2006/relationships/tags" Target="../tags/tag995.xml"/><Relationship Id="rId12" Type="http://schemas.openxmlformats.org/officeDocument/2006/relationships/tags" Target="../tags/tag994.xml"/><Relationship Id="rId11" Type="http://schemas.openxmlformats.org/officeDocument/2006/relationships/tags" Target="../tags/tag993.xml"/><Relationship Id="rId10" Type="http://schemas.openxmlformats.org/officeDocument/2006/relationships/image" Target="file:///F:\Lets_Create/pic_temp/pic_half_down.png" TargetMode="External"/><Relationship Id="rId1" Type="http://schemas.openxmlformats.org/officeDocument/2006/relationships/slideMaster" Target="../slideMasters/slideMaster9.xml"/></Relationships>
</file>

<file path=ppt/slideLayouts/_rels/slideLayout138.xml.rels><?xml version="1.0" encoding="UTF-8" standalone="yes"?>
<Relationships xmlns="http://schemas.openxmlformats.org/package/2006/relationships"><Relationship Id="rId7" Type="http://schemas.openxmlformats.org/officeDocument/2006/relationships/tags" Target="../tags/tag1003.xml"/><Relationship Id="rId6" Type="http://schemas.openxmlformats.org/officeDocument/2006/relationships/tags" Target="../tags/tag1002.xml"/><Relationship Id="rId5" Type="http://schemas.openxmlformats.org/officeDocument/2006/relationships/tags" Target="../tags/tag1001.xml"/><Relationship Id="rId4" Type="http://schemas.openxmlformats.org/officeDocument/2006/relationships/tags" Target="../tags/tag1000.xml"/><Relationship Id="rId3" Type="http://schemas.openxmlformats.org/officeDocument/2006/relationships/tags" Target="../tags/tag999.xml"/><Relationship Id="rId2" Type="http://schemas.openxmlformats.org/officeDocument/2006/relationships/tags" Target="../tags/tag998.xml"/><Relationship Id="rId1" Type="http://schemas.openxmlformats.org/officeDocument/2006/relationships/slideMaster" Target="../slideMasters/slideMaster9.xml"/></Relationships>
</file>

<file path=ppt/slideLayouts/_rels/slideLayout139.xml.rels><?xml version="1.0" encoding="UTF-8" standalone="yes"?>
<Relationships xmlns="http://schemas.openxmlformats.org/package/2006/relationships"><Relationship Id="rId9" Type="http://schemas.openxmlformats.org/officeDocument/2006/relationships/tags" Target="../tags/tag1011.xml"/><Relationship Id="rId8" Type="http://schemas.openxmlformats.org/officeDocument/2006/relationships/tags" Target="../tags/tag1010.xml"/><Relationship Id="rId7" Type="http://schemas.openxmlformats.org/officeDocument/2006/relationships/tags" Target="../tags/tag1009.xml"/><Relationship Id="rId6" Type="http://schemas.openxmlformats.org/officeDocument/2006/relationships/tags" Target="../tags/tag1008.xml"/><Relationship Id="rId5" Type="http://schemas.openxmlformats.org/officeDocument/2006/relationships/tags" Target="../tags/tag1007.xml"/><Relationship Id="rId4" Type="http://schemas.openxmlformats.org/officeDocument/2006/relationships/tags" Target="../tags/tag1006.xml"/><Relationship Id="rId3" Type="http://schemas.openxmlformats.org/officeDocument/2006/relationships/tags" Target="../tags/tag1005.xml"/><Relationship Id="rId2" Type="http://schemas.openxmlformats.org/officeDocument/2006/relationships/tags" Target="../tags/tag1004.xml"/><Relationship Id="rId1" Type="http://schemas.openxmlformats.org/officeDocument/2006/relationships/slideMaster" Target="../slideMasters/slideMaster9.xml"/></Relationships>
</file>

<file path=ppt/slideLayouts/_rels/slideLayout140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1014.xml"/><Relationship Id="rId7" Type="http://schemas.openxmlformats.org/officeDocument/2006/relationships/image" Target="file:///C:\Users\Administrator\Desktop\&#32032;&#26448;&#20998;&#31867;\&#25968;&#25454;&#21830;&#21153;\&#20027;&#39064;\&#22270;&#29255;11.png" TargetMode="External"/><Relationship Id="rId6" Type="http://schemas.openxmlformats.org/officeDocument/2006/relationships/image" Target="../media/image7.png"/><Relationship Id="rId5" Type="http://schemas.openxmlformats.org/officeDocument/2006/relationships/tags" Target="../tags/tag1013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" Type="http://schemas.openxmlformats.org/officeDocument/2006/relationships/tags" Target="../tags/tag1012.xml"/><Relationship Id="rId14" Type="http://schemas.openxmlformats.org/officeDocument/2006/relationships/tags" Target="../tags/tag1018.xml"/><Relationship Id="rId13" Type="http://schemas.openxmlformats.org/officeDocument/2006/relationships/tags" Target="../tags/tag1017.xml"/><Relationship Id="rId12" Type="http://schemas.openxmlformats.org/officeDocument/2006/relationships/tags" Target="../tags/tag1016.xml"/><Relationship Id="rId11" Type="http://schemas.openxmlformats.org/officeDocument/2006/relationships/tags" Target="../tags/tag1015.xml"/><Relationship Id="rId10" Type="http://schemas.openxmlformats.org/officeDocument/2006/relationships/image" Target="file:///F:\Lets_Create/pic_temp/1_pic_quater_right_down.png" TargetMode="External"/><Relationship Id="rId1" Type="http://schemas.openxmlformats.org/officeDocument/2006/relationships/slideMaster" Target="../slideMasters/slideMaster9.xml"/></Relationships>
</file>

<file path=ppt/slideLayouts/_rels/slideLayout141.xml.rels><?xml version="1.0" encoding="UTF-8" standalone="yes"?>
<Relationships xmlns="http://schemas.openxmlformats.org/package/2006/relationships"><Relationship Id="rId4" Type="http://schemas.openxmlformats.org/officeDocument/2006/relationships/tags" Target="../tags/tag1021.xml"/><Relationship Id="rId3" Type="http://schemas.openxmlformats.org/officeDocument/2006/relationships/tags" Target="../tags/tag1020.xml"/><Relationship Id="rId2" Type="http://schemas.openxmlformats.org/officeDocument/2006/relationships/tags" Target="../tags/tag1019.xml"/><Relationship Id="rId1" Type="http://schemas.openxmlformats.org/officeDocument/2006/relationships/slideMaster" Target="../slideMasters/slideMaster9.xml"/></Relationships>
</file>

<file path=ppt/slideLayouts/_rels/slideLayout142.xml.rels><?xml version="1.0" encoding="UTF-8" standalone="yes"?>
<Relationships xmlns="http://schemas.openxmlformats.org/package/2006/relationships"><Relationship Id="rId7" Type="http://schemas.openxmlformats.org/officeDocument/2006/relationships/tags" Target="../tags/tag1027.xml"/><Relationship Id="rId6" Type="http://schemas.openxmlformats.org/officeDocument/2006/relationships/tags" Target="../tags/tag1026.xml"/><Relationship Id="rId5" Type="http://schemas.openxmlformats.org/officeDocument/2006/relationships/tags" Target="../tags/tag1025.xml"/><Relationship Id="rId4" Type="http://schemas.openxmlformats.org/officeDocument/2006/relationships/tags" Target="../tags/tag1024.xml"/><Relationship Id="rId3" Type="http://schemas.openxmlformats.org/officeDocument/2006/relationships/tags" Target="../tags/tag1023.xml"/><Relationship Id="rId2" Type="http://schemas.openxmlformats.org/officeDocument/2006/relationships/tags" Target="../tags/tag1022.xml"/><Relationship Id="rId1" Type="http://schemas.openxmlformats.org/officeDocument/2006/relationships/slideMaster" Target="../slideMasters/slideMaster9.xml"/></Relationships>
</file>

<file path=ppt/slideLayouts/_rels/slideLayout143.xml.rels><?xml version="1.0" encoding="UTF-8" standalone="yes"?>
<Relationships xmlns="http://schemas.openxmlformats.org/package/2006/relationships"><Relationship Id="rId6" Type="http://schemas.openxmlformats.org/officeDocument/2006/relationships/tags" Target="../tags/tag1032.xml"/><Relationship Id="rId5" Type="http://schemas.openxmlformats.org/officeDocument/2006/relationships/tags" Target="../tags/tag1031.xml"/><Relationship Id="rId4" Type="http://schemas.openxmlformats.org/officeDocument/2006/relationships/tags" Target="../tags/tag1030.xml"/><Relationship Id="rId3" Type="http://schemas.openxmlformats.org/officeDocument/2006/relationships/tags" Target="../tags/tag1029.xml"/><Relationship Id="rId2" Type="http://schemas.openxmlformats.org/officeDocument/2006/relationships/tags" Target="../tags/tag1028.xml"/><Relationship Id="rId1" Type="http://schemas.openxmlformats.org/officeDocument/2006/relationships/slideMaster" Target="../slideMasters/slideMaster9.xml"/></Relationships>
</file>

<file path=ppt/slideLayouts/_rels/slideLayout144.xml.rels><?xml version="1.0" encoding="UTF-8" standalone="yes"?>
<Relationships xmlns="http://schemas.openxmlformats.org/package/2006/relationships"><Relationship Id="rId5" Type="http://schemas.openxmlformats.org/officeDocument/2006/relationships/tags" Target="../tags/tag1036.xml"/><Relationship Id="rId4" Type="http://schemas.openxmlformats.org/officeDocument/2006/relationships/tags" Target="../tags/tag1035.xml"/><Relationship Id="rId3" Type="http://schemas.openxmlformats.org/officeDocument/2006/relationships/tags" Target="../tags/tag1034.xml"/><Relationship Id="rId2" Type="http://schemas.openxmlformats.org/officeDocument/2006/relationships/tags" Target="../tags/tag1033.xml"/><Relationship Id="rId1" Type="http://schemas.openxmlformats.org/officeDocument/2006/relationships/slideMaster" Target="../slideMasters/slideMaster9.xml"/></Relationships>
</file>

<file path=ppt/slideLayouts/_rels/slideLayout145.xml.rels><?xml version="1.0" encoding="UTF-8" standalone="yes"?>
<Relationships xmlns="http://schemas.openxmlformats.org/package/2006/relationships"><Relationship Id="rId9" Type="http://schemas.openxmlformats.org/officeDocument/2006/relationships/tags" Target="../tags/tag1040.xml"/><Relationship Id="rId8" Type="http://schemas.openxmlformats.org/officeDocument/2006/relationships/image" Target="file:///F:\Lets_Create/pic_temp/pic_half_left.png" TargetMode="External"/><Relationship Id="rId7" Type="http://schemas.openxmlformats.org/officeDocument/2006/relationships/image" Target="../media/image8.png"/><Relationship Id="rId6" Type="http://schemas.openxmlformats.org/officeDocument/2006/relationships/tags" Target="../tags/tag1039.xml"/><Relationship Id="rId5" Type="http://schemas.openxmlformats.org/officeDocument/2006/relationships/tags" Target="../tags/tag1038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1" Type="http://schemas.openxmlformats.org/officeDocument/2006/relationships/tags" Target="../tags/tag1048.xml"/><Relationship Id="rId20" Type="http://schemas.openxmlformats.org/officeDocument/2006/relationships/tags" Target="../tags/tag1047.xml"/><Relationship Id="rId2" Type="http://schemas.openxmlformats.org/officeDocument/2006/relationships/tags" Target="../tags/tag1037.xml"/><Relationship Id="rId19" Type="http://schemas.openxmlformats.org/officeDocument/2006/relationships/tags" Target="../tags/tag1046.xml"/><Relationship Id="rId18" Type="http://schemas.openxmlformats.org/officeDocument/2006/relationships/tags" Target="../tags/tag1045.xml"/><Relationship Id="rId17" Type="http://schemas.openxmlformats.org/officeDocument/2006/relationships/tags" Target="../tags/tag1044.xml"/><Relationship Id="rId16" Type="http://schemas.openxmlformats.org/officeDocument/2006/relationships/tags" Target="../tags/tag1043.xml"/><Relationship Id="rId15" Type="http://schemas.openxmlformats.org/officeDocument/2006/relationships/image" Target="file:///F:\Lets_Create/pic_temp/1_pic_quater_right_down.png" TargetMode="External"/><Relationship Id="rId14" Type="http://schemas.openxmlformats.org/officeDocument/2006/relationships/image" Target="../media/image4.png"/><Relationship Id="rId13" Type="http://schemas.openxmlformats.org/officeDocument/2006/relationships/tags" Target="../tags/tag1042.xml"/><Relationship Id="rId12" Type="http://schemas.openxmlformats.org/officeDocument/2006/relationships/tags" Target="../tags/tag1041.xml"/><Relationship Id="rId11" Type="http://schemas.openxmlformats.org/officeDocument/2006/relationships/image" Target="file:///F:\Lets_Create/pic_temp/pic_half_right.png" TargetMode="External"/><Relationship Id="rId10" Type="http://schemas.openxmlformats.org/officeDocument/2006/relationships/image" Target="../media/image9.png"/><Relationship Id="rId1" Type="http://schemas.openxmlformats.org/officeDocument/2006/relationships/slideMaster" Target="../slideMasters/slideMaster9.xml"/></Relationships>
</file>

<file path=ppt/slideLayouts/_rels/slideLayout146.xml.rels><?xml version="1.0" encoding="UTF-8" standalone="yes"?>
<Relationships xmlns="http://schemas.openxmlformats.org/package/2006/relationships"><Relationship Id="rId9" Type="http://schemas.openxmlformats.org/officeDocument/2006/relationships/tags" Target="../tags/tag1052.xml"/><Relationship Id="rId8" Type="http://schemas.openxmlformats.org/officeDocument/2006/relationships/tags" Target="../tags/tag1051.xml"/><Relationship Id="rId7" Type="http://schemas.openxmlformats.org/officeDocument/2006/relationships/image" Target="file:///F:\Lets_Create/pic_temp/1_pic_quater_right_down.png" TargetMode="External"/><Relationship Id="rId6" Type="http://schemas.openxmlformats.org/officeDocument/2006/relationships/image" Target="../media/image4.png"/><Relationship Id="rId5" Type="http://schemas.openxmlformats.org/officeDocument/2006/relationships/tags" Target="../tags/tag1050.xml"/><Relationship Id="rId4" Type="http://schemas.openxmlformats.org/officeDocument/2006/relationships/image" Target="file:///F:\Lets_Create/pic_temp/0_pic_quater_right_down.png" TargetMode="External"/><Relationship Id="rId3" Type="http://schemas.openxmlformats.org/officeDocument/2006/relationships/image" Target="../media/image3.png"/><Relationship Id="rId2" Type="http://schemas.openxmlformats.org/officeDocument/2006/relationships/tags" Target="../tags/tag1049.xml"/><Relationship Id="rId11" Type="http://schemas.openxmlformats.org/officeDocument/2006/relationships/tags" Target="../tags/tag1054.xml"/><Relationship Id="rId10" Type="http://schemas.openxmlformats.org/officeDocument/2006/relationships/tags" Target="../tags/tag1053.xml"/><Relationship Id="rId1" Type="http://schemas.openxmlformats.org/officeDocument/2006/relationships/slideMaster" Target="../slideMasters/slideMaster9.xml"/></Relationships>
</file>

<file path=ppt/slideLayouts/_rels/slideLayout147.xml.rels><?xml version="1.0" encoding="UTF-8" standalone="yes"?>
<Relationships xmlns="http://schemas.openxmlformats.org/package/2006/relationships"><Relationship Id="rId7" Type="http://schemas.openxmlformats.org/officeDocument/2006/relationships/tags" Target="../tags/tag1060.xml"/><Relationship Id="rId6" Type="http://schemas.openxmlformats.org/officeDocument/2006/relationships/tags" Target="../tags/tag1059.xml"/><Relationship Id="rId5" Type="http://schemas.openxmlformats.org/officeDocument/2006/relationships/tags" Target="../tags/tag1058.xml"/><Relationship Id="rId4" Type="http://schemas.openxmlformats.org/officeDocument/2006/relationships/tags" Target="../tags/tag1057.xml"/><Relationship Id="rId3" Type="http://schemas.openxmlformats.org/officeDocument/2006/relationships/tags" Target="../tags/tag1056.xml"/><Relationship Id="rId2" Type="http://schemas.openxmlformats.org/officeDocument/2006/relationships/tags" Target="../tags/tag1055.xml"/><Relationship Id="rId1" Type="http://schemas.openxmlformats.org/officeDocument/2006/relationships/slideMaster" Target="../slideMasters/slideMaster9.xml"/></Relationships>
</file>

<file path=ppt/slideLayouts/_rels/slideLayout148.xml.rels><?xml version="1.0" encoding="UTF-8" standalone="yes"?>
<Relationships xmlns="http://schemas.openxmlformats.org/package/2006/relationships"><Relationship Id="rId9" Type="http://schemas.openxmlformats.org/officeDocument/2006/relationships/tags" Target="../tags/tag1064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1063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3.png"/><Relationship Id="rId3" Type="http://schemas.openxmlformats.org/officeDocument/2006/relationships/tags" Target="../tags/tag1062.xml"/><Relationship Id="rId2" Type="http://schemas.openxmlformats.org/officeDocument/2006/relationships/tags" Target="../tags/tag1061.xml"/><Relationship Id="rId14" Type="http://schemas.openxmlformats.org/officeDocument/2006/relationships/tags" Target="../tags/tag1069.xml"/><Relationship Id="rId13" Type="http://schemas.openxmlformats.org/officeDocument/2006/relationships/tags" Target="../tags/tag1068.xml"/><Relationship Id="rId12" Type="http://schemas.openxmlformats.org/officeDocument/2006/relationships/tags" Target="../tags/tag1067.xml"/><Relationship Id="rId11" Type="http://schemas.openxmlformats.org/officeDocument/2006/relationships/tags" Target="../tags/tag1066.xml"/><Relationship Id="rId10" Type="http://schemas.openxmlformats.org/officeDocument/2006/relationships/tags" Target="../tags/tag1065.xml"/><Relationship Id="rId1" Type="http://schemas.openxmlformats.org/officeDocument/2006/relationships/slideMaster" Target="../slideMasters/slideMaster9.xml"/></Relationships>
</file>

<file path=ppt/slideLayouts/_rels/slideLayout149.xml.rels><?xml version="1.0" encoding="UTF-8" standalone="yes"?>
<Relationships xmlns="http://schemas.openxmlformats.org/package/2006/relationships"><Relationship Id="rId9" Type="http://schemas.openxmlformats.org/officeDocument/2006/relationships/tags" Target="../tags/tag1073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4.png"/><Relationship Id="rId6" Type="http://schemas.openxmlformats.org/officeDocument/2006/relationships/tags" Target="../tags/tag1072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3.png"/><Relationship Id="rId3" Type="http://schemas.openxmlformats.org/officeDocument/2006/relationships/tags" Target="../tags/tag1071.xml"/><Relationship Id="rId2" Type="http://schemas.openxmlformats.org/officeDocument/2006/relationships/tags" Target="../tags/tag1070.xml"/><Relationship Id="rId14" Type="http://schemas.openxmlformats.org/officeDocument/2006/relationships/tags" Target="../tags/tag1078.xml"/><Relationship Id="rId13" Type="http://schemas.openxmlformats.org/officeDocument/2006/relationships/tags" Target="../tags/tag1077.xml"/><Relationship Id="rId12" Type="http://schemas.openxmlformats.org/officeDocument/2006/relationships/tags" Target="../tags/tag1076.xml"/><Relationship Id="rId11" Type="http://schemas.openxmlformats.org/officeDocument/2006/relationships/tags" Target="../tags/tag1075.xml"/><Relationship Id="rId10" Type="http://schemas.openxmlformats.org/officeDocument/2006/relationships/tags" Target="../tags/tag1074.xml"/><Relationship Id="rId1" Type="http://schemas.openxmlformats.org/officeDocument/2006/relationships/slideMaster" Target="../slideMasters/slideMaster9.xml"/></Relationships>
</file>

<file path=ppt/slideLayouts/_rels/slideLayout150.xml.rels><?xml version="1.0" encoding="UTF-8" standalone="yes"?>
<Relationships xmlns="http://schemas.openxmlformats.org/package/2006/relationships"><Relationship Id="rId9" Type="http://schemas.openxmlformats.org/officeDocument/2006/relationships/tags" Target="../tags/tag1082.xml"/><Relationship Id="rId8" Type="http://schemas.openxmlformats.org/officeDocument/2006/relationships/tags" Target="../tags/tag1081.xml"/><Relationship Id="rId7" Type="http://schemas.openxmlformats.org/officeDocument/2006/relationships/image" Target="file:///F:\Lets_Create/pic_temp/1_pic_quater_right_down.png" TargetMode="External"/><Relationship Id="rId6" Type="http://schemas.openxmlformats.org/officeDocument/2006/relationships/image" Target="../media/image4.png"/><Relationship Id="rId5" Type="http://schemas.openxmlformats.org/officeDocument/2006/relationships/tags" Target="../tags/tag1080.xml"/><Relationship Id="rId4" Type="http://schemas.openxmlformats.org/officeDocument/2006/relationships/image" Target="file:///F:\Lets_Create/pic_temp/0_pic_quater_right_down.png" TargetMode="External"/><Relationship Id="rId3" Type="http://schemas.openxmlformats.org/officeDocument/2006/relationships/image" Target="../media/image3.png"/><Relationship Id="rId2" Type="http://schemas.openxmlformats.org/officeDocument/2006/relationships/tags" Target="../tags/tag1079.xml"/><Relationship Id="rId14" Type="http://schemas.openxmlformats.org/officeDocument/2006/relationships/tags" Target="../tags/tag1087.xml"/><Relationship Id="rId13" Type="http://schemas.openxmlformats.org/officeDocument/2006/relationships/tags" Target="../tags/tag1086.xml"/><Relationship Id="rId12" Type="http://schemas.openxmlformats.org/officeDocument/2006/relationships/tags" Target="../tags/tag1085.xml"/><Relationship Id="rId11" Type="http://schemas.openxmlformats.org/officeDocument/2006/relationships/tags" Target="../tags/tag1084.xml"/><Relationship Id="rId10" Type="http://schemas.openxmlformats.org/officeDocument/2006/relationships/tags" Target="../tags/tag1083.xml"/><Relationship Id="rId1" Type="http://schemas.openxmlformats.org/officeDocument/2006/relationships/slideMaster" Target="../slideMasters/slideMaster9.xml"/></Relationships>
</file>

<file path=ppt/slideLayouts/_rels/slideLayout151.xml.rels><?xml version="1.0" encoding="UTF-8" standalone="yes"?>
<Relationships xmlns="http://schemas.openxmlformats.org/package/2006/relationships"><Relationship Id="rId9" Type="http://schemas.openxmlformats.org/officeDocument/2006/relationships/tags" Target="../tags/tag1091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4.png"/><Relationship Id="rId6" Type="http://schemas.openxmlformats.org/officeDocument/2006/relationships/tags" Target="../tags/tag1090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11.png"/><Relationship Id="rId3" Type="http://schemas.openxmlformats.org/officeDocument/2006/relationships/tags" Target="../tags/tag1089.xml"/><Relationship Id="rId2" Type="http://schemas.openxmlformats.org/officeDocument/2006/relationships/tags" Target="../tags/tag1088.xml"/><Relationship Id="rId16" Type="http://schemas.openxmlformats.org/officeDocument/2006/relationships/tags" Target="../tags/tag1098.xml"/><Relationship Id="rId15" Type="http://schemas.openxmlformats.org/officeDocument/2006/relationships/tags" Target="../tags/tag1097.xml"/><Relationship Id="rId14" Type="http://schemas.openxmlformats.org/officeDocument/2006/relationships/tags" Target="../tags/tag1096.xml"/><Relationship Id="rId13" Type="http://schemas.openxmlformats.org/officeDocument/2006/relationships/tags" Target="../tags/tag1095.xml"/><Relationship Id="rId12" Type="http://schemas.openxmlformats.org/officeDocument/2006/relationships/tags" Target="../tags/tag1094.xml"/><Relationship Id="rId11" Type="http://schemas.openxmlformats.org/officeDocument/2006/relationships/tags" Target="../tags/tag1093.xml"/><Relationship Id="rId10" Type="http://schemas.openxmlformats.org/officeDocument/2006/relationships/tags" Target="../tags/tag1092.xml"/><Relationship Id="rId1" Type="http://schemas.openxmlformats.org/officeDocument/2006/relationships/slideMaster" Target="../slideMasters/slideMaster9.xml"/></Relationships>
</file>

<file path=ppt/slideLayouts/_rels/slideLayout152.xml.rels><?xml version="1.0" encoding="UTF-8" standalone="yes"?>
<Relationships xmlns="http://schemas.openxmlformats.org/package/2006/relationships"><Relationship Id="rId9" Type="http://schemas.openxmlformats.org/officeDocument/2006/relationships/tags" Target="../tags/tag1102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1101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12.png"/><Relationship Id="rId3" Type="http://schemas.openxmlformats.org/officeDocument/2006/relationships/tags" Target="../tags/tag1100.xml"/><Relationship Id="rId2" Type="http://schemas.openxmlformats.org/officeDocument/2006/relationships/tags" Target="../tags/tag1099.xml"/><Relationship Id="rId13" Type="http://schemas.openxmlformats.org/officeDocument/2006/relationships/tags" Target="../tags/tag1106.xml"/><Relationship Id="rId12" Type="http://schemas.openxmlformats.org/officeDocument/2006/relationships/tags" Target="../tags/tag1105.xml"/><Relationship Id="rId11" Type="http://schemas.openxmlformats.org/officeDocument/2006/relationships/tags" Target="../tags/tag1104.xml"/><Relationship Id="rId10" Type="http://schemas.openxmlformats.org/officeDocument/2006/relationships/tags" Target="../tags/tag1103.xml"/><Relationship Id="rId1" Type="http://schemas.openxmlformats.org/officeDocument/2006/relationships/slideMaster" Target="../slideMasters/slideMaster9.xml"/></Relationships>
</file>

<file path=ppt/slideLayouts/_rels/slideLayout153.xml.rels><?xml version="1.0" encoding="UTF-8" standalone="yes"?>
<Relationships xmlns="http://schemas.openxmlformats.org/package/2006/relationships"><Relationship Id="rId9" Type="http://schemas.openxmlformats.org/officeDocument/2006/relationships/tags" Target="../tags/tag1116.xml"/><Relationship Id="rId8" Type="http://schemas.openxmlformats.org/officeDocument/2006/relationships/image" Target="file:///C:\Users\Administrator\Desktop\&#32032;&#26448;&#20998;&#31867;\&#25968;&#25454;&#21830;&#21153;\&#20027;&#39064;\&#22270;&#29255;11.png" TargetMode="External"/><Relationship Id="rId7" Type="http://schemas.openxmlformats.org/officeDocument/2006/relationships/image" Target="../media/image2.png"/><Relationship Id="rId6" Type="http://schemas.openxmlformats.org/officeDocument/2006/relationships/tags" Target="../tags/tag1115.xml"/><Relationship Id="rId5" Type="http://schemas.openxmlformats.org/officeDocument/2006/relationships/tags" Target="../tags/tag1114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0" Type="http://schemas.openxmlformats.org/officeDocument/2006/relationships/tags" Target="../tags/tag1123.xml"/><Relationship Id="rId2" Type="http://schemas.openxmlformats.org/officeDocument/2006/relationships/tags" Target="../tags/tag1113.xml"/><Relationship Id="rId19" Type="http://schemas.openxmlformats.org/officeDocument/2006/relationships/tags" Target="../tags/tag1122.xml"/><Relationship Id="rId18" Type="http://schemas.openxmlformats.org/officeDocument/2006/relationships/tags" Target="../tags/tag1121.xml"/><Relationship Id="rId17" Type="http://schemas.openxmlformats.org/officeDocument/2006/relationships/tags" Target="../tags/tag1120.xml"/><Relationship Id="rId16" Type="http://schemas.openxmlformats.org/officeDocument/2006/relationships/tags" Target="../tags/tag1119.xml"/><Relationship Id="rId15" Type="http://schemas.openxmlformats.org/officeDocument/2006/relationships/tags" Target="../tags/tag1118.xml"/><Relationship Id="rId14" Type="http://schemas.openxmlformats.org/officeDocument/2006/relationships/image" Target="file:///F:\Lets_Create/pic_temp/1_pic_quater_right_down.png" TargetMode="External"/><Relationship Id="rId13" Type="http://schemas.openxmlformats.org/officeDocument/2006/relationships/image" Target="../media/image4.png"/><Relationship Id="rId12" Type="http://schemas.openxmlformats.org/officeDocument/2006/relationships/tags" Target="../tags/tag1117.xml"/><Relationship Id="rId11" Type="http://schemas.openxmlformats.org/officeDocument/2006/relationships/image" Target="file:///F:\Lets_Create/pic_temp/0_pic_quater_right_down.png" TargetMode="External"/><Relationship Id="rId10" Type="http://schemas.openxmlformats.org/officeDocument/2006/relationships/image" Target="../media/image3.png"/><Relationship Id="rId1" Type="http://schemas.openxmlformats.org/officeDocument/2006/relationships/slideMaster" Target="../slideMasters/slideMaster10.xml"/></Relationships>
</file>

<file path=ppt/slideLayouts/_rels/slideLayout154.xml.rels><?xml version="1.0" encoding="UTF-8" standalone="yes"?>
<Relationships xmlns="http://schemas.openxmlformats.org/package/2006/relationships"><Relationship Id="rId6" Type="http://schemas.openxmlformats.org/officeDocument/2006/relationships/tags" Target="../tags/tag1128.xml"/><Relationship Id="rId5" Type="http://schemas.openxmlformats.org/officeDocument/2006/relationships/tags" Target="../tags/tag1127.xml"/><Relationship Id="rId4" Type="http://schemas.openxmlformats.org/officeDocument/2006/relationships/tags" Target="../tags/tag1126.xml"/><Relationship Id="rId3" Type="http://schemas.openxmlformats.org/officeDocument/2006/relationships/tags" Target="../tags/tag1125.xml"/><Relationship Id="rId2" Type="http://schemas.openxmlformats.org/officeDocument/2006/relationships/tags" Target="../tags/tag1124.xml"/><Relationship Id="rId1" Type="http://schemas.openxmlformats.org/officeDocument/2006/relationships/slideMaster" Target="../slideMasters/slideMaster10.xml"/></Relationships>
</file>

<file path=ppt/slideLayouts/_rels/slideLayout155.xml.rels><?xml version="1.0" encoding="UTF-8" standalone="yes"?>
<Relationships xmlns="http://schemas.openxmlformats.org/package/2006/relationships"><Relationship Id="rId9" Type="http://schemas.openxmlformats.org/officeDocument/2006/relationships/image" Target="../media/image6.png"/><Relationship Id="rId8" Type="http://schemas.openxmlformats.org/officeDocument/2006/relationships/tags" Target="../tags/tag1131.xml"/><Relationship Id="rId7" Type="http://schemas.openxmlformats.org/officeDocument/2006/relationships/image" Target="file:///F:\Lets_Create/pic_temp/pic_half_top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1130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" Type="http://schemas.openxmlformats.org/officeDocument/2006/relationships/tags" Target="../tags/tag1129.xml"/><Relationship Id="rId15" Type="http://schemas.openxmlformats.org/officeDocument/2006/relationships/tags" Target="../tags/tag1136.xml"/><Relationship Id="rId14" Type="http://schemas.openxmlformats.org/officeDocument/2006/relationships/tags" Target="../tags/tag1135.xml"/><Relationship Id="rId13" Type="http://schemas.openxmlformats.org/officeDocument/2006/relationships/tags" Target="../tags/tag1134.xml"/><Relationship Id="rId12" Type="http://schemas.openxmlformats.org/officeDocument/2006/relationships/tags" Target="../tags/tag1133.xml"/><Relationship Id="rId11" Type="http://schemas.openxmlformats.org/officeDocument/2006/relationships/tags" Target="../tags/tag1132.xml"/><Relationship Id="rId10" Type="http://schemas.openxmlformats.org/officeDocument/2006/relationships/image" Target="file:///F:\Lets_Create/pic_temp/pic_half_down.png" TargetMode="External"/><Relationship Id="rId1" Type="http://schemas.openxmlformats.org/officeDocument/2006/relationships/slideMaster" Target="../slideMasters/slideMaster10.xml"/></Relationships>
</file>

<file path=ppt/slideLayouts/_rels/slideLayout156.xml.rels><?xml version="1.0" encoding="UTF-8" standalone="yes"?>
<Relationships xmlns="http://schemas.openxmlformats.org/package/2006/relationships"><Relationship Id="rId7" Type="http://schemas.openxmlformats.org/officeDocument/2006/relationships/tags" Target="../tags/tag1142.xml"/><Relationship Id="rId6" Type="http://schemas.openxmlformats.org/officeDocument/2006/relationships/tags" Target="../tags/tag1141.xml"/><Relationship Id="rId5" Type="http://schemas.openxmlformats.org/officeDocument/2006/relationships/tags" Target="../tags/tag1140.xml"/><Relationship Id="rId4" Type="http://schemas.openxmlformats.org/officeDocument/2006/relationships/tags" Target="../tags/tag1139.xml"/><Relationship Id="rId3" Type="http://schemas.openxmlformats.org/officeDocument/2006/relationships/tags" Target="../tags/tag1138.xml"/><Relationship Id="rId2" Type="http://schemas.openxmlformats.org/officeDocument/2006/relationships/tags" Target="../tags/tag1137.xml"/><Relationship Id="rId1" Type="http://schemas.openxmlformats.org/officeDocument/2006/relationships/slideMaster" Target="../slideMasters/slideMaster10.xml"/></Relationships>
</file>

<file path=ppt/slideLayouts/_rels/slideLayout157.xml.rels><?xml version="1.0" encoding="UTF-8" standalone="yes"?>
<Relationships xmlns="http://schemas.openxmlformats.org/package/2006/relationships"><Relationship Id="rId9" Type="http://schemas.openxmlformats.org/officeDocument/2006/relationships/tags" Target="../tags/tag1150.xml"/><Relationship Id="rId8" Type="http://schemas.openxmlformats.org/officeDocument/2006/relationships/tags" Target="../tags/tag1149.xml"/><Relationship Id="rId7" Type="http://schemas.openxmlformats.org/officeDocument/2006/relationships/tags" Target="../tags/tag1148.xml"/><Relationship Id="rId6" Type="http://schemas.openxmlformats.org/officeDocument/2006/relationships/tags" Target="../tags/tag1147.xml"/><Relationship Id="rId5" Type="http://schemas.openxmlformats.org/officeDocument/2006/relationships/tags" Target="../tags/tag1146.xml"/><Relationship Id="rId4" Type="http://schemas.openxmlformats.org/officeDocument/2006/relationships/tags" Target="../tags/tag1145.xml"/><Relationship Id="rId3" Type="http://schemas.openxmlformats.org/officeDocument/2006/relationships/tags" Target="../tags/tag1144.xml"/><Relationship Id="rId2" Type="http://schemas.openxmlformats.org/officeDocument/2006/relationships/tags" Target="../tags/tag1143.xml"/><Relationship Id="rId1" Type="http://schemas.openxmlformats.org/officeDocument/2006/relationships/slideMaster" Target="../slideMasters/slideMaster10.xml"/></Relationships>
</file>

<file path=ppt/slideLayouts/_rels/slideLayout158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1153.xml"/><Relationship Id="rId7" Type="http://schemas.openxmlformats.org/officeDocument/2006/relationships/image" Target="file:///C:\Users\Administrator\Desktop\&#32032;&#26448;&#20998;&#31867;\&#25968;&#25454;&#21830;&#21153;\&#20027;&#39064;\&#22270;&#29255;11.png" TargetMode="External"/><Relationship Id="rId6" Type="http://schemas.openxmlformats.org/officeDocument/2006/relationships/image" Target="../media/image7.png"/><Relationship Id="rId5" Type="http://schemas.openxmlformats.org/officeDocument/2006/relationships/tags" Target="../tags/tag1152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" Type="http://schemas.openxmlformats.org/officeDocument/2006/relationships/tags" Target="../tags/tag1151.xml"/><Relationship Id="rId14" Type="http://schemas.openxmlformats.org/officeDocument/2006/relationships/tags" Target="../tags/tag1157.xml"/><Relationship Id="rId13" Type="http://schemas.openxmlformats.org/officeDocument/2006/relationships/tags" Target="../tags/tag1156.xml"/><Relationship Id="rId12" Type="http://schemas.openxmlformats.org/officeDocument/2006/relationships/tags" Target="../tags/tag1155.xml"/><Relationship Id="rId11" Type="http://schemas.openxmlformats.org/officeDocument/2006/relationships/tags" Target="../tags/tag1154.xml"/><Relationship Id="rId10" Type="http://schemas.openxmlformats.org/officeDocument/2006/relationships/image" Target="file:///F:\Lets_Create/pic_temp/1_pic_quater_right_down.png" TargetMode="External"/><Relationship Id="rId1" Type="http://schemas.openxmlformats.org/officeDocument/2006/relationships/slideMaster" Target="../slideMasters/slideMaster10.xml"/></Relationships>
</file>

<file path=ppt/slideLayouts/_rels/slideLayout159.xml.rels><?xml version="1.0" encoding="UTF-8" standalone="yes"?>
<Relationships xmlns="http://schemas.openxmlformats.org/package/2006/relationships"><Relationship Id="rId4" Type="http://schemas.openxmlformats.org/officeDocument/2006/relationships/tags" Target="../tags/tag1160.xml"/><Relationship Id="rId3" Type="http://schemas.openxmlformats.org/officeDocument/2006/relationships/tags" Target="../tags/tag1159.xml"/><Relationship Id="rId2" Type="http://schemas.openxmlformats.org/officeDocument/2006/relationships/tags" Target="../tags/tag1158.xml"/><Relationship Id="rId1" Type="http://schemas.openxmlformats.org/officeDocument/2006/relationships/slideMaster" Target="../slideMasters/slideMaster10.xml"/></Relationships>
</file>

<file path=ppt/slideLayouts/_rels/slideLayout160.xml.rels><?xml version="1.0" encoding="UTF-8" standalone="yes"?>
<Relationships xmlns="http://schemas.openxmlformats.org/package/2006/relationships"><Relationship Id="rId7" Type="http://schemas.openxmlformats.org/officeDocument/2006/relationships/tags" Target="../tags/tag1166.xml"/><Relationship Id="rId6" Type="http://schemas.openxmlformats.org/officeDocument/2006/relationships/tags" Target="../tags/tag1165.xml"/><Relationship Id="rId5" Type="http://schemas.openxmlformats.org/officeDocument/2006/relationships/tags" Target="../tags/tag1164.xml"/><Relationship Id="rId4" Type="http://schemas.openxmlformats.org/officeDocument/2006/relationships/tags" Target="../tags/tag1163.xml"/><Relationship Id="rId3" Type="http://schemas.openxmlformats.org/officeDocument/2006/relationships/tags" Target="../tags/tag1162.xml"/><Relationship Id="rId2" Type="http://schemas.openxmlformats.org/officeDocument/2006/relationships/tags" Target="../tags/tag1161.xml"/><Relationship Id="rId1" Type="http://schemas.openxmlformats.org/officeDocument/2006/relationships/slideMaster" Target="../slideMasters/slideMaster10.xml"/></Relationships>
</file>

<file path=ppt/slideLayouts/_rels/slideLayout161.xml.rels><?xml version="1.0" encoding="UTF-8" standalone="yes"?>
<Relationships xmlns="http://schemas.openxmlformats.org/package/2006/relationships"><Relationship Id="rId6" Type="http://schemas.openxmlformats.org/officeDocument/2006/relationships/tags" Target="../tags/tag1171.xml"/><Relationship Id="rId5" Type="http://schemas.openxmlformats.org/officeDocument/2006/relationships/tags" Target="../tags/tag1170.xml"/><Relationship Id="rId4" Type="http://schemas.openxmlformats.org/officeDocument/2006/relationships/tags" Target="../tags/tag1169.xml"/><Relationship Id="rId3" Type="http://schemas.openxmlformats.org/officeDocument/2006/relationships/tags" Target="../tags/tag1168.xml"/><Relationship Id="rId2" Type="http://schemas.openxmlformats.org/officeDocument/2006/relationships/tags" Target="../tags/tag1167.xml"/><Relationship Id="rId1" Type="http://schemas.openxmlformats.org/officeDocument/2006/relationships/slideMaster" Target="../slideMasters/slideMaster10.xml"/></Relationships>
</file>

<file path=ppt/slideLayouts/_rels/slideLayout162.xml.rels><?xml version="1.0" encoding="UTF-8" standalone="yes"?>
<Relationships xmlns="http://schemas.openxmlformats.org/package/2006/relationships"><Relationship Id="rId5" Type="http://schemas.openxmlformats.org/officeDocument/2006/relationships/tags" Target="../tags/tag1175.xml"/><Relationship Id="rId4" Type="http://schemas.openxmlformats.org/officeDocument/2006/relationships/tags" Target="../tags/tag1174.xml"/><Relationship Id="rId3" Type="http://schemas.openxmlformats.org/officeDocument/2006/relationships/tags" Target="../tags/tag1173.xml"/><Relationship Id="rId2" Type="http://schemas.openxmlformats.org/officeDocument/2006/relationships/tags" Target="../tags/tag1172.xml"/><Relationship Id="rId1" Type="http://schemas.openxmlformats.org/officeDocument/2006/relationships/slideMaster" Target="../slideMasters/slideMaster10.xml"/></Relationships>
</file>

<file path=ppt/slideLayouts/_rels/slideLayout163.xml.rels><?xml version="1.0" encoding="UTF-8" standalone="yes"?>
<Relationships xmlns="http://schemas.openxmlformats.org/package/2006/relationships"><Relationship Id="rId9" Type="http://schemas.openxmlformats.org/officeDocument/2006/relationships/tags" Target="../tags/tag1179.xml"/><Relationship Id="rId8" Type="http://schemas.openxmlformats.org/officeDocument/2006/relationships/image" Target="file:///F:\Lets_Create/pic_temp/pic_half_left.png" TargetMode="External"/><Relationship Id="rId7" Type="http://schemas.openxmlformats.org/officeDocument/2006/relationships/image" Target="../media/image8.png"/><Relationship Id="rId6" Type="http://schemas.openxmlformats.org/officeDocument/2006/relationships/tags" Target="../tags/tag1178.xml"/><Relationship Id="rId5" Type="http://schemas.openxmlformats.org/officeDocument/2006/relationships/tags" Target="../tags/tag1177.xml"/><Relationship Id="rId4" Type="http://schemas.openxmlformats.org/officeDocument/2006/relationships/image" Target="file:///F:\Lets_Create/pic_temp/pic_sup.png" TargetMode="External"/><Relationship Id="rId3" Type="http://schemas.openxmlformats.org/officeDocument/2006/relationships/image" Target="../media/image1.png"/><Relationship Id="rId21" Type="http://schemas.openxmlformats.org/officeDocument/2006/relationships/tags" Target="../tags/tag1187.xml"/><Relationship Id="rId20" Type="http://schemas.openxmlformats.org/officeDocument/2006/relationships/tags" Target="../tags/tag1186.xml"/><Relationship Id="rId2" Type="http://schemas.openxmlformats.org/officeDocument/2006/relationships/tags" Target="../tags/tag1176.xml"/><Relationship Id="rId19" Type="http://schemas.openxmlformats.org/officeDocument/2006/relationships/tags" Target="../tags/tag1185.xml"/><Relationship Id="rId18" Type="http://schemas.openxmlformats.org/officeDocument/2006/relationships/tags" Target="../tags/tag1184.xml"/><Relationship Id="rId17" Type="http://schemas.openxmlformats.org/officeDocument/2006/relationships/tags" Target="../tags/tag1183.xml"/><Relationship Id="rId16" Type="http://schemas.openxmlformats.org/officeDocument/2006/relationships/tags" Target="../tags/tag1182.xml"/><Relationship Id="rId15" Type="http://schemas.openxmlformats.org/officeDocument/2006/relationships/image" Target="file:///F:\Lets_Create/pic_temp/1_pic_quater_right_down.png" TargetMode="External"/><Relationship Id="rId14" Type="http://schemas.openxmlformats.org/officeDocument/2006/relationships/image" Target="../media/image4.png"/><Relationship Id="rId13" Type="http://schemas.openxmlformats.org/officeDocument/2006/relationships/tags" Target="../tags/tag1181.xml"/><Relationship Id="rId12" Type="http://schemas.openxmlformats.org/officeDocument/2006/relationships/tags" Target="../tags/tag1180.xml"/><Relationship Id="rId11" Type="http://schemas.openxmlformats.org/officeDocument/2006/relationships/image" Target="file:///F:\Lets_Create/pic_temp/pic_half_right.png" TargetMode="External"/><Relationship Id="rId10" Type="http://schemas.openxmlformats.org/officeDocument/2006/relationships/image" Target="../media/image9.png"/><Relationship Id="rId1" Type="http://schemas.openxmlformats.org/officeDocument/2006/relationships/slideMaster" Target="../slideMasters/slideMaster10.xml"/></Relationships>
</file>

<file path=ppt/slideLayouts/_rels/slideLayout164.xml.rels><?xml version="1.0" encoding="UTF-8" standalone="yes"?>
<Relationships xmlns="http://schemas.openxmlformats.org/package/2006/relationships"><Relationship Id="rId9" Type="http://schemas.openxmlformats.org/officeDocument/2006/relationships/tags" Target="../tags/tag1191.xml"/><Relationship Id="rId8" Type="http://schemas.openxmlformats.org/officeDocument/2006/relationships/tags" Target="../tags/tag1190.xml"/><Relationship Id="rId7" Type="http://schemas.openxmlformats.org/officeDocument/2006/relationships/image" Target="file:///F:\Lets_Create/pic_temp/1_pic_quater_right_down.png" TargetMode="External"/><Relationship Id="rId6" Type="http://schemas.openxmlformats.org/officeDocument/2006/relationships/image" Target="../media/image4.png"/><Relationship Id="rId5" Type="http://schemas.openxmlformats.org/officeDocument/2006/relationships/tags" Target="../tags/tag1189.xml"/><Relationship Id="rId4" Type="http://schemas.openxmlformats.org/officeDocument/2006/relationships/image" Target="file:///F:\Lets_Create/pic_temp/0_pic_quater_right_down.png" TargetMode="External"/><Relationship Id="rId3" Type="http://schemas.openxmlformats.org/officeDocument/2006/relationships/image" Target="../media/image3.png"/><Relationship Id="rId2" Type="http://schemas.openxmlformats.org/officeDocument/2006/relationships/tags" Target="../tags/tag1188.xml"/><Relationship Id="rId11" Type="http://schemas.openxmlformats.org/officeDocument/2006/relationships/tags" Target="../tags/tag1193.xml"/><Relationship Id="rId10" Type="http://schemas.openxmlformats.org/officeDocument/2006/relationships/tags" Target="../tags/tag1192.xml"/><Relationship Id="rId1" Type="http://schemas.openxmlformats.org/officeDocument/2006/relationships/slideMaster" Target="../slideMasters/slideMaster10.xml"/></Relationships>
</file>

<file path=ppt/slideLayouts/_rels/slideLayout165.xml.rels><?xml version="1.0" encoding="UTF-8" standalone="yes"?>
<Relationships xmlns="http://schemas.openxmlformats.org/package/2006/relationships"><Relationship Id="rId7" Type="http://schemas.openxmlformats.org/officeDocument/2006/relationships/tags" Target="../tags/tag1199.xml"/><Relationship Id="rId6" Type="http://schemas.openxmlformats.org/officeDocument/2006/relationships/tags" Target="../tags/tag1198.xml"/><Relationship Id="rId5" Type="http://schemas.openxmlformats.org/officeDocument/2006/relationships/tags" Target="../tags/tag1197.xml"/><Relationship Id="rId4" Type="http://schemas.openxmlformats.org/officeDocument/2006/relationships/tags" Target="../tags/tag1196.xml"/><Relationship Id="rId3" Type="http://schemas.openxmlformats.org/officeDocument/2006/relationships/tags" Target="../tags/tag1195.xml"/><Relationship Id="rId2" Type="http://schemas.openxmlformats.org/officeDocument/2006/relationships/tags" Target="../tags/tag1194.xml"/><Relationship Id="rId1" Type="http://schemas.openxmlformats.org/officeDocument/2006/relationships/slideMaster" Target="../slideMasters/slideMaster10.xml"/></Relationships>
</file>

<file path=ppt/slideLayouts/_rels/slideLayout166.xml.rels><?xml version="1.0" encoding="UTF-8" standalone="yes"?>
<Relationships xmlns="http://schemas.openxmlformats.org/package/2006/relationships"><Relationship Id="rId9" Type="http://schemas.openxmlformats.org/officeDocument/2006/relationships/tags" Target="../tags/tag1203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1202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3.png"/><Relationship Id="rId3" Type="http://schemas.openxmlformats.org/officeDocument/2006/relationships/tags" Target="../tags/tag1201.xml"/><Relationship Id="rId2" Type="http://schemas.openxmlformats.org/officeDocument/2006/relationships/tags" Target="../tags/tag1200.xml"/><Relationship Id="rId14" Type="http://schemas.openxmlformats.org/officeDocument/2006/relationships/tags" Target="../tags/tag1208.xml"/><Relationship Id="rId13" Type="http://schemas.openxmlformats.org/officeDocument/2006/relationships/tags" Target="../tags/tag1207.xml"/><Relationship Id="rId12" Type="http://schemas.openxmlformats.org/officeDocument/2006/relationships/tags" Target="../tags/tag1206.xml"/><Relationship Id="rId11" Type="http://schemas.openxmlformats.org/officeDocument/2006/relationships/tags" Target="../tags/tag1205.xml"/><Relationship Id="rId10" Type="http://schemas.openxmlformats.org/officeDocument/2006/relationships/tags" Target="../tags/tag1204.xml"/><Relationship Id="rId1" Type="http://schemas.openxmlformats.org/officeDocument/2006/relationships/slideMaster" Target="../slideMasters/slideMaster10.xml"/></Relationships>
</file>

<file path=ppt/slideLayouts/_rels/slideLayout167.xml.rels><?xml version="1.0" encoding="UTF-8" standalone="yes"?>
<Relationships xmlns="http://schemas.openxmlformats.org/package/2006/relationships"><Relationship Id="rId9" Type="http://schemas.openxmlformats.org/officeDocument/2006/relationships/tags" Target="../tags/tag1212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4.png"/><Relationship Id="rId6" Type="http://schemas.openxmlformats.org/officeDocument/2006/relationships/tags" Target="../tags/tag1211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3.png"/><Relationship Id="rId3" Type="http://schemas.openxmlformats.org/officeDocument/2006/relationships/tags" Target="../tags/tag1210.xml"/><Relationship Id="rId2" Type="http://schemas.openxmlformats.org/officeDocument/2006/relationships/tags" Target="../tags/tag1209.xml"/><Relationship Id="rId14" Type="http://schemas.openxmlformats.org/officeDocument/2006/relationships/tags" Target="../tags/tag1217.xml"/><Relationship Id="rId13" Type="http://schemas.openxmlformats.org/officeDocument/2006/relationships/tags" Target="../tags/tag1216.xml"/><Relationship Id="rId12" Type="http://schemas.openxmlformats.org/officeDocument/2006/relationships/tags" Target="../tags/tag1215.xml"/><Relationship Id="rId11" Type="http://schemas.openxmlformats.org/officeDocument/2006/relationships/tags" Target="../tags/tag1214.xml"/><Relationship Id="rId10" Type="http://schemas.openxmlformats.org/officeDocument/2006/relationships/tags" Target="../tags/tag1213.xml"/><Relationship Id="rId1" Type="http://schemas.openxmlformats.org/officeDocument/2006/relationships/slideMaster" Target="../slideMasters/slideMaster10.xml"/></Relationships>
</file>

<file path=ppt/slideLayouts/_rels/slideLayout168.xml.rels><?xml version="1.0" encoding="UTF-8" standalone="yes"?>
<Relationships xmlns="http://schemas.openxmlformats.org/package/2006/relationships"><Relationship Id="rId9" Type="http://schemas.openxmlformats.org/officeDocument/2006/relationships/tags" Target="../tags/tag1221.xml"/><Relationship Id="rId8" Type="http://schemas.openxmlformats.org/officeDocument/2006/relationships/tags" Target="../tags/tag1220.xml"/><Relationship Id="rId7" Type="http://schemas.openxmlformats.org/officeDocument/2006/relationships/image" Target="file:///F:\Lets_Create/pic_temp/1_pic_quater_right_down.png" TargetMode="External"/><Relationship Id="rId6" Type="http://schemas.openxmlformats.org/officeDocument/2006/relationships/image" Target="../media/image4.png"/><Relationship Id="rId5" Type="http://schemas.openxmlformats.org/officeDocument/2006/relationships/tags" Target="../tags/tag1219.xml"/><Relationship Id="rId4" Type="http://schemas.openxmlformats.org/officeDocument/2006/relationships/image" Target="file:///F:\Lets_Create/pic_temp/0_pic_quater_right_down.png" TargetMode="External"/><Relationship Id="rId3" Type="http://schemas.openxmlformats.org/officeDocument/2006/relationships/image" Target="../media/image3.png"/><Relationship Id="rId2" Type="http://schemas.openxmlformats.org/officeDocument/2006/relationships/tags" Target="../tags/tag1218.xml"/><Relationship Id="rId14" Type="http://schemas.openxmlformats.org/officeDocument/2006/relationships/tags" Target="../tags/tag1226.xml"/><Relationship Id="rId13" Type="http://schemas.openxmlformats.org/officeDocument/2006/relationships/tags" Target="../tags/tag1225.xml"/><Relationship Id="rId12" Type="http://schemas.openxmlformats.org/officeDocument/2006/relationships/tags" Target="../tags/tag1224.xml"/><Relationship Id="rId11" Type="http://schemas.openxmlformats.org/officeDocument/2006/relationships/tags" Target="../tags/tag1223.xml"/><Relationship Id="rId10" Type="http://schemas.openxmlformats.org/officeDocument/2006/relationships/tags" Target="../tags/tag1222.xml"/><Relationship Id="rId1" Type="http://schemas.openxmlformats.org/officeDocument/2006/relationships/slideMaster" Target="../slideMasters/slideMaster10.xml"/></Relationships>
</file>

<file path=ppt/slideLayouts/_rels/slideLayout169.xml.rels><?xml version="1.0" encoding="UTF-8" standalone="yes"?>
<Relationships xmlns="http://schemas.openxmlformats.org/package/2006/relationships"><Relationship Id="rId9" Type="http://schemas.openxmlformats.org/officeDocument/2006/relationships/tags" Target="../tags/tag1230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4.png"/><Relationship Id="rId6" Type="http://schemas.openxmlformats.org/officeDocument/2006/relationships/tags" Target="../tags/tag1229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11.png"/><Relationship Id="rId3" Type="http://schemas.openxmlformats.org/officeDocument/2006/relationships/tags" Target="../tags/tag1228.xml"/><Relationship Id="rId2" Type="http://schemas.openxmlformats.org/officeDocument/2006/relationships/tags" Target="../tags/tag1227.xml"/><Relationship Id="rId16" Type="http://schemas.openxmlformats.org/officeDocument/2006/relationships/tags" Target="../tags/tag1237.xml"/><Relationship Id="rId15" Type="http://schemas.openxmlformats.org/officeDocument/2006/relationships/tags" Target="../tags/tag1236.xml"/><Relationship Id="rId14" Type="http://schemas.openxmlformats.org/officeDocument/2006/relationships/tags" Target="../tags/tag1235.xml"/><Relationship Id="rId13" Type="http://schemas.openxmlformats.org/officeDocument/2006/relationships/tags" Target="../tags/tag1234.xml"/><Relationship Id="rId12" Type="http://schemas.openxmlformats.org/officeDocument/2006/relationships/tags" Target="../tags/tag1233.xml"/><Relationship Id="rId11" Type="http://schemas.openxmlformats.org/officeDocument/2006/relationships/tags" Target="../tags/tag1232.xml"/><Relationship Id="rId10" Type="http://schemas.openxmlformats.org/officeDocument/2006/relationships/tags" Target="../tags/tag1231.xml"/><Relationship Id="rId1" Type="http://schemas.openxmlformats.org/officeDocument/2006/relationships/slideMaster" Target="../slideMasters/slideMaster10.xml"/></Relationships>
</file>

<file path=ppt/slideLayouts/_rels/slideLayout170.xml.rels><?xml version="1.0" encoding="UTF-8" standalone="yes"?>
<Relationships xmlns="http://schemas.openxmlformats.org/package/2006/relationships"><Relationship Id="rId9" Type="http://schemas.openxmlformats.org/officeDocument/2006/relationships/tags" Target="../tags/tag1241.xml"/><Relationship Id="rId8" Type="http://schemas.openxmlformats.org/officeDocument/2006/relationships/image" Target="file:///F:\Lets_Create/pic_temp/1_pic_quater_righ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1240.xml"/><Relationship Id="rId5" Type="http://schemas.openxmlformats.org/officeDocument/2006/relationships/image" Target="file:///F:\Lets_Create/pic_temp/0_pic_quater_right_down.png" TargetMode="External"/><Relationship Id="rId4" Type="http://schemas.openxmlformats.org/officeDocument/2006/relationships/image" Target="../media/image12.png"/><Relationship Id="rId3" Type="http://schemas.openxmlformats.org/officeDocument/2006/relationships/tags" Target="../tags/tag1239.xml"/><Relationship Id="rId2" Type="http://schemas.openxmlformats.org/officeDocument/2006/relationships/tags" Target="../tags/tag1238.xml"/><Relationship Id="rId13" Type="http://schemas.openxmlformats.org/officeDocument/2006/relationships/tags" Target="../tags/tag1245.xml"/><Relationship Id="rId12" Type="http://schemas.openxmlformats.org/officeDocument/2006/relationships/tags" Target="../tags/tag1244.xml"/><Relationship Id="rId11" Type="http://schemas.openxmlformats.org/officeDocument/2006/relationships/tags" Target="../tags/tag1243.xml"/><Relationship Id="rId10" Type="http://schemas.openxmlformats.org/officeDocument/2006/relationships/tags" Target="../tags/tag1242.xml"/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矩形: 圆角 12"/>
          <p:cNvSpPr/>
          <p:nvPr userDrawn="1">
            <p:custDataLst>
              <p:tags r:id="rId5"/>
            </p:custDataLst>
          </p:nvPr>
        </p:nvSpPr>
        <p:spPr>
          <a:xfrm>
            <a:off x="1252110" y="3662990"/>
            <a:ext cx="2108573" cy="454596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84AC"/>
              </a:gs>
              <a:gs pos="100000">
                <a:srgbClr val="01A5AE"/>
              </a:gs>
            </a:gsLst>
            <a:lin ang="0" scaled="0"/>
            <a:tileRect/>
          </a:gradFill>
          <a:ln w="9525" cap="flat">
            <a:noFill/>
            <a:prstDash val="solid"/>
            <a:miter/>
          </a:ln>
          <a:effectLst>
            <a:glow rad="114300">
              <a:srgbClr val="00EDB0">
                <a:alpha val="16000"/>
              </a:srgbClr>
            </a:glow>
            <a:softEdge rad="0"/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9" name="图片 8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6096000" y="1169618"/>
            <a:ext cx="5486400" cy="4518764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9"/>
            </p:custDataLst>
          </p:nvPr>
        </p:nvPicPr>
        <p:blipFill>
          <a:blip r:embed="rId10" r:link="rId11" cstate="screen"/>
          <a:stretch>
            <a:fillRect/>
          </a:stretch>
        </p:blipFill>
        <p:spPr>
          <a:xfrm>
            <a:off x="109220" y="138430"/>
            <a:ext cx="1143000" cy="1031347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12"/>
            </p:custDataLst>
          </p:nvPr>
        </p:nvPicPr>
        <p:blipFill>
          <a:blip r:embed="rId13" r:link="rId14" cstate="screen"/>
          <a:stretch>
            <a:fillRect/>
          </a:stretch>
        </p:blipFill>
        <p:spPr>
          <a:xfrm>
            <a:off x="2558415" y="4443544"/>
            <a:ext cx="1143000" cy="839656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15"/>
            </p:custDataLst>
          </p:nvPr>
        </p:nvPicPr>
        <p:blipFill>
          <a:blip r:embed="rId13" r:link="rId14" cstate="screen"/>
          <a:stretch>
            <a:fillRect/>
          </a:stretch>
        </p:blipFill>
        <p:spPr>
          <a:xfrm flipH="1">
            <a:off x="1379220" y="4443544"/>
            <a:ext cx="1143000" cy="83965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6"/>
            </p:custDataLst>
          </p:nvPr>
        </p:nvSpPr>
        <p:spPr>
          <a:xfrm>
            <a:off x="1166047" y="1351502"/>
            <a:ext cx="5148690" cy="2087846"/>
          </a:xfrm>
        </p:spPr>
        <p:txBody>
          <a:bodyPr lIns="90000" tIns="46800" rIns="90000" bIns="0" anchor="b" anchorCtr="0">
            <a:normAutofit/>
          </a:bodyPr>
          <a:lstStyle>
            <a:lvl1pPr algn="l">
              <a:defRPr sz="6000" spc="200" baseline="0">
                <a:gradFill>
                  <a:gsLst>
                    <a:gs pos="0">
                      <a:srgbClr val="0084AC"/>
                    </a:gs>
                    <a:gs pos="100000">
                      <a:srgbClr val="01A5AE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1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18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1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3" hasCustomPrompt="1"/>
            <p:custDataLst>
              <p:tags r:id="rId20"/>
            </p:custDataLst>
          </p:nvPr>
        </p:nvSpPr>
        <p:spPr>
          <a:xfrm>
            <a:off x="1252110" y="3667369"/>
            <a:ext cx="2108573" cy="454596"/>
          </a:xfrm>
        </p:spPr>
        <p:txBody>
          <a:bodyPr lIns="90000" tIns="46800" rIns="90000" bIns="4680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69882" y="952508"/>
            <a:ext cx="10852237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图片 8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4064000" y="5184384"/>
            <a:ext cx="4064000" cy="1673616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8"/>
            </p:custDataLst>
          </p:nvPr>
        </p:nvPicPr>
        <p:blipFill>
          <a:blip r:embed="rId9" r:link="rId10" cstate="screen"/>
          <a:stretch>
            <a:fillRect/>
          </a:stretch>
        </p:blipFill>
        <p:spPr>
          <a:xfrm>
            <a:off x="4064000" y="0"/>
            <a:ext cx="4064000" cy="167361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1"/>
            </p:custDataLst>
          </p:nvPr>
        </p:nvSpPr>
        <p:spPr>
          <a:xfrm>
            <a:off x="3930616" y="2687883"/>
            <a:ext cx="5572869" cy="860632"/>
          </a:xfrm>
        </p:spPr>
        <p:txBody>
          <a:bodyPr lIns="90000" tIns="46800" rIns="90000" bIns="0" anchor="b" anchorCtr="0">
            <a:normAutofit/>
          </a:bodyPr>
          <a:lstStyle>
            <a:lvl1pPr algn="l">
              <a:defRPr sz="4800" u="none" strike="noStrike" kern="1200" cap="none" spc="300" normalizeH="0" baseline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5"/>
            </p:custDataLst>
          </p:nvPr>
        </p:nvSpPr>
        <p:spPr>
          <a:xfrm>
            <a:off x="3930616" y="3602572"/>
            <a:ext cx="5572297" cy="969832"/>
          </a:xfrm>
        </p:spPr>
        <p:txBody>
          <a:bodyPr lIns="90000" tIns="0" rIns="90000" bIns="46800">
            <a:normAutofit/>
          </a:bodyPr>
          <a:lstStyle>
            <a:lvl1pPr marL="0" indent="0" algn="l">
              <a:buNone/>
              <a:defRPr sz="180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238877" y="952508"/>
            <a:ext cx="5283242" cy="5388907"/>
          </a:xfrm>
        </p:spPr>
        <p:txBody>
          <a:bodyPr>
            <a:noAutofit/>
          </a:bodyPr>
          <a:lstStyle>
            <a:lvl1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69930" y="952508"/>
            <a:ext cx="5283242" cy="381003"/>
          </a:xfrm>
        </p:spPr>
        <p:txBody>
          <a:bodyPr lIns="101600" tIns="38100" rIns="76200" bIns="38100" anchor="t" anchorCtr="0">
            <a:no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0" u="none" strike="noStrike" kern="1200" cap="none" spc="200" normalizeH="0" baseline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69925" y="1406525"/>
            <a:ext cx="5283200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952508"/>
            <a:ext cx="5283242" cy="381003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0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406525"/>
            <a:ext cx="5283242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10795"/>
            <a:ext cx="12202795" cy="6858000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845820" y="1683385"/>
            <a:ext cx="3874135" cy="3297555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8"/>
            </p:custDataLst>
          </p:nvPr>
        </p:nvPicPr>
        <p:blipFill>
          <a:blip r:embed="rId9" r:link="rId10" cstate="screen"/>
          <a:stretch>
            <a:fillRect/>
          </a:stretch>
        </p:blipFill>
        <p:spPr>
          <a:xfrm>
            <a:off x="10972800" y="6018344"/>
            <a:ext cx="1143000" cy="83965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1"/>
            </p:custDataLst>
          </p:nvPr>
        </p:nvSpPr>
        <p:spPr/>
        <p:txBody>
          <a:bodyPr vert="horz" lIns="90170" tIns="46990" rIns="90170" bIns="46990" rtlCol="0" anchor="t" anchorCtr="0">
            <a:normAutofit/>
          </a:bodyPr>
          <a:lstStyle>
            <a:lvl1pPr marL="0" marR="0" lvl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930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4"/>
            </p:custDataLst>
          </p:nvPr>
        </p:nvSpPr>
        <p:spPr>
          <a:xfrm>
            <a:off x="6238925" y="952508"/>
            <a:ext cx="5283242" cy="5388907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  <p:custDataLst>
              <p:tags r:id="rId2"/>
            </p:custDataLst>
          </p:nvPr>
        </p:nvSpPr>
        <p:spPr>
          <a:xfrm>
            <a:off x="10571135" y="952508"/>
            <a:ext cx="950984" cy="5388907"/>
          </a:xfrm>
        </p:spPr>
        <p:txBody>
          <a:bodyPr vert="eaVert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669925" y="952500"/>
            <a:ext cx="9828101" cy="5388907"/>
          </a:xfrm>
        </p:spPr>
        <p:txBody>
          <a:bodyPr vert="eaVert"/>
          <a:lstStyle>
            <a:lvl1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69930" y="952508"/>
            <a:ext cx="10852237" cy="5388907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矩形: 圆角 14"/>
          <p:cNvSpPr/>
          <p:nvPr userDrawn="1">
            <p:custDataLst>
              <p:tags r:id="rId5"/>
            </p:custDataLst>
          </p:nvPr>
        </p:nvSpPr>
        <p:spPr>
          <a:xfrm>
            <a:off x="4864735" y="4306852"/>
            <a:ext cx="2266315" cy="476405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  <a:tileRect/>
          </a:gradFill>
          <a:ln w="9525" cap="flat">
            <a:noFill/>
            <a:prstDash val="solid"/>
            <a:miter/>
          </a:ln>
          <a:effectLst>
            <a:glow rad="114300">
              <a:srgbClr val="00EDB0">
                <a:alpha val="16000"/>
              </a:srgbClr>
            </a:glow>
            <a:softEdge rad="0"/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 b="1" dirty="0">
              <a:solidFill>
                <a:schemeClr val="tx1"/>
              </a:solidFill>
            </a:endParaRPr>
          </a:p>
        </p:txBody>
      </p:sp>
      <p:pic>
        <p:nvPicPr>
          <p:cNvPr id="10" name="图片 9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1397000"/>
            <a:ext cx="2467127" cy="406400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9"/>
            </p:custDataLst>
          </p:nvPr>
        </p:nvPicPr>
        <p:blipFill>
          <a:blip r:embed="rId10" r:link="rId11" cstate="screen"/>
          <a:stretch>
            <a:fillRect/>
          </a:stretch>
        </p:blipFill>
        <p:spPr>
          <a:xfrm>
            <a:off x="9724873" y="1397000"/>
            <a:ext cx="2467127" cy="4064000"/>
          </a:xfrm>
          <a:prstGeom prst="rect">
            <a:avLst/>
          </a:prstGeom>
        </p:spPr>
      </p:pic>
      <p:grpSp>
        <p:nvGrpSpPr>
          <p:cNvPr id="12" name="组合 11"/>
          <p:cNvGrpSpPr/>
          <p:nvPr userDrawn="1">
            <p:custDataLst>
              <p:tags r:id="rId12"/>
            </p:custDataLst>
          </p:nvPr>
        </p:nvGrpSpPr>
        <p:grpSpPr>
          <a:xfrm>
            <a:off x="4967605" y="1990090"/>
            <a:ext cx="2322195" cy="839470"/>
            <a:chOff x="7776" y="7859"/>
            <a:chExt cx="3657" cy="1322"/>
          </a:xfrm>
        </p:grpSpPr>
        <p:pic>
          <p:nvPicPr>
            <p:cNvPr id="13" name="图片 12"/>
            <p:cNvPicPr/>
            <p:nvPr>
              <p:custDataLst>
                <p:tags r:id="rId13"/>
              </p:custDataLst>
            </p:nvPr>
          </p:nvPicPr>
          <p:blipFill>
            <a:blip r:embed="rId14" r:link="rId15" cstate="screen"/>
            <a:stretch>
              <a:fillRect/>
            </a:stretch>
          </p:blipFill>
          <p:spPr>
            <a:xfrm>
              <a:off x="9633" y="7859"/>
              <a:ext cx="1800" cy="1322"/>
            </a:xfrm>
            <a:prstGeom prst="rect">
              <a:avLst/>
            </a:prstGeom>
          </p:spPr>
        </p:pic>
        <p:pic>
          <p:nvPicPr>
            <p:cNvPr id="14" name="图片 13"/>
            <p:cNvPicPr/>
            <p:nvPr>
              <p:custDataLst>
                <p:tags r:id="rId16"/>
              </p:custDataLst>
            </p:nvPr>
          </p:nvPicPr>
          <p:blipFill>
            <a:blip r:embed="rId14" r:link="rId15" cstate="screen"/>
            <a:stretch>
              <a:fillRect/>
            </a:stretch>
          </p:blipFill>
          <p:spPr>
            <a:xfrm flipH="1">
              <a:off x="7776" y="7859"/>
              <a:ext cx="1800" cy="1322"/>
            </a:xfrm>
            <a:prstGeom prst="rect">
              <a:avLst/>
            </a:prstGeom>
          </p:spPr>
        </p:pic>
      </p:grp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7"/>
            </p:custDataLst>
          </p:nvPr>
        </p:nvSpPr>
        <p:spPr>
          <a:xfrm>
            <a:off x="3501986" y="2829175"/>
            <a:ext cx="5188028" cy="1438459"/>
          </a:xfrm>
        </p:spPr>
        <p:txBody>
          <a:bodyPr vert="horz" lIns="90170" tIns="46990" rIns="90170" bIns="0" rtlCol="0" anchor="b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8800" b="1" i="0" u="none" strike="noStrike" kern="1200" cap="none" spc="300" normalizeH="0" baseline="0" noProof="1" dirty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编辑标题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8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20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 hasCustomPrompt="1"/>
            <p:custDataLst>
              <p:tags r:id="rId21"/>
            </p:custDataLst>
          </p:nvPr>
        </p:nvSpPr>
        <p:spPr>
          <a:xfrm>
            <a:off x="4866611" y="4306852"/>
            <a:ext cx="2266316" cy="476404"/>
          </a:xfrm>
        </p:spPr>
        <p:txBody>
          <a:bodyPr lIns="90000" tIns="46800" rIns="90000" bIns="4680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1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通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/>
        <p:txBody>
          <a:bodyPr/>
          <a:lstStyle>
            <a:lvl1pPr algn="ctr">
              <a:defRPr baseline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相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>
            <p:custDataLst>
              <p:tags r:id="rId2"/>
            </p:custDataLst>
          </p:nvPr>
        </p:nvSpPr>
        <p:spPr>
          <a:xfrm>
            <a:off x="608076" y="457200"/>
            <a:ext cx="10975848" cy="5943600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281600" y="1249200"/>
            <a:ext cx="9626400" cy="723600"/>
          </a:xfrm>
        </p:spPr>
        <p:txBody>
          <a:bodyPr anchor="ctr"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1281113" y="2163600"/>
            <a:ext cx="9626600" cy="3445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左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4823460" cy="6866255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pic>
        <p:nvPicPr>
          <p:cNvPr id="10" name="图片 9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10994390" y="76200"/>
            <a:ext cx="1143000" cy="103124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5539740"/>
            <a:ext cx="1731010" cy="13182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583200" y="770400"/>
            <a:ext cx="3960000" cy="882000"/>
          </a:xfrm>
        </p:spPr>
        <p:txBody>
          <a:bodyPr anchor="ctr">
            <a:normAutofit/>
          </a:bodyPr>
          <a:lstStyle>
            <a:lvl1pPr>
              <a:defRPr sz="3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586800" y="1764000"/>
            <a:ext cx="3956400" cy="4093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5101200" y="769938"/>
            <a:ext cx="6480000" cy="508793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上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2664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pic>
        <p:nvPicPr>
          <p:cNvPr id="11" name="图片 10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65405" y="65405"/>
            <a:ext cx="1143000" cy="1031240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10885805" y="65405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12000" y="781200"/>
            <a:ext cx="10976400" cy="626400"/>
          </a:xfrm>
        </p:spPr>
        <p:txBody>
          <a:bodyPr anchor="ctr">
            <a:normAutofit/>
          </a:bodyPr>
          <a:lstStyle>
            <a:lvl1pPr algn="ctr">
              <a:defRPr sz="3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612000" y="1659600"/>
            <a:ext cx="10975975" cy="828000"/>
          </a:xfrm>
        </p:spPr>
        <p:txBody>
          <a:bodyPr/>
          <a:lstStyle>
            <a:lvl1pPr algn="ctr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12775" y="2808000"/>
            <a:ext cx="10965600" cy="34308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/>
          <p:nvPr userDrawn="1">
            <p:custDataLst>
              <p:tags r:id="rId2"/>
            </p:custDataLst>
          </p:nvPr>
        </p:nvPicPr>
        <p:blipFill>
          <a:blip r:embed="rId3" r:link="rId4" cstate="screen"/>
          <a:stretch>
            <a:fillRect/>
          </a:stretch>
        </p:blipFill>
        <p:spPr>
          <a:xfrm>
            <a:off x="76200" y="86995"/>
            <a:ext cx="1143000" cy="103124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10983595" y="86995"/>
            <a:ext cx="1143000" cy="839470"/>
          </a:xfrm>
          <a:prstGeom prst="rect">
            <a:avLst/>
          </a:prstGeom>
        </p:spPr>
      </p:pic>
      <p:sp>
        <p:nvSpPr>
          <p:cNvPr id="8" name="矩形 7"/>
          <p:cNvSpPr/>
          <p:nvPr userDrawn="1">
            <p:custDataLst>
              <p:tags r:id="rId8"/>
            </p:custDataLst>
          </p:nvPr>
        </p:nvSpPr>
        <p:spPr>
          <a:xfrm>
            <a:off x="0" y="5029201"/>
            <a:ext cx="12192000" cy="1828799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04800" y="669600"/>
            <a:ext cx="10976400" cy="565200"/>
          </a:xfrm>
        </p:spPr>
        <p:txBody>
          <a:bodyPr anchor="ctr">
            <a:normAutofit/>
          </a:bodyPr>
          <a:lstStyle>
            <a:lvl1pPr algn="ctr">
              <a:defRPr sz="3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604837" y="1681200"/>
            <a:ext cx="10990800" cy="321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4"/>
            <p:custDataLst>
              <p:tags r:id="rId14"/>
            </p:custDataLst>
          </p:nvPr>
        </p:nvSpPr>
        <p:spPr>
          <a:xfrm>
            <a:off x="594000" y="5180400"/>
            <a:ext cx="11001600" cy="10116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导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pic>
        <p:nvPicPr>
          <p:cNvPr id="12" name="图片 11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11178540" y="0"/>
            <a:ext cx="1013460" cy="914400"/>
          </a:xfrm>
          <a:prstGeom prst="rect">
            <a:avLst/>
          </a:prstGeom>
        </p:spPr>
      </p:pic>
      <p:pic>
        <p:nvPicPr>
          <p:cNvPr id="14" name="图片 13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6029325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79600" y="237600"/>
            <a:ext cx="11037600" cy="441964"/>
          </a:xfrm>
        </p:spPr>
        <p:txBody>
          <a:bodyPr>
            <a:normAutofit/>
          </a:bodyPr>
          <a:lstStyle>
            <a:lvl1pPr>
              <a:defRPr sz="28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579600" y="1663200"/>
            <a:ext cx="5342400" cy="28944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242400" y="1663200"/>
            <a:ext cx="5367600" cy="28944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1" name="文本占位符 10"/>
          <p:cNvSpPr>
            <a:spLocks noGrp="1"/>
          </p:cNvSpPr>
          <p:nvPr>
            <p:ph type="body" sz="quarter" idx="15"/>
            <p:custDataLst>
              <p:tags r:id="rId15"/>
            </p:custDataLst>
          </p:nvPr>
        </p:nvSpPr>
        <p:spPr>
          <a:xfrm>
            <a:off x="572400" y="4816800"/>
            <a:ext cx="5342400" cy="78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6"/>
            <p:custDataLst>
              <p:tags r:id="rId16"/>
            </p:custDataLst>
          </p:nvPr>
        </p:nvSpPr>
        <p:spPr>
          <a:xfrm>
            <a:off x="6253200" y="4813200"/>
            <a:ext cx="5367600" cy="78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腰带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959224"/>
            <a:ext cx="12192000" cy="4939553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pic>
        <p:nvPicPr>
          <p:cNvPr id="8" name="图片 7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97790" y="76200"/>
            <a:ext cx="2287905" cy="2000885"/>
          </a:xfrm>
          <a:prstGeom prst="rect">
            <a:avLst/>
          </a:prstGeom>
        </p:spPr>
      </p:pic>
      <p:pic>
        <p:nvPicPr>
          <p:cNvPr id="9" name="图片 8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10034270" y="5273040"/>
            <a:ext cx="2157730" cy="1584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1522800" y="1339200"/>
            <a:ext cx="9144000" cy="2386800"/>
          </a:xfrm>
        </p:spPr>
        <p:txBody>
          <a:bodyPr anchor="b">
            <a:normAutofit/>
          </a:bodyPr>
          <a:lstStyle>
            <a:lvl1pPr algn="ctr">
              <a:defRPr sz="60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1522413" y="3862800"/>
            <a:ext cx="9144000" cy="1656000"/>
          </a:xfrm>
        </p:spPr>
        <p:txBody>
          <a:bodyPr/>
          <a:lstStyle>
            <a:lvl1pPr algn="ctr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矩形: 圆角 12"/>
          <p:cNvSpPr/>
          <p:nvPr userDrawn="1">
            <p:custDataLst>
              <p:tags r:id="rId5"/>
            </p:custDataLst>
          </p:nvPr>
        </p:nvSpPr>
        <p:spPr>
          <a:xfrm>
            <a:off x="1252110" y="3662990"/>
            <a:ext cx="2108573" cy="454596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84AC"/>
              </a:gs>
              <a:gs pos="100000">
                <a:srgbClr val="01A5AE"/>
              </a:gs>
            </a:gsLst>
            <a:lin ang="0" scaled="0"/>
            <a:tileRect/>
          </a:gradFill>
          <a:ln w="9525" cap="flat">
            <a:noFill/>
            <a:prstDash val="solid"/>
            <a:miter/>
          </a:ln>
          <a:effectLst>
            <a:glow rad="114300">
              <a:srgbClr val="00EDB0">
                <a:alpha val="16000"/>
              </a:srgbClr>
            </a:glow>
            <a:softEdge rad="0"/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9" name="图片 8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6096000" y="1169618"/>
            <a:ext cx="5486400" cy="4518764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9"/>
            </p:custDataLst>
          </p:nvPr>
        </p:nvPicPr>
        <p:blipFill>
          <a:blip r:embed="rId10" r:link="rId11" cstate="screen"/>
          <a:stretch>
            <a:fillRect/>
          </a:stretch>
        </p:blipFill>
        <p:spPr>
          <a:xfrm>
            <a:off x="109220" y="138430"/>
            <a:ext cx="1143000" cy="1031347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12"/>
            </p:custDataLst>
          </p:nvPr>
        </p:nvPicPr>
        <p:blipFill>
          <a:blip r:embed="rId13" r:link="rId14" cstate="screen"/>
          <a:stretch>
            <a:fillRect/>
          </a:stretch>
        </p:blipFill>
        <p:spPr>
          <a:xfrm>
            <a:off x="2558415" y="4443544"/>
            <a:ext cx="1143000" cy="839656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15"/>
            </p:custDataLst>
          </p:nvPr>
        </p:nvPicPr>
        <p:blipFill>
          <a:blip r:embed="rId13" r:link="rId14" cstate="screen"/>
          <a:stretch>
            <a:fillRect/>
          </a:stretch>
        </p:blipFill>
        <p:spPr>
          <a:xfrm flipH="1">
            <a:off x="1379220" y="4443544"/>
            <a:ext cx="1143000" cy="83965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6"/>
            </p:custDataLst>
          </p:nvPr>
        </p:nvSpPr>
        <p:spPr>
          <a:xfrm>
            <a:off x="1166047" y="1351502"/>
            <a:ext cx="5148690" cy="2087846"/>
          </a:xfrm>
        </p:spPr>
        <p:txBody>
          <a:bodyPr lIns="90000" tIns="46800" rIns="90000" bIns="0" anchor="b" anchorCtr="0">
            <a:normAutofit/>
          </a:bodyPr>
          <a:lstStyle>
            <a:lvl1pPr algn="l">
              <a:defRPr sz="6000" spc="200" baseline="0">
                <a:gradFill>
                  <a:gsLst>
                    <a:gs pos="0">
                      <a:srgbClr val="0084AC"/>
                    </a:gs>
                    <a:gs pos="100000">
                      <a:srgbClr val="01A5AE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1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18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1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3" hasCustomPrompt="1"/>
            <p:custDataLst>
              <p:tags r:id="rId20"/>
            </p:custDataLst>
          </p:nvPr>
        </p:nvSpPr>
        <p:spPr>
          <a:xfrm>
            <a:off x="1252110" y="3667369"/>
            <a:ext cx="2108573" cy="454596"/>
          </a:xfrm>
        </p:spPr>
        <p:txBody>
          <a:bodyPr lIns="90000" tIns="46800" rIns="90000" bIns="4680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69882" y="952508"/>
            <a:ext cx="10852237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图片 8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4064000" y="5184384"/>
            <a:ext cx="4064000" cy="1673616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8"/>
            </p:custDataLst>
          </p:nvPr>
        </p:nvPicPr>
        <p:blipFill>
          <a:blip r:embed="rId9" r:link="rId10" cstate="screen"/>
          <a:stretch>
            <a:fillRect/>
          </a:stretch>
        </p:blipFill>
        <p:spPr>
          <a:xfrm>
            <a:off x="4064000" y="0"/>
            <a:ext cx="4064000" cy="167361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1"/>
            </p:custDataLst>
          </p:nvPr>
        </p:nvSpPr>
        <p:spPr>
          <a:xfrm>
            <a:off x="3930616" y="2687883"/>
            <a:ext cx="5572869" cy="860632"/>
          </a:xfrm>
        </p:spPr>
        <p:txBody>
          <a:bodyPr lIns="90000" tIns="46800" rIns="90000" bIns="0" anchor="b" anchorCtr="0">
            <a:normAutofit/>
          </a:bodyPr>
          <a:lstStyle>
            <a:lvl1pPr algn="l">
              <a:defRPr sz="4800" u="none" strike="noStrike" kern="1200" cap="none" spc="300" normalizeH="0" baseline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5"/>
            </p:custDataLst>
          </p:nvPr>
        </p:nvSpPr>
        <p:spPr>
          <a:xfrm>
            <a:off x="3930616" y="3602572"/>
            <a:ext cx="5572297" cy="969832"/>
          </a:xfrm>
        </p:spPr>
        <p:txBody>
          <a:bodyPr lIns="90000" tIns="0" rIns="90000" bIns="46800">
            <a:normAutofit/>
          </a:bodyPr>
          <a:lstStyle>
            <a:lvl1pPr marL="0" indent="0" algn="l">
              <a:buNone/>
              <a:defRPr sz="180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238877" y="952508"/>
            <a:ext cx="5283242" cy="5388907"/>
          </a:xfrm>
        </p:spPr>
        <p:txBody>
          <a:bodyPr>
            <a:noAutofit/>
          </a:bodyPr>
          <a:lstStyle>
            <a:lvl1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69930" y="952508"/>
            <a:ext cx="5283242" cy="381003"/>
          </a:xfrm>
        </p:spPr>
        <p:txBody>
          <a:bodyPr lIns="101600" tIns="38100" rIns="76200" bIns="38100" anchor="t" anchorCtr="0">
            <a:no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0" u="none" strike="noStrike" kern="1200" cap="none" spc="200" normalizeH="0" baseline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69925" y="1406525"/>
            <a:ext cx="5283200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952508"/>
            <a:ext cx="5283242" cy="381003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0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406525"/>
            <a:ext cx="5283242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10795"/>
            <a:ext cx="12202795" cy="6858000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845820" y="1683385"/>
            <a:ext cx="3874135" cy="3297555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8"/>
            </p:custDataLst>
          </p:nvPr>
        </p:nvPicPr>
        <p:blipFill>
          <a:blip r:embed="rId9" r:link="rId10" cstate="screen"/>
          <a:stretch>
            <a:fillRect/>
          </a:stretch>
        </p:blipFill>
        <p:spPr>
          <a:xfrm>
            <a:off x="10972800" y="6018344"/>
            <a:ext cx="1143000" cy="83965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1"/>
            </p:custDataLst>
          </p:nvPr>
        </p:nvSpPr>
        <p:spPr/>
        <p:txBody>
          <a:bodyPr vert="horz" lIns="90170" tIns="46990" rIns="90170" bIns="46990" rtlCol="0" anchor="t" anchorCtr="0">
            <a:normAutofit/>
          </a:bodyPr>
          <a:lstStyle>
            <a:lvl1pPr marL="0" marR="0" lvl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930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4"/>
            </p:custDataLst>
          </p:nvPr>
        </p:nvSpPr>
        <p:spPr>
          <a:xfrm>
            <a:off x="6238925" y="952508"/>
            <a:ext cx="5283242" cy="5388907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  <p:custDataLst>
              <p:tags r:id="rId2"/>
            </p:custDataLst>
          </p:nvPr>
        </p:nvSpPr>
        <p:spPr>
          <a:xfrm>
            <a:off x="10571135" y="952508"/>
            <a:ext cx="950984" cy="5388907"/>
          </a:xfrm>
        </p:spPr>
        <p:txBody>
          <a:bodyPr vert="eaVert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669925" y="952500"/>
            <a:ext cx="9828101" cy="5388907"/>
          </a:xfrm>
        </p:spPr>
        <p:txBody>
          <a:bodyPr vert="eaVert"/>
          <a:lstStyle>
            <a:lvl1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69930" y="952508"/>
            <a:ext cx="10852237" cy="5388907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矩形: 圆角 14"/>
          <p:cNvSpPr/>
          <p:nvPr userDrawn="1">
            <p:custDataLst>
              <p:tags r:id="rId5"/>
            </p:custDataLst>
          </p:nvPr>
        </p:nvSpPr>
        <p:spPr>
          <a:xfrm>
            <a:off x="4864735" y="4306852"/>
            <a:ext cx="2266315" cy="476405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  <a:tileRect/>
          </a:gradFill>
          <a:ln w="9525" cap="flat">
            <a:noFill/>
            <a:prstDash val="solid"/>
            <a:miter/>
          </a:ln>
          <a:effectLst>
            <a:glow rad="114300">
              <a:srgbClr val="00EDB0">
                <a:alpha val="16000"/>
              </a:srgbClr>
            </a:glow>
            <a:softEdge rad="0"/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 b="1" dirty="0">
              <a:solidFill>
                <a:schemeClr val="tx1"/>
              </a:solidFill>
            </a:endParaRPr>
          </a:p>
        </p:txBody>
      </p:sp>
      <p:pic>
        <p:nvPicPr>
          <p:cNvPr id="10" name="图片 9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1397000"/>
            <a:ext cx="2467127" cy="406400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9"/>
            </p:custDataLst>
          </p:nvPr>
        </p:nvPicPr>
        <p:blipFill>
          <a:blip r:embed="rId10" r:link="rId11" cstate="screen"/>
          <a:stretch>
            <a:fillRect/>
          </a:stretch>
        </p:blipFill>
        <p:spPr>
          <a:xfrm>
            <a:off x="9724873" y="1397000"/>
            <a:ext cx="2467127" cy="4064000"/>
          </a:xfrm>
          <a:prstGeom prst="rect">
            <a:avLst/>
          </a:prstGeom>
        </p:spPr>
      </p:pic>
      <p:grpSp>
        <p:nvGrpSpPr>
          <p:cNvPr id="12" name="组合 11"/>
          <p:cNvGrpSpPr/>
          <p:nvPr userDrawn="1">
            <p:custDataLst>
              <p:tags r:id="rId12"/>
            </p:custDataLst>
          </p:nvPr>
        </p:nvGrpSpPr>
        <p:grpSpPr>
          <a:xfrm>
            <a:off x="4967605" y="1990090"/>
            <a:ext cx="2322195" cy="839470"/>
            <a:chOff x="7776" y="7859"/>
            <a:chExt cx="3657" cy="1322"/>
          </a:xfrm>
        </p:grpSpPr>
        <p:pic>
          <p:nvPicPr>
            <p:cNvPr id="13" name="图片 12"/>
            <p:cNvPicPr/>
            <p:nvPr>
              <p:custDataLst>
                <p:tags r:id="rId13"/>
              </p:custDataLst>
            </p:nvPr>
          </p:nvPicPr>
          <p:blipFill>
            <a:blip r:embed="rId14" r:link="rId15" cstate="screen"/>
            <a:stretch>
              <a:fillRect/>
            </a:stretch>
          </p:blipFill>
          <p:spPr>
            <a:xfrm>
              <a:off x="9633" y="7859"/>
              <a:ext cx="1800" cy="1322"/>
            </a:xfrm>
            <a:prstGeom prst="rect">
              <a:avLst/>
            </a:prstGeom>
          </p:spPr>
        </p:pic>
        <p:pic>
          <p:nvPicPr>
            <p:cNvPr id="14" name="图片 13"/>
            <p:cNvPicPr/>
            <p:nvPr>
              <p:custDataLst>
                <p:tags r:id="rId16"/>
              </p:custDataLst>
            </p:nvPr>
          </p:nvPicPr>
          <p:blipFill>
            <a:blip r:embed="rId14" r:link="rId15" cstate="screen"/>
            <a:stretch>
              <a:fillRect/>
            </a:stretch>
          </p:blipFill>
          <p:spPr>
            <a:xfrm flipH="1">
              <a:off x="7776" y="7859"/>
              <a:ext cx="1800" cy="1322"/>
            </a:xfrm>
            <a:prstGeom prst="rect">
              <a:avLst/>
            </a:prstGeom>
          </p:spPr>
        </p:pic>
      </p:grp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7"/>
            </p:custDataLst>
          </p:nvPr>
        </p:nvSpPr>
        <p:spPr>
          <a:xfrm>
            <a:off x="3501986" y="2829175"/>
            <a:ext cx="5188028" cy="1438459"/>
          </a:xfrm>
        </p:spPr>
        <p:txBody>
          <a:bodyPr vert="horz" lIns="90170" tIns="46990" rIns="90170" bIns="0" rtlCol="0" anchor="b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8800" b="1" i="0" u="none" strike="noStrike" kern="1200" cap="none" spc="300" normalizeH="0" baseline="0" noProof="1" dirty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编辑标题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8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20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 hasCustomPrompt="1"/>
            <p:custDataLst>
              <p:tags r:id="rId21"/>
            </p:custDataLst>
          </p:nvPr>
        </p:nvSpPr>
        <p:spPr>
          <a:xfrm>
            <a:off x="4866611" y="4306852"/>
            <a:ext cx="2266316" cy="476404"/>
          </a:xfrm>
        </p:spPr>
        <p:txBody>
          <a:bodyPr lIns="90000" tIns="46800" rIns="90000" bIns="4680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1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通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/>
        <p:txBody>
          <a:bodyPr/>
          <a:lstStyle>
            <a:lvl1pPr algn="ctr">
              <a:defRPr baseline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相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>
            <p:custDataLst>
              <p:tags r:id="rId2"/>
            </p:custDataLst>
          </p:nvPr>
        </p:nvSpPr>
        <p:spPr>
          <a:xfrm>
            <a:off x="608076" y="457200"/>
            <a:ext cx="10975848" cy="5943600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281600" y="1249200"/>
            <a:ext cx="9626400" cy="723600"/>
          </a:xfrm>
        </p:spPr>
        <p:txBody>
          <a:bodyPr anchor="ctr"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1281113" y="2163600"/>
            <a:ext cx="9626600" cy="3445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左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4823460" cy="6866255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pic>
        <p:nvPicPr>
          <p:cNvPr id="10" name="图片 9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10994390" y="76200"/>
            <a:ext cx="1143000" cy="103124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5539740"/>
            <a:ext cx="1731010" cy="13182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583200" y="770400"/>
            <a:ext cx="3960000" cy="882000"/>
          </a:xfrm>
        </p:spPr>
        <p:txBody>
          <a:bodyPr anchor="ctr">
            <a:normAutofit/>
          </a:bodyPr>
          <a:lstStyle>
            <a:lvl1pPr>
              <a:defRPr sz="3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586800" y="1764000"/>
            <a:ext cx="3956400" cy="4093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5101200" y="769938"/>
            <a:ext cx="6480000" cy="508793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上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2664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pic>
        <p:nvPicPr>
          <p:cNvPr id="11" name="图片 10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65405" y="65405"/>
            <a:ext cx="1143000" cy="1031240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10885805" y="65405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12000" y="781200"/>
            <a:ext cx="10976400" cy="626400"/>
          </a:xfrm>
        </p:spPr>
        <p:txBody>
          <a:bodyPr anchor="ctr">
            <a:normAutofit/>
          </a:bodyPr>
          <a:lstStyle>
            <a:lvl1pPr algn="ctr">
              <a:defRPr sz="3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612000" y="1659600"/>
            <a:ext cx="10975975" cy="828000"/>
          </a:xfrm>
        </p:spPr>
        <p:txBody>
          <a:bodyPr/>
          <a:lstStyle>
            <a:lvl1pPr algn="ctr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12775" y="2808000"/>
            <a:ext cx="10965600" cy="34308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/>
          <p:nvPr userDrawn="1">
            <p:custDataLst>
              <p:tags r:id="rId2"/>
            </p:custDataLst>
          </p:nvPr>
        </p:nvPicPr>
        <p:blipFill>
          <a:blip r:embed="rId3" r:link="rId4" cstate="screen"/>
          <a:stretch>
            <a:fillRect/>
          </a:stretch>
        </p:blipFill>
        <p:spPr>
          <a:xfrm>
            <a:off x="76200" y="86995"/>
            <a:ext cx="1143000" cy="103124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10983595" y="86995"/>
            <a:ext cx="1143000" cy="839470"/>
          </a:xfrm>
          <a:prstGeom prst="rect">
            <a:avLst/>
          </a:prstGeom>
        </p:spPr>
      </p:pic>
      <p:sp>
        <p:nvSpPr>
          <p:cNvPr id="8" name="矩形 7"/>
          <p:cNvSpPr/>
          <p:nvPr userDrawn="1">
            <p:custDataLst>
              <p:tags r:id="rId8"/>
            </p:custDataLst>
          </p:nvPr>
        </p:nvSpPr>
        <p:spPr>
          <a:xfrm>
            <a:off x="0" y="5029201"/>
            <a:ext cx="12192000" cy="1828799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04800" y="669600"/>
            <a:ext cx="10976400" cy="565200"/>
          </a:xfrm>
        </p:spPr>
        <p:txBody>
          <a:bodyPr anchor="ctr">
            <a:normAutofit/>
          </a:bodyPr>
          <a:lstStyle>
            <a:lvl1pPr algn="ctr">
              <a:defRPr sz="3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604837" y="1681200"/>
            <a:ext cx="10990800" cy="321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4"/>
            <p:custDataLst>
              <p:tags r:id="rId14"/>
            </p:custDataLst>
          </p:nvPr>
        </p:nvSpPr>
        <p:spPr>
          <a:xfrm>
            <a:off x="594000" y="5180400"/>
            <a:ext cx="11001600" cy="10116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导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pic>
        <p:nvPicPr>
          <p:cNvPr id="12" name="图片 11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11178540" y="0"/>
            <a:ext cx="1013460" cy="914400"/>
          </a:xfrm>
          <a:prstGeom prst="rect">
            <a:avLst/>
          </a:prstGeom>
        </p:spPr>
      </p:pic>
      <p:pic>
        <p:nvPicPr>
          <p:cNvPr id="14" name="图片 13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6029325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79600" y="237600"/>
            <a:ext cx="11037600" cy="441964"/>
          </a:xfrm>
        </p:spPr>
        <p:txBody>
          <a:bodyPr>
            <a:normAutofit/>
          </a:bodyPr>
          <a:lstStyle>
            <a:lvl1pPr>
              <a:defRPr sz="28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579600" y="1663200"/>
            <a:ext cx="5342400" cy="28944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242400" y="1663200"/>
            <a:ext cx="5367600" cy="28944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1" name="文本占位符 10"/>
          <p:cNvSpPr>
            <a:spLocks noGrp="1"/>
          </p:cNvSpPr>
          <p:nvPr>
            <p:ph type="body" sz="quarter" idx="15"/>
            <p:custDataLst>
              <p:tags r:id="rId15"/>
            </p:custDataLst>
          </p:nvPr>
        </p:nvSpPr>
        <p:spPr>
          <a:xfrm>
            <a:off x="572400" y="4816800"/>
            <a:ext cx="5342400" cy="78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6"/>
            <p:custDataLst>
              <p:tags r:id="rId16"/>
            </p:custDataLst>
          </p:nvPr>
        </p:nvSpPr>
        <p:spPr>
          <a:xfrm>
            <a:off x="6253200" y="4813200"/>
            <a:ext cx="5367600" cy="78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腰带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959224"/>
            <a:ext cx="12192000" cy="4939553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pic>
        <p:nvPicPr>
          <p:cNvPr id="8" name="图片 7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97790" y="76200"/>
            <a:ext cx="2287905" cy="2000885"/>
          </a:xfrm>
          <a:prstGeom prst="rect">
            <a:avLst/>
          </a:prstGeom>
        </p:spPr>
      </p:pic>
      <p:pic>
        <p:nvPicPr>
          <p:cNvPr id="9" name="图片 8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10034270" y="5273040"/>
            <a:ext cx="2157730" cy="1584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1522800" y="1339200"/>
            <a:ext cx="9144000" cy="2386800"/>
          </a:xfrm>
        </p:spPr>
        <p:txBody>
          <a:bodyPr anchor="b">
            <a:normAutofit/>
          </a:bodyPr>
          <a:lstStyle>
            <a:lvl1pPr algn="ctr">
              <a:defRPr sz="60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1522413" y="3862800"/>
            <a:ext cx="9144000" cy="1656000"/>
          </a:xfrm>
        </p:spPr>
        <p:txBody>
          <a:bodyPr/>
          <a:lstStyle>
            <a:lvl1pPr algn="ctr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矩形: 圆角 12"/>
          <p:cNvSpPr/>
          <p:nvPr userDrawn="1">
            <p:custDataLst>
              <p:tags r:id="rId5"/>
            </p:custDataLst>
          </p:nvPr>
        </p:nvSpPr>
        <p:spPr>
          <a:xfrm>
            <a:off x="1252110" y="3662990"/>
            <a:ext cx="2108573" cy="454596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84AC"/>
              </a:gs>
              <a:gs pos="100000">
                <a:srgbClr val="01A5AE"/>
              </a:gs>
            </a:gsLst>
            <a:lin ang="0" scaled="0"/>
            <a:tileRect/>
          </a:gradFill>
          <a:ln w="9525" cap="flat">
            <a:noFill/>
            <a:prstDash val="solid"/>
            <a:miter/>
          </a:ln>
          <a:effectLst>
            <a:glow rad="114300">
              <a:srgbClr val="00EDB0">
                <a:alpha val="16000"/>
              </a:srgbClr>
            </a:glow>
            <a:softEdge rad="0"/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9" name="图片 8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6096000" y="1169618"/>
            <a:ext cx="5486400" cy="4518764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9"/>
            </p:custDataLst>
          </p:nvPr>
        </p:nvPicPr>
        <p:blipFill>
          <a:blip r:embed="rId10" r:link="rId11" cstate="screen"/>
          <a:stretch>
            <a:fillRect/>
          </a:stretch>
        </p:blipFill>
        <p:spPr>
          <a:xfrm>
            <a:off x="109220" y="138430"/>
            <a:ext cx="1143000" cy="1031347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12"/>
            </p:custDataLst>
          </p:nvPr>
        </p:nvPicPr>
        <p:blipFill>
          <a:blip r:embed="rId13" r:link="rId14" cstate="screen"/>
          <a:stretch>
            <a:fillRect/>
          </a:stretch>
        </p:blipFill>
        <p:spPr>
          <a:xfrm>
            <a:off x="2558415" y="4443544"/>
            <a:ext cx="1143000" cy="839656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15"/>
            </p:custDataLst>
          </p:nvPr>
        </p:nvPicPr>
        <p:blipFill>
          <a:blip r:embed="rId13" r:link="rId14" cstate="screen"/>
          <a:stretch>
            <a:fillRect/>
          </a:stretch>
        </p:blipFill>
        <p:spPr>
          <a:xfrm flipH="1">
            <a:off x="1379220" y="4443544"/>
            <a:ext cx="1143000" cy="83965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6"/>
            </p:custDataLst>
          </p:nvPr>
        </p:nvSpPr>
        <p:spPr>
          <a:xfrm>
            <a:off x="1166047" y="1351502"/>
            <a:ext cx="5148690" cy="2087846"/>
          </a:xfrm>
        </p:spPr>
        <p:txBody>
          <a:bodyPr lIns="90000" tIns="46800" rIns="90000" bIns="0" anchor="b" anchorCtr="0">
            <a:normAutofit/>
          </a:bodyPr>
          <a:lstStyle>
            <a:lvl1pPr algn="l">
              <a:defRPr sz="6000" spc="200" baseline="0">
                <a:gradFill>
                  <a:gsLst>
                    <a:gs pos="0">
                      <a:srgbClr val="0084AC"/>
                    </a:gs>
                    <a:gs pos="100000">
                      <a:srgbClr val="01A5AE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1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18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1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3" hasCustomPrompt="1"/>
            <p:custDataLst>
              <p:tags r:id="rId20"/>
            </p:custDataLst>
          </p:nvPr>
        </p:nvSpPr>
        <p:spPr>
          <a:xfrm>
            <a:off x="1252110" y="3667369"/>
            <a:ext cx="2108573" cy="454596"/>
          </a:xfrm>
        </p:spPr>
        <p:txBody>
          <a:bodyPr lIns="90000" tIns="46800" rIns="90000" bIns="4680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69882" y="952508"/>
            <a:ext cx="10852237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图片 8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4064000" y="5184384"/>
            <a:ext cx="4064000" cy="1673616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8"/>
            </p:custDataLst>
          </p:nvPr>
        </p:nvPicPr>
        <p:blipFill>
          <a:blip r:embed="rId9" r:link="rId10" cstate="screen"/>
          <a:stretch>
            <a:fillRect/>
          </a:stretch>
        </p:blipFill>
        <p:spPr>
          <a:xfrm>
            <a:off x="4064000" y="0"/>
            <a:ext cx="4064000" cy="167361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1"/>
            </p:custDataLst>
          </p:nvPr>
        </p:nvSpPr>
        <p:spPr>
          <a:xfrm>
            <a:off x="3930616" y="2687883"/>
            <a:ext cx="5572869" cy="860632"/>
          </a:xfrm>
        </p:spPr>
        <p:txBody>
          <a:bodyPr lIns="90000" tIns="46800" rIns="90000" bIns="0" anchor="b" anchorCtr="0">
            <a:normAutofit/>
          </a:bodyPr>
          <a:lstStyle>
            <a:lvl1pPr algn="l">
              <a:defRPr sz="4800" u="none" strike="noStrike" kern="1200" cap="none" spc="300" normalizeH="0" baseline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5"/>
            </p:custDataLst>
          </p:nvPr>
        </p:nvSpPr>
        <p:spPr>
          <a:xfrm>
            <a:off x="3930616" y="3602572"/>
            <a:ext cx="5572297" cy="969832"/>
          </a:xfrm>
        </p:spPr>
        <p:txBody>
          <a:bodyPr lIns="90000" tIns="0" rIns="90000" bIns="46800">
            <a:normAutofit/>
          </a:bodyPr>
          <a:lstStyle>
            <a:lvl1pPr marL="0" indent="0" algn="l">
              <a:buNone/>
              <a:defRPr sz="180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238877" y="952508"/>
            <a:ext cx="5283242" cy="5388907"/>
          </a:xfrm>
        </p:spPr>
        <p:txBody>
          <a:bodyPr>
            <a:noAutofit/>
          </a:bodyPr>
          <a:lstStyle>
            <a:lvl1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69930" y="952508"/>
            <a:ext cx="5283242" cy="381003"/>
          </a:xfrm>
        </p:spPr>
        <p:txBody>
          <a:bodyPr lIns="101600" tIns="38100" rIns="76200" bIns="38100" anchor="t" anchorCtr="0">
            <a:no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0" u="none" strike="noStrike" kern="1200" cap="none" spc="200" normalizeH="0" baseline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69925" y="1406525"/>
            <a:ext cx="5283200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952508"/>
            <a:ext cx="5283242" cy="381003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0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406525"/>
            <a:ext cx="5283242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10795"/>
            <a:ext cx="12202795" cy="6858000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845820" y="1683385"/>
            <a:ext cx="3874135" cy="3297555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8"/>
            </p:custDataLst>
          </p:nvPr>
        </p:nvPicPr>
        <p:blipFill>
          <a:blip r:embed="rId9" r:link="rId10" cstate="screen"/>
          <a:stretch>
            <a:fillRect/>
          </a:stretch>
        </p:blipFill>
        <p:spPr>
          <a:xfrm>
            <a:off x="10972800" y="6018344"/>
            <a:ext cx="1143000" cy="83965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1"/>
            </p:custDataLst>
          </p:nvPr>
        </p:nvSpPr>
        <p:spPr/>
        <p:txBody>
          <a:bodyPr vert="horz" lIns="90170" tIns="46990" rIns="90170" bIns="46990" rtlCol="0" anchor="t" anchorCtr="0">
            <a:normAutofit/>
          </a:bodyPr>
          <a:lstStyle>
            <a:lvl1pPr marL="0" marR="0" lvl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930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4"/>
            </p:custDataLst>
          </p:nvPr>
        </p:nvSpPr>
        <p:spPr>
          <a:xfrm>
            <a:off x="6238925" y="952508"/>
            <a:ext cx="5283242" cy="5388907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  <p:custDataLst>
              <p:tags r:id="rId2"/>
            </p:custDataLst>
          </p:nvPr>
        </p:nvSpPr>
        <p:spPr>
          <a:xfrm>
            <a:off x="10571135" y="952508"/>
            <a:ext cx="950984" cy="5388907"/>
          </a:xfrm>
        </p:spPr>
        <p:txBody>
          <a:bodyPr vert="eaVert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669925" y="952500"/>
            <a:ext cx="9828101" cy="5388907"/>
          </a:xfrm>
        </p:spPr>
        <p:txBody>
          <a:bodyPr vert="eaVert"/>
          <a:lstStyle>
            <a:lvl1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69930" y="952508"/>
            <a:ext cx="10852237" cy="5388907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矩形: 圆角 14"/>
          <p:cNvSpPr/>
          <p:nvPr userDrawn="1">
            <p:custDataLst>
              <p:tags r:id="rId5"/>
            </p:custDataLst>
          </p:nvPr>
        </p:nvSpPr>
        <p:spPr>
          <a:xfrm>
            <a:off x="4864735" y="4306852"/>
            <a:ext cx="2266315" cy="476405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  <a:tileRect/>
          </a:gradFill>
          <a:ln w="9525" cap="flat">
            <a:noFill/>
            <a:prstDash val="solid"/>
            <a:miter/>
          </a:ln>
          <a:effectLst>
            <a:glow rad="114300">
              <a:srgbClr val="00EDB0">
                <a:alpha val="16000"/>
              </a:srgbClr>
            </a:glow>
            <a:softEdge rad="0"/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 b="1" dirty="0">
              <a:solidFill>
                <a:schemeClr val="tx1"/>
              </a:solidFill>
            </a:endParaRPr>
          </a:p>
        </p:txBody>
      </p:sp>
      <p:pic>
        <p:nvPicPr>
          <p:cNvPr id="10" name="图片 9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1397000"/>
            <a:ext cx="2467127" cy="406400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9"/>
            </p:custDataLst>
          </p:nvPr>
        </p:nvPicPr>
        <p:blipFill>
          <a:blip r:embed="rId10" r:link="rId11" cstate="screen"/>
          <a:stretch>
            <a:fillRect/>
          </a:stretch>
        </p:blipFill>
        <p:spPr>
          <a:xfrm>
            <a:off x="9724873" y="1397000"/>
            <a:ext cx="2467127" cy="4064000"/>
          </a:xfrm>
          <a:prstGeom prst="rect">
            <a:avLst/>
          </a:prstGeom>
        </p:spPr>
      </p:pic>
      <p:grpSp>
        <p:nvGrpSpPr>
          <p:cNvPr id="12" name="组合 11"/>
          <p:cNvGrpSpPr/>
          <p:nvPr userDrawn="1">
            <p:custDataLst>
              <p:tags r:id="rId12"/>
            </p:custDataLst>
          </p:nvPr>
        </p:nvGrpSpPr>
        <p:grpSpPr>
          <a:xfrm>
            <a:off x="4967605" y="1990090"/>
            <a:ext cx="2322195" cy="839470"/>
            <a:chOff x="7776" y="7859"/>
            <a:chExt cx="3657" cy="1322"/>
          </a:xfrm>
        </p:grpSpPr>
        <p:pic>
          <p:nvPicPr>
            <p:cNvPr id="13" name="图片 12"/>
            <p:cNvPicPr/>
            <p:nvPr>
              <p:custDataLst>
                <p:tags r:id="rId13"/>
              </p:custDataLst>
            </p:nvPr>
          </p:nvPicPr>
          <p:blipFill>
            <a:blip r:embed="rId14" r:link="rId15" cstate="screen"/>
            <a:stretch>
              <a:fillRect/>
            </a:stretch>
          </p:blipFill>
          <p:spPr>
            <a:xfrm>
              <a:off x="9633" y="7859"/>
              <a:ext cx="1800" cy="1322"/>
            </a:xfrm>
            <a:prstGeom prst="rect">
              <a:avLst/>
            </a:prstGeom>
          </p:spPr>
        </p:pic>
        <p:pic>
          <p:nvPicPr>
            <p:cNvPr id="14" name="图片 13"/>
            <p:cNvPicPr/>
            <p:nvPr>
              <p:custDataLst>
                <p:tags r:id="rId16"/>
              </p:custDataLst>
            </p:nvPr>
          </p:nvPicPr>
          <p:blipFill>
            <a:blip r:embed="rId14" r:link="rId15" cstate="screen"/>
            <a:stretch>
              <a:fillRect/>
            </a:stretch>
          </p:blipFill>
          <p:spPr>
            <a:xfrm flipH="1">
              <a:off x="7776" y="7859"/>
              <a:ext cx="1800" cy="1322"/>
            </a:xfrm>
            <a:prstGeom prst="rect">
              <a:avLst/>
            </a:prstGeom>
          </p:spPr>
        </p:pic>
      </p:grp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7"/>
            </p:custDataLst>
          </p:nvPr>
        </p:nvSpPr>
        <p:spPr>
          <a:xfrm>
            <a:off x="3501986" y="2829175"/>
            <a:ext cx="5188028" cy="1438459"/>
          </a:xfrm>
        </p:spPr>
        <p:txBody>
          <a:bodyPr vert="horz" lIns="90170" tIns="46990" rIns="90170" bIns="0" rtlCol="0" anchor="b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8800" b="1" i="0" u="none" strike="noStrike" kern="1200" cap="none" spc="300" normalizeH="0" baseline="0" noProof="1" dirty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编辑标题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8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20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 hasCustomPrompt="1"/>
            <p:custDataLst>
              <p:tags r:id="rId21"/>
            </p:custDataLst>
          </p:nvPr>
        </p:nvSpPr>
        <p:spPr>
          <a:xfrm>
            <a:off x="4866611" y="4306852"/>
            <a:ext cx="2266316" cy="476404"/>
          </a:xfrm>
        </p:spPr>
        <p:txBody>
          <a:bodyPr lIns="90000" tIns="46800" rIns="90000" bIns="4680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1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通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/>
        <p:txBody>
          <a:bodyPr/>
          <a:lstStyle>
            <a:lvl1pPr algn="ctr">
              <a:defRPr baseline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相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>
            <p:custDataLst>
              <p:tags r:id="rId2"/>
            </p:custDataLst>
          </p:nvPr>
        </p:nvSpPr>
        <p:spPr>
          <a:xfrm>
            <a:off x="608076" y="457200"/>
            <a:ext cx="10975848" cy="5943600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281600" y="1249200"/>
            <a:ext cx="9626400" cy="723600"/>
          </a:xfrm>
        </p:spPr>
        <p:txBody>
          <a:bodyPr anchor="ctr"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1281113" y="2163600"/>
            <a:ext cx="9626600" cy="3445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左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4823460" cy="6866255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pic>
        <p:nvPicPr>
          <p:cNvPr id="10" name="图片 9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10994390" y="76200"/>
            <a:ext cx="1143000" cy="103124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5539740"/>
            <a:ext cx="1731010" cy="13182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583200" y="770400"/>
            <a:ext cx="3960000" cy="882000"/>
          </a:xfrm>
        </p:spPr>
        <p:txBody>
          <a:bodyPr anchor="ctr">
            <a:normAutofit/>
          </a:bodyPr>
          <a:lstStyle>
            <a:lvl1pPr>
              <a:defRPr sz="3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586800" y="1764000"/>
            <a:ext cx="3956400" cy="4093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5101200" y="769938"/>
            <a:ext cx="6480000" cy="508793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上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2664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pic>
        <p:nvPicPr>
          <p:cNvPr id="11" name="图片 10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65405" y="65405"/>
            <a:ext cx="1143000" cy="1031240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10885805" y="65405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12000" y="781200"/>
            <a:ext cx="10976400" cy="626400"/>
          </a:xfrm>
        </p:spPr>
        <p:txBody>
          <a:bodyPr anchor="ctr">
            <a:normAutofit/>
          </a:bodyPr>
          <a:lstStyle>
            <a:lvl1pPr algn="ctr">
              <a:defRPr sz="3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612000" y="1659600"/>
            <a:ext cx="10975975" cy="828000"/>
          </a:xfrm>
        </p:spPr>
        <p:txBody>
          <a:bodyPr/>
          <a:lstStyle>
            <a:lvl1pPr algn="ctr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12775" y="2808000"/>
            <a:ext cx="10965600" cy="34308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/>
          <p:nvPr userDrawn="1">
            <p:custDataLst>
              <p:tags r:id="rId2"/>
            </p:custDataLst>
          </p:nvPr>
        </p:nvPicPr>
        <p:blipFill>
          <a:blip r:embed="rId3" r:link="rId4" cstate="screen"/>
          <a:stretch>
            <a:fillRect/>
          </a:stretch>
        </p:blipFill>
        <p:spPr>
          <a:xfrm>
            <a:off x="76200" y="86995"/>
            <a:ext cx="1143000" cy="103124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10983595" y="86995"/>
            <a:ext cx="1143000" cy="839470"/>
          </a:xfrm>
          <a:prstGeom prst="rect">
            <a:avLst/>
          </a:prstGeom>
        </p:spPr>
      </p:pic>
      <p:sp>
        <p:nvSpPr>
          <p:cNvPr id="8" name="矩形 7"/>
          <p:cNvSpPr/>
          <p:nvPr userDrawn="1">
            <p:custDataLst>
              <p:tags r:id="rId8"/>
            </p:custDataLst>
          </p:nvPr>
        </p:nvSpPr>
        <p:spPr>
          <a:xfrm>
            <a:off x="0" y="5029201"/>
            <a:ext cx="12192000" cy="1828799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04800" y="669600"/>
            <a:ext cx="10976400" cy="565200"/>
          </a:xfrm>
        </p:spPr>
        <p:txBody>
          <a:bodyPr anchor="ctr">
            <a:normAutofit/>
          </a:bodyPr>
          <a:lstStyle>
            <a:lvl1pPr algn="ctr">
              <a:defRPr sz="3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604837" y="1681200"/>
            <a:ext cx="10990800" cy="321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4"/>
            <p:custDataLst>
              <p:tags r:id="rId14"/>
            </p:custDataLst>
          </p:nvPr>
        </p:nvSpPr>
        <p:spPr>
          <a:xfrm>
            <a:off x="594000" y="5180400"/>
            <a:ext cx="11001600" cy="10116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导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pic>
        <p:nvPicPr>
          <p:cNvPr id="12" name="图片 11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11178540" y="0"/>
            <a:ext cx="1013460" cy="914400"/>
          </a:xfrm>
          <a:prstGeom prst="rect">
            <a:avLst/>
          </a:prstGeom>
        </p:spPr>
      </p:pic>
      <p:pic>
        <p:nvPicPr>
          <p:cNvPr id="14" name="图片 13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6029325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79600" y="237600"/>
            <a:ext cx="11037600" cy="441964"/>
          </a:xfrm>
        </p:spPr>
        <p:txBody>
          <a:bodyPr>
            <a:normAutofit/>
          </a:bodyPr>
          <a:lstStyle>
            <a:lvl1pPr>
              <a:defRPr sz="28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579600" y="1663200"/>
            <a:ext cx="5342400" cy="28944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242400" y="1663200"/>
            <a:ext cx="5367600" cy="28944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1" name="文本占位符 10"/>
          <p:cNvSpPr>
            <a:spLocks noGrp="1"/>
          </p:cNvSpPr>
          <p:nvPr>
            <p:ph type="body" sz="quarter" idx="15"/>
            <p:custDataLst>
              <p:tags r:id="rId15"/>
            </p:custDataLst>
          </p:nvPr>
        </p:nvSpPr>
        <p:spPr>
          <a:xfrm>
            <a:off x="572400" y="4816800"/>
            <a:ext cx="5342400" cy="78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6"/>
            <p:custDataLst>
              <p:tags r:id="rId16"/>
            </p:custDataLst>
          </p:nvPr>
        </p:nvSpPr>
        <p:spPr>
          <a:xfrm>
            <a:off x="6253200" y="4813200"/>
            <a:ext cx="5367600" cy="78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腰带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959224"/>
            <a:ext cx="12192000" cy="4939553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pic>
        <p:nvPicPr>
          <p:cNvPr id="8" name="图片 7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97790" y="76200"/>
            <a:ext cx="2287905" cy="2000885"/>
          </a:xfrm>
          <a:prstGeom prst="rect">
            <a:avLst/>
          </a:prstGeom>
        </p:spPr>
      </p:pic>
      <p:pic>
        <p:nvPicPr>
          <p:cNvPr id="9" name="图片 8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10034270" y="5273040"/>
            <a:ext cx="2157730" cy="1584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1522800" y="1339200"/>
            <a:ext cx="9144000" cy="2386800"/>
          </a:xfrm>
        </p:spPr>
        <p:txBody>
          <a:bodyPr anchor="b">
            <a:normAutofit/>
          </a:bodyPr>
          <a:lstStyle>
            <a:lvl1pPr algn="ctr">
              <a:defRPr sz="60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1522413" y="3862800"/>
            <a:ext cx="9144000" cy="1656000"/>
          </a:xfrm>
        </p:spPr>
        <p:txBody>
          <a:bodyPr/>
          <a:lstStyle>
            <a:lvl1pPr algn="ctr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矩形: 圆角 12"/>
          <p:cNvSpPr/>
          <p:nvPr userDrawn="1">
            <p:custDataLst>
              <p:tags r:id="rId5"/>
            </p:custDataLst>
          </p:nvPr>
        </p:nvSpPr>
        <p:spPr>
          <a:xfrm>
            <a:off x="1252110" y="3662990"/>
            <a:ext cx="2108573" cy="454596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84AC"/>
              </a:gs>
              <a:gs pos="100000">
                <a:srgbClr val="01A5AE"/>
              </a:gs>
            </a:gsLst>
            <a:lin ang="0" scaled="0"/>
            <a:tileRect/>
          </a:gradFill>
          <a:ln w="9525" cap="flat">
            <a:noFill/>
            <a:prstDash val="solid"/>
            <a:miter/>
          </a:ln>
          <a:effectLst>
            <a:glow rad="114300">
              <a:srgbClr val="00EDB0">
                <a:alpha val="16000"/>
              </a:srgbClr>
            </a:glow>
            <a:softEdge rad="0"/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9" name="图片 8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6096000" y="1169618"/>
            <a:ext cx="5486400" cy="4518764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9"/>
            </p:custDataLst>
          </p:nvPr>
        </p:nvPicPr>
        <p:blipFill>
          <a:blip r:embed="rId10" r:link="rId11" cstate="screen"/>
          <a:stretch>
            <a:fillRect/>
          </a:stretch>
        </p:blipFill>
        <p:spPr>
          <a:xfrm>
            <a:off x="109220" y="138430"/>
            <a:ext cx="1143000" cy="1031347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12"/>
            </p:custDataLst>
          </p:nvPr>
        </p:nvPicPr>
        <p:blipFill>
          <a:blip r:embed="rId13" r:link="rId14" cstate="screen"/>
          <a:stretch>
            <a:fillRect/>
          </a:stretch>
        </p:blipFill>
        <p:spPr>
          <a:xfrm>
            <a:off x="2558415" y="4443544"/>
            <a:ext cx="1143000" cy="839656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15"/>
            </p:custDataLst>
          </p:nvPr>
        </p:nvPicPr>
        <p:blipFill>
          <a:blip r:embed="rId13" r:link="rId14" cstate="screen"/>
          <a:stretch>
            <a:fillRect/>
          </a:stretch>
        </p:blipFill>
        <p:spPr>
          <a:xfrm flipH="1">
            <a:off x="1379220" y="4443544"/>
            <a:ext cx="1143000" cy="83965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6"/>
            </p:custDataLst>
          </p:nvPr>
        </p:nvSpPr>
        <p:spPr>
          <a:xfrm>
            <a:off x="1166047" y="1351502"/>
            <a:ext cx="5148690" cy="2087846"/>
          </a:xfrm>
        </p:spPr>
        <p:txBody>
          <a:bodyPr lIns="90000" tIns="46800" rIns="90000" bIns="0" anchor="b" anchorCtr="0">
            <a:normAutofit/>
          </a:bodyPr>
          <a:lstStyle>
            <a:lvl1pPr algn="l">
              <a:defRPr sz="6000" spc="200" baseline="0">
                <a:gradFill>
                  <a:gsLst>
                    <a:gs pos="0">
                      <a:srgbClr val="0084AC"/>
                    </a:gs>
                    <a:gs pos="100000">
                      <a:srgbClr val="01A5AE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1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18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1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3" hasCustomPrompt="1"/>
            <p:custDataLst>
              <p:tags r:id="rId20"/>
            </p:custDataLst>
          </p:nvPr>
        </p:nvSpPr>
        <p:spPr>
          <a:xfrm>
            <a:off x="1252110" y="3667369"/>
            <a:ext cx="2108573" cy="454596"/>
          </a:xfrm>
        </p:spPr>
        <p:txBody>
          <a:bodyPr lIns="90000" tIns="46800" rIns="90000" bIns="4680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69882" y="952508"/>
            <a:ext cx="10852237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图片 8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4064000" y="5184384"/>
            <a:ext cx="4064000" cy="1673616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8"/>
            </p:custDataLst>
          </p:nvPr>
        </p:nvPicPr>
        <p:blipFill>
          <a:blip r:embed="rId9" r:link="rId10" cstate="screen"/>
          <a:stretch>
            <a:fillRect/>
          </a:stretch>
        </p:blipFill>
        <p:spPr>
          <a:xfrm>
            <a:off x="4064000" y="0"/>
            <a:ext cx="4064000" cy="167361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1"/>
            </p:custDataLst>
          </p:nvPr>
        </p:nvSpPr>
        <p:spPr>
          <a:xfrm>
            <a:off x="3930616" y="2687883"/>
            <a:ext cx="5572869" cy="860632"/>
          </a:xfrm>
        </p:spPr>
        <p:txBody>
          <a:bodyPr lIns="90000" tIns="46800" rIns="90000" bIns="0" anchor="b" anchorCtr="0">
            <a:normAutofit/>
          </a:bodyPr>
          <a:lstStyle>
            <a:lvl1pPr algn="l">
              <a:defRPr sz="4800" u="none" strike="noStrike" kern="1200" cap="none" spc="300" normalizeH="0" baseline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5"/>
            </p:custDataLst>
          </p:nvPr>
        </p:nvSpPr>
        <p:spPr>
          <a:xfrm>
            <a:off x="3930616" y="3602572"/>
            <a:ext cx="5572297" cy="969832"/>
          </a:xfrm>
        </p:spPr>
        <p:txBody>
          <a:bodyPr lIns="90000" tIns="0" rIns="90000" bIns="46800">
            <a:normAutofit/>
          </a:bodyPr>
          <a:lstStyle>
            <a:lvl1pPr marL="0" indent="0" algn="l">
              <a:buNone/>
              <a:defRPr sz="180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238877" y="952508"/>
            <a:ext cx="5283242" cy="5388907"/>
          </a:xfrm>
        </p:spPr>
        <p:txBody>
          <a:bodyPr>
            <a:noAutofit/>
          </a:bodyPr>
          <a:lstStyle>
            <a:lvl1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69930" y="952508"/>
            <a:ext cx="5283242" cy="381003"/>
          </a:xfrm>
        </p:spPr>
        <p:txBody>
          <a:bodyPr lIns="101600" tIns="38100" rIns="76200" bIns="38100" anchor="t" anchorCtr="0">
            <a:no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0" u="none" strike="noStrike" kern="1200" cap="none" spc="200" normalizeH="0" baseline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69925" y="1406525"/>
            <a:ext cx="5283200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952508"/>
            <a:ext cx="5283242" cy="381003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0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406525"/>
            <a:ext cx="5283242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10795"/>
            <a:ext cx="12202795" cy="6858000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845820" y="1683385"/>
            <a:ext cx="3874135" cy="3297555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8"/>
            </p:custDataLst>
          </p:nvPr>
        </p:nvPicPr>
        <p:blipFill>
          <a:blip r:embed="rId9" r:link="rId10" cstate="screen"/>
          <a:stretch>
            <a:fillRect/>
          </a:stretch>
        </p:blipFill>
        <p:spPr>
          <a:xfrm>
            <a:off x="10972800" y="6018344"/>
            <a:ext cx="1143000" cy="83965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1"/>
            </p:custDataLst>
          </p:nvPr>
        </p:nvSpPr>
        <p:spPr/>
        <p:txBody>
          <a:bodyPr vert="horz" lIns="90170" tIns="46990" rIns="90170" bIns="46990" rtlCol="0" anchor="t" anchorCtr="0">
            <a:normAutofit/>
          </a:bodyPr>
          <a:lstStyle>
            <a:lvl1pPr marL="0" marR="0" lvl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930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4"/>
            </p:custDataLst>
          </p:nvPr>
        </p:nvSpPr>
        <p:spPr>
          <a:xfrm>
            <a:off x="6238925" y="952508"/>
            <a:ext cx="5283242" cy="5388907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  <p:custDataLst>
              <p:tags r:id="rId2"/>
            </p:custDataLst>
          </p:nvPr>
        </p:nvSpPr>
        <p:spPr>
          <a:xfrm>
            <a:off x="10571135" y="952508"/>
            <a:ext cx="950984" cy="5388907"/>
          </a:xfrm>
        </p:spPr>
        <p:txBody>
          <a:bodyPr vert="eaVert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669925" y="952500"/>
            <a:ext cx="9828101" cy="5388907"/>
          </a:xfrm>
        </p:spPr>
        <p:txBody>
          <a:bodyPr vert="eaVert"/>
          <a:lstStyle>
            <a:lvl1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69930" y="952508"/>
            <a:ext cx="10852237" cy="5388907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矩形: 圆角 14"/>
          <p:cNvSpPr/>
          <p:nvPr userDrawn="1">
            <p:custDataLst>
              <p:tags r:id="rId5"/>
            </p:custDataLst>
          </p:nvPr>
        </p:nvSpPr>
        <p:spPr>
          <a:xfrm>
            <a:off x="4864735" y="4306852"/>
            <a:ext cx="2266315" cy="476405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  <a:tileRect/>
          </a:gradFill>
          <a:ln w="9525" cap="flat">
            <a:noFill/>
            <a:prstDash val="solid"/>
            <a:miter/>
          </a:ln>
          <a:effectLst>
            <a:glow rad="114300">
              <a:srgbClr val="00EDB0">
                <a:alpha val="16000"/>
              </a:srgbClr>
            </a:glow>
            <a:softEdge rad="0"/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 b="1" dirty="0">
              <a:solidFill>
                <a:schemeClr val="tx1"/>
              </a:solidFill>
            </a:endParaRPr>
          </a:p>
        </p:txBody>
      </p:sp>
      <p:pic>
        <p:nvPicPr>
          <p:cNvPr id="10" name="图片 9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1397000"/>
            <a:ext cx="2467127" cy="406400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9"/>
            </p:custDataLst>
          </p:nvPr>
        </p:nvPicPr>
        <p:blipFill>
          <a:blip r:embed="rId10" r:link="rId11" cstate="screen"/>
          <a:stretch>
            <a:fillRect/>
          </a:stretch>
        </p:blipFill>
        <p:spPr>
          <a:xfrm>
            <a:off x="9724873" y="1397000"/>
            <a:ext cx="2467127" cy="4064000"/>
          </a:xfrm>
          <a:prstGeom prst="rect">
            <a:avLst/>
          </a:prstGeom>
        </p:spPr>
      </p:pic>
      <p:grpSp>
        <p:nvGrpSpPr>
          <p:cNvPr id="12" name="组合 11"/>
          <p:cNvGrpSpPr/>
          <p:nvPr userDrawn="1">
            <p:custDataLst>
              <p:tags r:id="rId12"/>
            </p:custDataLst>
          </p:nvPr>
        </p:nvGrpSpPr>
        <p:grpSpPr>
          <a:xfrm>
            <a:off x="4967605" y="1990090"/>
            <a:ext cx="2322195" cy="839470"/>
            <a:chOff x="7776" y="7859"/>
            <a:chExt cx="3657" cy="1322"/>
          </a:xfrm>
        </p:grpSpPr>
        <p:pic>
          <p:nvPicPr>
            <p:cNvPr id="13" name="图片 12"/>
            <p:cNvPicPr/>
            <p:nvPr>
              <p:custDataLst>
                <p:tags r:id="rId13"/>
              </p:custDataLst>
            </p:nvPr>
          </p:nvPicPr>
          <p:blipFill>
            <a:blip r:embed="rId14" r:link="rId15" cstate="screen"/>
            <a:stretch>
              <a:fillRect/>
            </a:stretch>
          </p:blipFill>
          <p:spPr>
            <a:xfrm>
              <a:off x="9633" y="7859"/>
              <a:ext cx="1800" cy="1322"/>
            </a:xfrm>
            <a:prstGeom prst="rect">
              <a:avLst/>
            </a:prstGeom>
          </p:spPr>
        </p:pic>
        <p:pic>
          <p:nvPicPr>
            <p:cNvPr id="14" name="图片 13"/>
            <p:cNvPicPr/>
            <p:nvPr>
              <p:custDataLst>
                <p:tags r:id="rId16"/>
              </p:custDataLst>
            </p:nvPr>
          </p:nvPicPr>
          <p:blipFill>
            <a:blip r:embed="rId14" r:link="rId15" cstate="screen"/>
            <a:stretch>
              <a:fillRect/>
            </a:stretch>
          </p:blipFill>
          <p:spPr>
            <a:xfrm flipH="1">
              <a:off x="7776" y="7859"/>
              <a:ext cx="1800" cy="1322"/>
            </a:xfrm>
            <a:prstGeom prst="rect">
              <a:avLst/>
            </a:prstGeom>
          </p:spPr>
        </p:pic>
      </p:grp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7"/>
            </p:custDataLst>
          </p:nvPr>
        </p:nvSpPr>
        <p:spPr>
          <a:xfrm>
            <a:off x="3501986" y="2829175"/>
            <a:ext cx="5188028" cy="1438459"/>
          </a:xfrm>
        </p:spPr>
        <p:txBody>
          <a:bodyPr vert="horz" lIns="90170" tIns="46990" rIns="90170" bIns="0" rtlCol="0" anchor="b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8800" b="1" i="0" u="none" strike="noStrike" kern="1200" cap="none" spc="300" normalizeH="0" baseline="0" noProof="1" dirty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编辑标题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8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20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 hasCustomPrompt="1"/>
            <p:custDataLst>
              <p:tags r:id="rId21"/>
            </p:custDataLst>
          </p:nvPr>
        </p:nvSpPr>
        <p:spPr>
          <a:xfrm>
            <a:off x="4866611" y="4306852"/>
            <a:ext cx="2266316" cy="476404"/>
          </a:xfrm>
        </p:spPr>
        <p:txBody>
          <a:bodyPr lIns="90000" tIns="46800" rIns="90000" bIns="4680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1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通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/>
        <p:txBody>
          <a:bodyPr/>
          <a:lstStyle>
            <a:lvl1pPr algn="ctr">
              <a:defRPr baseline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相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>
            <p:custDataLst>
              <p:tags r:id="rId2"/>
            </p:custDataLst>
          </p:nvPr>
        </p:nvSpPr>
        <p:spPr>
          <a:xfrm>
            <a:off x="608076" y="457200"/>
            <a:ext cx="10975848" cy="5943600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281600" y="1249200"/>
            <a:ext cx="9626400" cy="723600"/>
          </a:xfrm>
        </p:spPr>
        <p:txBody>
          <a:bodyPr anchor="ctr"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1281113" y="2163600"/>
            <a:ext cx="9626600" cy="3445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左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4823460" cy="6866255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pic>
        <p:nvPicPr>
          <p:cNvPr id="10" name="图片 9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10994390" y="76200"/>
            <a:ext cx="1143000" cy="103124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5539740"/>
            <a:ext cx="1731010" cy="13182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583200" y="770400"/>
            <a:ext cx="3960000" cy="882000"/>
          </a:xfrm>
        </p:spPr>
        <p:txBody>
          <a:bodyPr anchor="ctr">
            <a:normAutofit/>
          </a:bodyPr>
          <a:lstStyle>
            <a:lvl1pPr>
              <a:defRPr sz="3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586800" y="1764000"/>
            <a:ext cx="3956400" cy="4093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5101200" y="769938"/>
            <a:ext cx="6480000" cy="508793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上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2664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pic>
        <p:nvPicPr>
          <p:cNvPr id="11" name="图片 10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65405" y="65405"/>
            <a:ext cx="1143000" cy="1031240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10885805" y="65405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12000" y="781200"/>
            <a:ext cx="10976400" cy="626400"/>
          </a:xfrm>
        </p:spPr>
        <p:txBody>
          <a:bodyPr anchor="ctr">
            <a:normAutofit/>
          </a:bodyPr>
          <a:lstStyle>
            <a:lvl1pPr algn="ctr">
              <a:defRPr sz="3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612000" y="1659600"/>
            <a:ext cx="10975975" cy="828000"/>
          </a:xfrm>
        </p:spPr>
        <p:txBody>
          <a:bodyPr/>
          <a:lstStyle>
            <a:lvl1pPr algn="ctr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12775" y="2808000"/>
            <a:ext cx="10965600" cy="34308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/>
          <p:nvPr userDrawn="1">
            <p:custDataLst>
              <p:tags r:id="rId2"/>
            </p:custDataLst>
          </p:nvPr>
        </p:nvPicPr>
        <p:blipFill>
          <a:blip r:embed="rId3" r:link="rId4" cstate="screen"/>
          <a:stretch>
            <a:fillRect/>
          </a:stretch>
        </p:blipFill>
        <p:spPr>
          <a:xfrm>
            <a:off x="76200" y="86995"/>
            <a:ext cx="1143000" cy="103124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10983595" y="86995"/>
            <a:ext cx="1143000" cy="839470"/>
          </a:xfrm>
          <a:prstGeom prst="rect">
            <a:avLst/>
          </a:prstGeom>
        </p:spPr>
      </p:pic>
      <p:sp>
        <p:nvSpPr>
          <p:cNvPr id="8" name="矩形 7"/>
          <p:cNvSpPr/>
          <p:nvPr userDrawn="1">
            <p:custDataLst>
              <p:tags r:id="rId8"/>
            </p:custDataLst>
          </p:nvPr>
        </p:nvSpPr>
        <p:spPr>
          <a:xfrm>
            <a:off x="0" y="5029201"/>
            <a:ext cx="12192000" cy="1828799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04800" y="669600"/>
            <a:ext cx="10976400" cy="565200"/>
          </a:xfrm>
        </p:spPr>
        <p:txBody>
          <a:bodyPr anchor="ctr">
            <a:normAutofit/>
          </a:bodyPr>
          <a:lstStyle>
            <a:lvl1pPr algn="ctr">
              <a:defRPr sz="3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604837" y="1681200"/>
            <a:ext cx="10990800" cy="321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4"/>
            <p:custDataLst>
              <p:tags r:id="rId14"/>
            </p:custDataLst>
          </p:nvPr>
        </p:nvSpPr>
        <p:spPr>
          <a:xfrm>
            <a:off x="594000" y="5180400"/>
            <a:ext cx="11001600" cy="10116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导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pic>
        <p:nvPicPr>
          <p:cNvPr id="12" name="图片 11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11178540" y="0"/>
            <a:ext cx="1013460" cy="914400"/>
          </a:xfrm>
          <a:prstGeom prst="rect">
            <a:avLst/>
          </a:prstGeom>
        </p:spPr>
      </p:pic>
      <p:pic>
        <p:nvPicPr>
          <p:cNvPr id="14" name="图片 13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6029325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79600" y="237600"/>
            <a:ext cx="11037600" cy="441964"/>
          </a:xfrm>
        </p:spPr>
        <p:txBody>
          <a:bodyPr>
            <a:normAutofit/>
          </a:bodyPr>
          <a:lstStyle>
            <a:lvl1pPr>
              <a:defRPr sz="28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579600" y="1663200"/>
            <a:ext cx="5342400" cy="28944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242400" y="1663200"/>
            <a:ext cx="5367600" cy="28944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1" name="文本占位符 10"/>
          <p:cNvSpPr>
            <a:spLocks noGrp="1"/>
          </p:cNvSpPr>
          <p:nvPr>
            <p:ph type="body" sz="quarter" idx="15"/>
            <p:custDataLst>
              <p:tags r:id="rId15"/>
            </p:custDataLst>
          </p:nvPr>
        </p:nvSpPr>
        <p:spPr>
          <a:xfrm>
            <a:off x="572400" y="4816800"/>
            <a:ext cx="5342400" cy="78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6"/>
            <p:custDataLst>
              <p:tags r:id="rId16"/>
            </p:custDataLst>
          </p:nvPr>
        </p:nvSpPr>
        <p:spPr>
          <a:xfrm>
            <a:off x="6253200" y="4813200"/>
            <a:ext cx="5367600" cy="78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腰带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959224"/>
            <a:ext cx="12192000" cy="4939553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pic>
        <p:nvPicPr>
          <p:cNvPr id="8" name="图片 7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97790" y="76200"/>
            <a:ext cx="2287905" cy="2000885"/>
          </a:xfrm>
          <a:prstGeom prst="rect">
            <a:avLst/>
          </a:prstGeom>
        </p:spPr>
      </p:pic>
      <p:pic>
        <p:nvPicPr>
          <p:cNvPr id="9" name="图片 8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10034270" y="5273040"/>
            <a:ext cx="2157730" cy="1584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1522800" y="1339200"/>
            <a:ext cx="9144000" cy="2386800"/>
          </a:xfrm>
        </p:spPr>
        <p:txBody>
          <a:bodyPr anchor="b">
            <a:normAutofit/>
          </a:bodyPr>
          <a:lstStyle>
            <a:lvl1pPr algn="ctr">
              <a:defRPr sz="60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1522413" y="3862800"/>
            <a:ext cx="9144000" cy="1656000"/>
          </a:xfrm>
        </p:spPr>
        <p:txBody>
          <a:bodyPr/>
          <a:lstStyle>
            <a:lvl1pPr algn="ctr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矩形: 圆角 12"/>
          <p:cNvSpPr/>
          <p:nvPr userDrawn="1">
            <p:custDataLst>
              <p:tags r:id="rId5"/>
            </p:custDataLst>
          </p:nvPr>
        </p:nvSpPr>
        <p:spPr>
          <a:xfrm>
            <a:off x="1252110" y="3662990"/>
            <a:ext cx="2108573" cy="454596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84AC"/>
              </a:gs>
              <a:gs pos="100000">
                <a:srgbClr val="01A5AE"/>
              </a:gs>
            </a:gsLst>
            <a:lin ang="0" scaled="0"/>
            <a:tileRect/>
          </a:gradFill>
          <a:ln w="9525" cap="flat">
            <a:noFill/>
            <a:prstDash val="solid"/>
            <a:miter/>
          </a:ln>
          <a:effectLst>
            <a:glow rad="114300">
              <a:srgbClr val="00EDB0">
                <a:alpha val="16000"/>
              </a:srgbClr>
            </a:glow>
            <a:softEdge rad="0"/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9" name="图片 8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6096000" y="1169618"/>
            <a:ext cx="5486400" cy="4518764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9"/>
            </p:custDataLst>
          </p:nvPr>
        </p:nvPicPr>
        <p:blipFill>
          <a:blip r:embed="rId10" r:link="rId11" cstate="screen"/>
          <a:stretch>
            <a:fillRect/>
          </a:stretch>
        </p:blipFill>
        <p:spPr>
          <a:xfrm>
            <a:off x="109220" y="138430"/>
            <a:ext cx="1143000" cy="1031347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12"/>
            </p:custDataLst>
          </p:nvPr>
        </p:nvPicPr>
        <p:blipFill>
          <a:blip r:embed="rId13" r:link="rId14" cstate="screen"/>
          <a:stretch>
            <a:fillRect/>
          </a:stretch>
        </p:blipFill>
        <p:spPr>
          <a:xfrm>
            <a:off x="2558415" y="4443544"/>
            <a:ext cx="1143000" cy="839656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15"/>
            </p:custDataLst>
          </p:nvPr>
        </p:nvPicPr>
        <p:blipFill>
          <a:blip r:embed="rId13" r:link="rId14" cstate="screen"/>
          <a:stretch>
            <a:fillRect/>
          </a:stretch>
        </p:blipFill>
        <p:spPr>
          <a:xfrm flipH="1">
            <a:off x="1379220" y="4443544"/>
            <a:ext cx="1143000" cy="83965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6"/>
            </p:custDataLst>
          </p:nvPr>
        </p:nvSpPr>
        <p:spPr>
          <a:xfrm>
            <a:off x="1166047" y="1351502"/>
            <a:ext cx="5148690" cy="2087846"/>
          </a:xfrm>
        </p:spPr>
        <p:txBody>
          <a:bodyPr lIns="90000" tIns="46800" rIns="90000" bIns="0" anchor="b" anchorCtr="0">
            <a:normAutofit/>
          </a:bodyPr>
          <a:lstStyle>
            <a:lvl1pPr algn="l">
              <a:defRPr sz="6000" spc="200" baseline="0">
                <a:gradFill>
                  <a:gsLst>
                    <a:gs pos="0">
                      <a:srgbClr val="0084AC"/>
                    </a:gs>
                    <a:gs pos="100000">
                      <a:srgbClr val="01A5AE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1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18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1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3" hasCustomPrompt="1"/>
            <p:custDataLst>
              <p:tags r:id="rId20"/>
            </p:custDataLst>
          </p:nvPr>
        </p:nvSpPr>
        <p:spPr>
          <a:xfrm>
            <a:off x="1252110" y="3667369"/>
            <a:ext cx="2108573" cy="454596"/>
          </a:xfrm>
        </p:spPr>
        <p:txBody>
          <a:bodyPr lIns="90000" tIns="46800" rIns="90000" bIns="4680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69882" y="952508"/>
            <a:ext cx="10852237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图片 8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4064000" y="5184384"/>
            <a:ext cx="4064000" cy="1673616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8"/>
            </p:custDataLst>
          </p:nvPr>
        </p:nvPicPr>
        <p:blipFill>
          <a:blip r:embed="rId9" r:link="rId10" cstate="screen"/>
          <a:stretch>
            <a:fillRect/>
          </a:stretch>
        </p:blipFill>
        <p:spPr>
          <a:xfrm>
            <a:off x="4064000" y="0"/>
            <a:ext cx="4064000" cy="167361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1"/>
            </p:custDataLst>
          </p:nvPr>
        </p:nvSpPr>
        <p:spPr>
          <a:xfrm>
            <a:off x="3930616" y="2687883"/>
            <a:ext cx="5572869" cy="860632"/>
          </a:xfrm>
        </p:spPr>
        <p:txBody>
          <a:bodyPr lIns="90000" tIns="46800" rIns="90000" bIns="0" anchor="b" anchorCtr="0">
            <a:normAutofit/>
          </a:bodyPr>
          <a:lstStyle>
            <a:lvl1pPr algn="l">
              <a:defRPr sz="4800" u="none" strike="noStrike" kern="1200" cap="none" spc="300" normalizeH="0" baseline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5"/>
            </p:custDataLst>
          </p:nvPr>
        </p:nvSpPr>
        <p:spPr>
          <a:xfrm>
            <a:off x="3930616" y="3602572"/>
            <a:ext cx="5572297" cy="969832"/>
          </a:xfrm>
        </p:spPr>
        <p:txBody>
          <a:bodyPr lIns="90000" tIns="0" rIns="90000" bIns="46800">
            <a:normAutofit/>
          </a:bodyPr>
          <a:lstStyle>
            <a:lvl1pPr marL="0" indent="0" algn="l">
              <a:buNone/>
              <a:defRPr sz="180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238877" y="952508"/>
            <a:ext cx="5283242" cy="5388907"/>
          </a:xfrm>
        </p:spPr>
        <p:txBody>
          <a:bodyPr>
            <a:noAutofit/>
          </a:bodyPr>
          <a:lstStyle>
            <a:lvl1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69930" y="952508"/>
            <a:ext cx="5283242" cy="381003"/>
          </a:xfrm>
        </p:spPr>
        <p:txBody>
          <a:bodyPr lIns="101600" tIns="38100" rIns="76200" bIns="38100" anchor="t" anchorCtr="0">
            <a:no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0" u="none" strike="noStrike" kern="1200" cap="none" spc="200" normalizeH="0" baseline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69925" y="1406525"/>
            <a:ext cx="5283200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952508"/>
            <a:ext cx="5283242" cy="381003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0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406525"/>
            <a:ext cx="5283242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10795"/>
            <a:ext cx="12202795" cy="6858000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845820" y="1683385"/>
            <a:ext cx="3874135" cy="3297555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8"/>
            </p:custDataLst>
          </p:nvPr>
        </p:nvPicPr>
        <p:blipFill>
          <a:blip r:embed="rId9" r:link="rId10" cstate="screen"/>
          <a:stretch>
            <a:fillRect/>
          </a:stretch>
        </p:blipFill>
        <p:spPr>
          <a:xfrm>
            <a:off x="10972800" y="6018344"/>
            <a:ext cx="1143000" cy="83965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1"/>
            </p:custDataLst>
          </p:nvPr>
        </p:nvSpPr>
        <p:spPr/>
        <p:txBody>
          <a:bodyPr vert="horz" lIns="90170" tIns="46990" rIns="90170" bIns="46990" rtlCol="0" anchor="t" anchorCtr="0">
            <a:normAutofit/>
          </a:bodyPr>
          <a:lstStyle>
            <a:lvl1pPr marL="0" marR="0" lvl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930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4"/>
            </p:custDataLst>
          </p:nvPr>
        </p:nvSpPr>
        <p:spPr>
          <a:xfrm>
            <a:off x="6238925" y="952508"/>
            <a:ext cx="5283242" cy="5388907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  <p:custDataLst>
              <p:tags r:id="rId2"/>
            </p:custDataLst>
          </p:nvPr>
        </p:nvSpPr>
        <p:spPr>
          <a:xfrm>
            <a:off x="10571135" y="952508"/>
            <a:ext cx="950984" cy="5388907"/>
          </a:xfrm>
        </p:spPr>
        <p:txBody>
          <a:bodyPr vert="eaVert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669925" y="952500"/>
            <a:ext cx="9828101" cy="5388907"/>
          </a:xfrm>
        </p:spPr>
        <p:txBody>
          <a:bodyPr vert="eaVert"/>
          <a:lstStyle>
            <a:lvl1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69930" y="952508"/>
            <a:ext cx="10852237" cy="5388907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矩形: 圆角 14"/>
          <p:cNvSpPr/>
          <p:nvPr userDrawn="1">
            <p:custDataLst>
              <p:tags r:id="rId5"/>
            </p:custDataLst>
          </p:nvPr>
        </p:nvSpPr>
        <p:spPr>
          <a:xfrm>
            <a:off x="4864735" y="4306852"/>
            <a:ext cx="2266315" cy="476405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  <a:tileRect/>
          </a:gradFill>
          <a:ln w="9525" cap="flat">
            <a:noFill/>
            <a:prstDash val="solid"/>
            <a:miter/>
          </a:ln>
          <a:effectLst>
            <a:glow rad="114300">
              <a:srgbClr val="00EDB0">
                <a:alpha val="16000"/>
              </a:srgbClr>
            </a:glow>
            <a:softEdge rad="0"/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 b="1" dirty="0">
              <a:solidFill>
                <a:schemeClr val="tx1"/>
              </a:solidFill>
            </a:endParaRPr>
          </a:p>
        </p:txBody>
      </p:sp>
      <p:pic>
        <p:nvPicPr>
          <p:cNvPr id="10" name="图片 9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1397000"/>
            <a:ext cx="2467127" cy="406400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9"/>
            </p:custDataLst>
          </p:nvPr>
        </p:nvPicPr>
        <p:blipFill>
          <a:blip r:embed="rId10" r:link="rId11" cstate="screen"/>
          <a:stretch>
            <a:fillRect/>
          </a:stretch>
        </p:blipFill>
        <p:spPr>
          <a:xfrm>
            <a:off x="9724873" y="1397000"/>
            <a:ext cx="2467127" cy="4064000"/>
          </a:xfrm>
          <a:prstGeom prst="rect">
            <a:avLst/>
          </a:prstGeom>
        </p:spPr>
      </p:pic>
      <p:grpSp>
        <p:nvGrpSpPr>
          <p:cNvPr id="12" name="组合 11"/>
          <p:cNvGrpSpPr/>
          <p:nvPr userDrawn="1">
            <p:custDataLst>
              <p:tags r:id="rId12"/>
            </p:custDataLst>
          </p:nvPr>
        </p:nvGrpSpPr>
        <p:grpSpPr>
          <a:xfrm>
            <a:off x="4967605" y="1990090"/>
            <a:ext cx="2322195" cy="839470"/>
            <a:chOff x="7776" y="7859"/>
            <a:chExt cx="3657" cy="1322"/>
          </a:xfrm>
        </p:grpSpPr>
        <p:pic>
          <p:nvPicPr>
            <p:cNvPr id="13" name="图片 12"/>
            <p:cNvPicPr/>
            <p:nvPr>
              <p:custDataLst>
                <p:tags r:id="rId13"/>
              </p:custDataLst>
            </p:nvPr>
          </p:nvPicPr>
          <p:blipFill>
            <a:blip r:embed="rId14" r:link="rId15" cstate="screen"/>
            <a:stretch>
              <a:fillRect/>
            </a:stretch>
          </p:blipFill>
          <p:spPr>
            <a:xfrm>
              <a:off x="9633" y="7859"/>
              <a:ext cx="1800" cy="1322"/>
            </a:xfrm>
            <a:prstGeom prst="rect">
              <a:avLst/>
            </a:prstGeom>
          </p:spPr>
        </p:pic>
        <p:pic>
          <p:nvPicPr>
            <p:cNvPr id="14" name="图片 13"/>
            <p:cNvPicPr/>
            <p:nvPr>
              <p:custDataLst>
                <p:tags r:id="rId16"/>
              </p:custDataLst>
            </p:nvPr>
          </p:nvPicPr>
          <p:blipFill>
            <a:blip r:embed="rId14" r:link="rId15" cstate="screen"/>
            <a:stretch>
              <a:fillRect/>
            </a:stretch>
          </p:blipFill>
          <p:spPr>
            <a:xfrm flipH="1">
              <a:off x="7776" y="7859"/>
              <a:ext cx="1800" cy="1322"/>
            </a:xfrm>
            <a:prstGeom prst="rect">
              <a:avLst/>
            </a:prstGeom>
          </p:spPr>
        </p:pic>
      </p:grp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7"/>
            </p:custDataLst>
          </p:nvPr>
        </p:nvSpPr>
        <p:spPr>
          <a:xfrm>
            <a:off x="3501986" y="2829175"/>
            <a:ext cx="5188028" cy="1438459"/>
          </a:xfrm>
        </p:spPr>
        <p:txBody>
          <a:bodyPr vert="horz" lIns="90170" tIns="46990" rIns="90170" bIns="0" rtlCol="0" anchor="b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8800" b="1" i="0" u="none" strike="noStrike" kern="1200" cap="none" spc="300" normalizeH="0" baseline="0" noProof="1" dirty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编辑标题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8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20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 hasCustomPrompt="1"/>
            <p:custDataLst>
              <p:tags r:id="rId21"/>
            </p:custDataLst>
          </p:nvPr>
        </p:nvSpPr>
        <p:spPr>
          <a:xfrm>
            <a:off x="4866611" y="4306852"/>
            <a:ext cx="2266316" cy="476404"/>
          </a:xfrm>
        </p:spPr>
        <p:txBody>
          <a:bodyPr lIns="90000" tIns="46800" rIns="90000" bIns="4680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1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通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/>
        <p:txBody>
          <a:bodyPr/>
          <a:lstStyle>
            <a:lvl1pPr algn="ctr">
              <a:defRPr baseline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相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>
            <p:custDataLst>
              <p:tags r:id="rId2"/>
            </p:custDataLst>
          </p:nvPr>
        </p:nvSpPr>
        <p:spPr>
          <a:xfrm>
            <a:off x="608076" y="457200"/>
            <a:ext cx="10975848" cy="5943600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281600" y="1249200"/>
            <a:ext cx="9626400" cy="723600"/>
          </a:xfrm>
        </p:spPr>
        <p:txBody>
          <a:bodyPr anchor="ctr"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1281113" y="2163600"/>
            <a:ext cx="9626600" cy="3445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左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4823460" cy="6866255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pic>
        <p:nvPicPr>
          <p:cNvPr id="10" name="图片 9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10994390" y="76200"/>
            <a:ext cx="1143000" cy="103124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5539740"/>
            <a:ext cx="1731010" cy="13182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583200" y="770400"/>
            <a:ext cx="3960000" cy="882000"/>
          </a:xfrm>
        </p:spPr>
        <p:txBody>
          <a:bodyPr anchor="ctr">
            <a:normAutofit/>
          </a:bodyPr>
          <a:lstStyle>
            <a:lvl1pPr>
              <a:defRPr sz="3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586800" y="1764000"/>
            <a:ext cx="3956400" cy="4093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5101200" y="769938"/>
            <a:ext cx="6480000" cy="508793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上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2664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pic>
        <p:nvPicPr>
          <p:cNvPr id="11" name="图片 10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65405" y="65405"/>
            <a:ext cx="1143000" cy="1031240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10885805" y="65405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12000" y="781200"/>
            <a:ext cx="10976400" cy="626400"/>
          </a:xfrm>
        </p:spPr>
        <p:txBody>
          <a:bodyPr anchor="ctr">
            <a:normAutofit/>
          </a:bodyPr>
          <a:lstStyle>
            <a:lvl1pPr algn="ctr">
              <a:defRPr sz="3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612000" y="1659600"/>
            <a:ext cx="10975975" cy="828000"/>
          </a:xfrm>
        </p:spPr>
        <p:txBody>
          <a:bodyPr/>
          <a:lstStyle>
            <a:lvl1pPr algn="ctr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12775" y="2808000"/>
            <a:ext cx="10965600" cy="34308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/>
          <p:nvPr userDrawn="1">
            <p:custDataLst>
              <p:tags r:id="rId2"/>
            </p:custDataLst>
          </p:nvPr>
        </p:nvPicPr>
        <p:blipFill>
          <a:blip r:embed="rId3" r:link="rId4" cstate="screen"/>
          <a:stretch>
            <a:fillRect/>
          </a:stretch>
        </p:blipFill>
        <p:spPr>
          <a:xfrm>
            <a:off x="76200" y="86995"/>
            <a:ext cx="1143000" cy="103124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10983595" y="86995"/>
            <a:ext cx="1143000" cy="839470"/>
          </a:xfrm>
          <a:prstGeom prst="rect">
            <a:avLst/>
          </a:prstGeom>
        </p:spPr>
      </p:pic>
      <p:sp>
        <p:nvSpPr>
          <p:cNvPr id="8" name="矩形 7"/>
          <p:cNvSpPr/>
          <p:nvPr userDrawn="1">
            <p:custDataLst>
              <p:tags r:id="rId8"/>
            </p:custDataLst>
          </p:nvPr>
        </p:nvSpPr>
        <p:spPr>
          <a:xfrm>
            <a:off x="0" y="5029201"/>
            <a:ext cx="12192000" cy="1828799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04800" y="669600"/>
            <a:ext cx="10976400" cy="565200"/>
          </a:xfrm>
        </p:spPr>
        <p:txBody>
          <a:bodyPr anchor="ctr">
            <a:normAutofit/>
          </a:bodyPr>
          <a:lstStyle>
            <a:lvl1pPr algn="ctr">
              <a:defRPr sz="3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604837" y="1681200"/>
            <a:ext cx="10990800" cy="321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4"/>
            <p:custDataLst>
              <p:tags r:id="rId14"/>
            </p:custDataLst>
          </p:nvPr>
        </p:nvSpPr>
        <p:spPr>
          <a:xfrm>
            <a:off x="594000" y="5180400"/>
            <a:ext cx="11001600" cy="10116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导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pic>
        <p:nvPicPr>
          <p:cNvPr id="12" name="图片 11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11178540" y="0"/>
            <a:ext cx="1013460" cy="914400"/>
          </a:xfrm>
          <a:prstGeom prst="rect">
            <a:avLst/>
          </a:prstGeom>
        </p:spPr>
      </p:pic>
      <p:pic>
        <p:nvPicPr>
          <p:cNvPr id="14" name="图片 13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6029325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79600" y="237600"/>
            <a:ext cx="11037600" cy="441964"/>
          </a:xfrm>
        </p:spPr>
        <p:txBody>
          <a:bodyPr>
            <a:normAutofit/>
          </a:bodyPr>
          <a:lstStyle>
            <a:lvl1pPr>
              <a:defRPr sz="28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579600" y="1663200"/>
            <a:ext cx="5342400" cy="28944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242400" y="1663200"/>
            <a:ext cx="5367600" cy="28944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1" name="文本占位符 10"/>
          <p:cNvSpPr>
            <a:spLocks noGrp="1"/>
          </p:cNvSpPr>
          <p:nvPr>
            <p:ph type="body" sz="quarter" idx="15"/>
            <p:custDataLst>
              <p:tags r:id="rId15"/>
            </p:custDataLst>
          </p:nvPr>
        </p:nvSpPr>
        <p:spPr>
          <a:xfrm>
            <a:off x="572400" y="4816800"/>
            <a:ext cx="5342400" cy="78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6"/>
            <p:custDataLst>
              <p:tags r:id="rId16"/>
            </p:custDataLst>
          </p:nvPr>
        </p:nvSpPr>
        <p:spPr>
          <a:xfrm>
            <a:off x="6253200" y="4813200"/>
            <a:ext cx="5367600" cy="78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腰带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959224"/>
            <a:ext cx="12192000" cy="4939553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pic>
        <p:nvPicPr>
          <p:cNvPr id="8" name="图片 7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97790" y="76200"/>
            <a:ext cx="2287905" cy="2000885"/>
          </a:xfrm>
          <a:prstGeom prst="rect">
            <a:avLst/>
          </a:prstGeom>
        </p:spPr>
      </p:pic>
      <p:pic>
        <p:nvPicPr>
          <p:cNvPr id="9" name="图片 8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10034270" y="5273040"/>
            <a:ext cx="2157730" cy="1584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1522800" y="1339200"/>
            <a:ext cx="9144000" cy="2386800"/>
          </a:xfrm>
        </p:spPr>
        <p:txBody>
          <a:bodyPr anchor="b">
            <a:normAutofit/>
          </a:bodyPr>
          <a:lstStyle>
            <a:lvl1pPr algn="ctr">
              <a:defRPr sz="60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1522413" y="3862800"/>
            <a:ext cx="9144000" cy="1656000"/>
          </a:xfrm>
        </p:spPr>
        <p:txBody>
          <a:bodyPr/>
          <a:lstStyle>
            <a:lvl1pPr algn="ctr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矩形: 圆角 12"/>
          <p:cNvSpPr/>
          <p:nvPr userDrawn="1">
            <p:custDataLst>
              <p:tags r:id="rId5"/>
            </p:custDataLst>
          </p:nvPr>
        </p:nvSpPr>
        <p:spPr>
          <a:xfrm>
            <a:off x="1252110" y="3662990"/>
            <a:ext cx="2108573" cy="454596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84AC"/>
              </a:gs>
              <a:gs pos="100000">
                <a:srgbClr val="01A5AE"/>
              </a:gs>
            </a:gsLst>
            <a:lin ang="0" scaled="0"/>
            <a:tileRect/>
          </a:gradFill>
          <a:ln w="9525" cap="flat">
            <a:noFill/>
            <a:prstDash val="solid"/>
            <a:miter/>
          </a:ln>
          <a:effectLst>
            <a:glow rad="114300">
              <a:srgbClr val="00EDB0">
                <a:alpha val="16000"/>
              </a:srgbClr>
            </a:glow>
            <a:softEdge rad="0"/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9" name="图片 8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6096000" y="1169618"/>
            <a:ext cx="5486400" cy="4518764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9"/>
            </p:custDataLst>
          </p:nvPr>
        </p:nvPicPr>
        <p:blipFill>
          <a:blip r:embed="rId10" r:link="rId11" cstate="screen"/>
          <a:stretch>
            <a:fillRect/>
          </a:stretch>
        </p:blipFill>
        <p:spPr>
          <a:xfrm>
            <a:off x="109220" y="138430"/>
            <a:ext cx="1143000" cy="1031347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12"/>
            </p:custDataLst>
          </p:nvPr>
        </p:nvPicPr>
        <p:blipFill>
          <a:blip r:embed="rId13" r:link="rId14" cstate="screen"/>
          <a:stretch>
            <a:fillRect/>
          </a:stretch>
        </p:blipFill>
        <p:spPr>
          <a:xfrm>
            <a:off x="2558415" y="4443544"/>
            <a:ext cx="1143000" cy="839656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15"/>
            </p:custDataLst>
          </p:nvPr>
        </p:nvPicPr>
        <p:blipFill>
          <a:blip r:embed="rId13" r:link="rId14" cstate="screen"/>
          <a:stretch>
            <a:fillRect/>
          </a:stretch>
        </p:blipFill>
        <p:spPr>
          <a:xfrm flipH="1">
            <a:off x="1379220" y="4443544"/>
            <a:ext cx="1143000" cy="83965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6"/>
            </p:custDataLst>
          </p:nvPr>
        </p:nvSpPr>
        <p:spPr>
          <a:xfrm>
            <a:off x="1166047" y="1351502"/>
            <a:ext cx="5148690" cy="2087846"/>
          </a:xfrm>
        </p:spPr>
        <p:txBody>
          <a:bodyPr lIns="90000" tIns="46800" rIns="90000" bIns="0" anchor="b" anchorCtr="0">
            <a:normAutofit/>
          </a:bodyPr>
          <a:lstStyle>
            <a:lvl1pPr algn="l">
              <a:defRPr sz="6000" spc="200" baseline="0">
                <a:gradFill>
                  <a:gsLst>
                    <a:gs pos="0">
                      <a:srgbClr val="0084AC"/>
                    </a:gs>
                    <a:gs pos="100000">
                      <a:srgbClr val="01A5AE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1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18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1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3" hasCustomPrompt="1"/>
            <p:custDataLst>
              <p:tags r:id="rId20"/>
            </p:custDataLst>
          </p:nvPr>
        </p:nvSpPr>
        <p:spPr>
          <a:xfrm>
            <a:off x="1252110" y="3667369"/>
            <a:ext cx="2108573" cy="454596"/>
          </a:xfrm>
        </p:spPr>
        <p:txBody>
          <a:bodyPr lIns="90000" tIns="46800" rIns="90000" bIns="4680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69882" y="952508"/>
            <a:ext cx="10852237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图片 8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4064000" y="5184384"/>
            <a:ext cx="4064000" cy="1673616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8"/>
            </p:custDataLst>
          </p:nvPr>
        </p:nvPicPr>
        <p:blipFill>
          <a:blip r:embed="rId9" r:link="rId10" cstate="screen"/>
          <a:stretch>
            <a:fillRect/>
          </a:stretch>
        </p:blipFill>
        <p:spPr>
          <a:xfrm>
            <a:off x="4064000" y="0"/>
            <a:ext cx="4064000" cy="167361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1"/>
            </p:custDataLst>
          </p:nvPr>
        </p:nvSpPr>
        <p:spPr>
          <a:xfrm>
            <a:off x="3930616" y="2687883"/>
            <a:ext cx="5572869" cy="860632"/>
          </a:xfrm>
        </p:spPr>
        <p:txBody>
          <a:bodyPr lIns="90000" tIns="46800" rIns="90000" bIns="0" anchor="b" anchorCtr="0">
            <a:normAutofit/>
          </a:bodyPr>
          <a:lstStyle>
            <a:lvl1pPr algn="l">
              <a:defRPr sz="4800" u="none" strike="noStrike" kern="1200" cap="none" spc="300" normalizeH="0" baseline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5"/>
            </p:custDataLst>
          </p:nvPr>
        </p:nvSpPr>
        <p:spPr>
          <a:xfrm>
            <a:off x="3930616" y="3602572"/>
            <a:ext cx="5572297" cy="969832"/>
          </a:xfrm>
        </p:spPr>
        <p:txBody>
          <a:bodyPr lIns="90000" tIns="0" rIns="90000" bIns="46800">
            <a:normAutofit/>
          </a:bodyPr>
          <a:lstStyle>
            <a:lvl1pPr marL="0" indent="0" algn="l">
              <a:buNone/>
              <a:defRPr sz="180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238877" y="952508"/>
            <a:ext cx="5283242" cy="5388907"/>
          </a:xfrm>
        </p:spPr>
        <p:txBody>
          <a:bodyPr>
            <a:noAutofit/>
          </a:bodyPr>
          <a:lstStyle>
            <a:lvl1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69930" y="952508"/>
            <a:ext cx="5283242" cy="381003"/>
          </a:xfrm>
        </p:spPr>
        <p:txBody>
          <a:bodyPr lIns="101600" tIns="38100" rIns="76200" bIns="38100" anchor="t" anchorCtr="0">
            <a:no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0" u="none" strike="noStrike" kern="1200" cap="none" spc="200" normalizeH="0" baseline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69925" y="1406525"/>
            <a:ext cx="5283200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952508"/>
            <a:ext cx="5283242" cy="381003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0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406525"/>
            <a:ext cx="5283242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10795"/>
            <a:ext cx="12202795" cy="6858000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845820" y="1683385"/>
            <a:ext cx="3874135" cy="3297555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8"/>
            </p:custDataLst>
          </p:nvPr>
        </p:nvPicPr>
        <p:blipFill>
          <a:blip r:embed="rId9" r:link="rId10" cstate="screen"/>
          <a:stretch>
            <a:fillRect/>
          </a:stretch>
        </p:blipFill>
        <p:spPr>
          <a:xfrm>
            <a:off x="10972800" y="6018344"/>
            <a:ext cx="1143000" cy="83965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1"/>
            </p:custDataLst>
          </p:nvPr>
        </p:nvSpPr>
        <p:spPr/>
        <p:txBody>
          <a:bodyPr vert="horz" lIns="90170" tIns="46990" rIns="90170" bIns="46990" rtlCol="0" anchor="t" anchorCtr="0">
            <a:normAutofit/>
          </a:bodyPr>
          <a:lstStyle>
            <a:lvl1pPr marL="0" marR="0" lvl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930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4"/>
            </p:custDataLst>
          </p:nvPr>
        </p:nvSpPr>
        <p:spPr>
          <a:xfrm>
            <a:off x="6238925" y="952508"/>
            <a:ext cx="5283242" cy="5388907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  <p:custDataLst>
              <p:tags r:id="rId2"/>
            </p:custDataLst>
          </p:nvPr>
        </p:nvSpPr>
        <p:spPr>
          <a:xfrm>
            <a:off x="10571135" y="952508"/>
            <a:ext cx="950984" cy="5388907"/>
          </a:xfrm>
        </p:spPr>
        <p:txBody>
          <a:bodyPr vert="eaVert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669925" y="952500"/>
            <a:ext cx="9828101" cy="5388907"/>
          </a:xfrm>
        </p:spPr>
        <p:txBody>
          <a:bodyPr vert="eaVert"/>
          <a:lstStyle>
            <a:lvl1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69930" y="952508"/>
            <a:ext cx="10852237" cy="5388907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矩形: 圆角 14"/>
          <p:cNvSpPr/>
          <p:nvPr userDrawn="1">
            <p:custDataLst>
              <p:tags r:id="rId5"/>
            </p:custDataLst>
          </p:nvPr>
        </p:nvSpPr>
        <p:spPr>
          <a:xfrm>
            <a:off x="4864735" y="4306852"/>
            <a:ext cx="2266315" cy="476405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  <a:tileRect/>
          </a:gradFill>
          <a:ln w="9525" cap="flat">
            <a:noFill/>
            <a:prstDash val="solid"/>
            <a:miter/>
          </a:ln>
          <a:effectLst>
            <a:glow rad="114300">
              <a:srgbClr val="00EDB0">
                <a:alpha val="16000"/>
              </a:srgbClr>
            </a:glow>
            <a:softEdge rad="0"/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 b="1" dirty="0">
              <a:solidFill>
                <a:schemeClr val="tx1"/>
              </a:solidFill>
            </a:endParaRPr>
          </a:p>
        </p:txBody>
      </p:sp>
      <p:pic>
        <p:nvPicPr>
          <p:cNvPr id="10" name="图片 9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1397000"/>
            <a:ext cx="2467127" cy="406400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9"/>
            </p:custDataLst>
          </p:nvPr>
        </p:nvPicPr>
        <p:blipFill>
          <a:blip r:embed="rId10" r:link="rId11" cstate="screen"/>
          <a:stretch>
            <a:fillRect/>
          </a:stretch>
        </p:blipFill>
        <p:spPr>
          <a:xfrm>
            <a:off x="9724873" y="1397000"/>
            <a:ext cx="2467127" cy="4064000"/>
          </a:xfrm>
          <a:prstGeom prst="rect">
            <a:avLst/>
          </a:prstGeom>
        </p:spPr>
      </p:pic>
      <p:grpSp>
        <p:nvGrpSpPr>
          <p:cNvPr id="12" name="组合 11"/>
          <p:cNvGrpSpPr/>
          <p:nvPr userDrawn="1">
            <p:custDataLst>
              <p:tags r:id="rId12"/>
            </p:custDataLst>
          </p:nvPr>
        </p:nvGrpSpPr>
        <p:grpSpPr>
          <a:xfrm>
            <a:off x="4967605" y="1990090"/>
            <a:ext cx="2322195" cy="839470"/>
            <a:chOff x="7776" y="7859"/>
            <a:chExt cx="3657" cy="1322"/>
          </a:xfrm>
        </p:grpSpPr>
        <p:pic>
          <p:nvPicPr>
            <p:cNvPr id="13" name="图片 12"/>
            <p:cNvPicPr/>
            <p:nvPr>
              <p:custDataLst>
                <p:tags r:id="rId13"/>
              </p:custDataLst>
            </p:nvPr>
          </p:nvPicPr>
          <p:blipFill>
            <a:blip r:embed="rId14" r:link="rId15" cstate="screen"/>
            <a:stretch>
              <a:fillRect/>
            </a:stretch>
          </p:blipFill>
          <p:spPr>
            <a:xfrm>
              <a:off x="9633" y="7859"/>
              <a:ext cx="1800" cy="1322"/>
            </a:xfrm>
            <a:prstGeom prst="rect">
              <a:avLst/>
            </a:prstGeom>
          </p:spPr>
        </p:pic>
        <p:pic>
          <p:nvPicPr>
            <p:cNvPr id="14" name="图片 13"/>
            <p:cNvPicPr/>
            <p:nvPr>
              <p:custDataLst>
                <p:tags r:id="rId16"/>
              </p:custDataLst>
            </p:nvPr>
          </p:nvPicPr>
          <p:blipFill>
            <a:blip r:embed="rId14" r:link="rId15" cstate="screen"/>
            <a:stretch>
              <a:fillRect/>
            </a:stretch>
          </p:blipFill>
          <p:spPr>
            <a:xfrm flipH="1">
              <a:off x="7776" y="7859"/>
              <a:ext cx="1800" cy="1322"/>
            </a:xfrm>
            <a:prstGeom prst="rect">
              <a:avLst/>
            </a:prstGeom>
          </p:spPr>
        </p:pic>
      </p:grp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7"/>
            </p:custDataLst>
          </p:nvPr>
        </p:nvSpPr>
        <p:spPr>
          <a:xfrm>
            <a:off x="3501986" y="2829175"/>
            <a:ext cx="5188028" cy="1438459"/>
          </a:xfrm>
        </p:spPr>
        <p:txBody>
          <a:bodyPr vert="horz" lIns="90170" tIns="46990" rIns="90170" bIns="0" rtlCol="0" anchor="b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8800" b="1" i="0" u="none" strike="noStrike" kern="1200" cap="none" spc="300" normalizeH="0" baseline="0" noProof="1" dirty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编辑标题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8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20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 hasCustomPrompt="1"/>
            <p:custDataLst>
              <p:tags r:id="rId21"/>
            </p:custDataLst>
          </p:nvPr>
        </p:nvSpPr>
        <p:spPr>
          <a:xfrm>
            <a:off x="4866611" y="4306852"/>
            <a:ext cx="2266316" cy="476404"/>
          </a:xfrm>
        </p:spPr>
        <p:txBody>
          <a:bodyPr lIns="90000" tIns="46800" rIns="90000" bIns="4680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1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通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/>
        <p:txBody>
          <a:bodyPr/>
          <a:lstStyle>
            <a:lvl1pPr algn="ctr">
              <a:defRPr baseline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相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>
            <p:custDataLst>
              <p:tags r:id="rId2"/>
            </p:custDataLst>
          </p:nvPr>
        </p:nvSpPr>
        <p:spPr>
          <a:xfrm>
            <a:off x="608076" y="457200"/>
            <a:ext cx="10975848" cy="5943600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281600" y="1249200"/>
            <a:ext cx="9626400" cy="723600"/>
          </a:xfrm>
        </p:spPr>
        <p:txBody>
          <a:bodyPr anchor="ctr"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1281113" y="2163600"/>
            <a:ext cx="9626600" cy="3445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左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4823460" cy="6866255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pic>
        <p:nvPicPr>
          <p:cNvPr id="10" name="图片 9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10994390" y="76200"/>
            <a:ext cx="1143000" cy="103124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5539740"/>
            <a:ext cx="1731010" cy="13182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583200" y="770400"/>
            <a:ext cx="3960000" cy="882000"/>
          </a:xfrm>
        </p:spPr>
        <p:txBody>
          <a:bodyPr anchor="ctr">
            <a:normAutofit/>
          </a:bodyPr>
          <a:lstStyle>
            <a:lvl1pPr>
              <a:defRPr sz="3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586800" y="1764000"/>
            <a:ext cx="3956400" cy="4093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5101200" y="769938"/>
            <a:ext cx="6480000" cy="508793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上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2664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pic>
        <p:nvPicPr>
          <p:cNvPr id="11" name="图片 10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65405" y="65405"/>
            <a:ext cx="1143000" cy="1031240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10885805" y="65405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12000" y="781200"/>
            <a:ext cx="10976400" cy="626400"/>
          </a:xfrm>
        </p:spPr>
        <p:txBody>
          <a:bodyPr anchor="ctr">
            <a:normAutofit/>
          </a:bodyPr>
          <a:lstStyle>
            <a:lvl1pPr algn="ctr">
              <a:defRPr sz="3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612000" y="1659600"/>
            <a:ext cx="10975975" cy="828000"/>
          </a:xfrm>
        </p:spPr>
        <p:txBody>
          <a:bodyPr/>
          <a:lstStyle>
            <a:lvl1pPr algn="ctr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12775" y="2808000"/>
            <a:ext cx="10965600" cy="34308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/>
          <p:nvPr userDrawn="1">
            <p:custDataLst>
              <p:tags r:id="rId2"/>
            </p:custDataLst>
          </p:nvPr>
        </p:nvPicPr>
        <p:blipFill>
          <a:blip r:embed="rId3" r:link="rId4" cstate="screen"/>
          <a:stretch>
            <a:fillRect/>
          </a:stretch>
        </p:blipFill>
        <p:spPr>
          <a:xfrm>
            <a:off x="76200" y="86995"/>
            <a:ext cx="1143000" cy="103124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10983595" y="86995"/>
            <a:ext cx="1143000" cy="839470"/>
          </a:xfrm>
          <a:prstGeom prst="rect">
            <a:avLst/>
          </a:prstGeom>
        </p:spPr>
      </p:pic>
      <p:sp>
        <p:nvSpPr>
          <p:cNvPr id="8" name="矩形 7"/>
          <p:cNvSpPr/>
          <p:nvPr userDrawn="1">
            <p:custDataLst>
              <p:tags r:id="rId8"/>
            </p:custDataLst>
          </p:nvPr>
        </p:nvSpPr>
        <p:spPr>
          <a:xfrm>
            <a:off x="0" y="5029201"/>
            <a:ext cx="12192000" cy="1828799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04800" y="669600"/>
            <a:ext cx="10976400" cy="565200"/>
          </a:xfrm>
        </p:spPr>
        <p:txBody>
          <a:bodyPr anchor="ctr">
            <a:normAutofit/>
          </a:bodyPr>
          <a:lstStyle>
            <a:lvl1pPr algn="ctr">
              <a:defRPr sz="3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604837" y="1681200"/>
            <a:ext cx="10990800" cy="321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4"/>
            <p:custDataLst>
              <p:tags r:id="rId14"/>
            </p:custDataLst>
          </p:nvPr>
        </p:nvSpPr>
        <p:spPr>
          <a:xfrm>
            <a:off x="594000" y="5180400"/>
            <a:ext cx="11001600" cy="10116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导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pic>
        <p:nvPicPr>
          <p:cNvPr id="12" name="图片 11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11178540" y="0"/>
            <a:ext cx="1013460" cy="914400"/>
          </a:xfrm>
          <a:prstGeom prst="rect">
            <a:avLst/>
          </a:prstGeom>
        </p:spPr>
      </p:pic>
      <p:pic>
        <p:nvPicPr>
          <p:cNvPr id="14" name="图片 13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6029325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79600" y="237600"/>
            <a:ext cx="11037600" cy="441964"/>
          </a:xfrm>
        </p:spPr>
        <p:txBody>
          <a:bodyPr>
            <a:normAutofit/>
          </a:bodyPr>
          <a:lstStyle>
            <a:lvl1pPr>
              <a:defRPr sz="28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579600" y="1663200"/>
            <a:ext cx="5342400" cy="28944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242400" y="1663200"/>
            <a:ext cx="5367600" cy="28944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1" name="文本占位符 10"/>
          <p:cNvSpPr>
            <a:spLocks noGrp="1"/>
          </p:cNvSpPr>
          <p:nvPr>
            <p:ph type="body" sz="quarter" idx="15"/>
            <p:custDataLst>
              <p:tags r:id="rId15"/>
            </p:custDataLst>
          </p:nvPr>
        </p:nvSpPr>
        <p:spPr>
          <a:xfrm>
            <a:off x="572400" y="4816800"/>
            <a:ext cx="5342400" cy="78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6"/>
            <p:custDataLst>
              <p:tags r:id="rId16"/>
            </p:custDataLst>
          </p:nvPr>
        </p:nvSpPr>
        <p:spPr>
          <a:xfrm>
            <a:off x="6253200" y="4813200"/>
            <a:ext cx="5367600" cy="78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腰带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959224"/>
            <a:ext cx="12192000" cy="4939553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pic>
        <p:nvPicPr>
          <p:cNvPr id="8" name="图片 7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97790" y="76200"/>
            <a:ext cx="2287905" cy="2000885"/>
          </a:xfrm>
          <a:prstGeom prst="rect">
            <a:avLst/>
          </a:prstGeom>
        </p:spPr>
      </p:pic>
      <p:pic>
        <p:nvPicPr>
          <p:cNvPr id="9" name="图片 8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10034270" y="5273040"/>
            <a:ext cx="2157730" cy="1584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1522800" y="1339200"/>
            <a:ext cx="9144000" cy="2386800"/>
          </a:xfrm>
        </p:spPr>
        <p:txBody>
          <a:bodyPr anchor="b">
            <a:normAutofit/>
          </a:bodyPr>
          <a:lstStyle>
            <a:lvl1pPr algn="ctr">
              <a:defRPr sz="60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1522413" y="3862800"/>
            <a:ext cx="9144000" cy="1656000"/>
          </a:xfrm>
        </p:spPr>
        <p:txBody>
          <a:bodyPr/>
          <a:lstStyle>
            <a:lvl1pPr algn="ctr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矩形: 圆角 12"/>
          <p:cNvSpPr/>
          <p:nvPr userDrawn="1">
            <p:custDataLst>
              <p:tags r:id="rId5"/>
            </p:custDataLst>
          </p:nvPr>
        </p:nvSpPr>
        <p:spPr>
          <a:xfrm>
            <a:off x="1252110" y="3662990"/>
            <a:ext cx="2108573" cy="454596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84AC"/>
              </a:gs>
              <a:gs pos="100000">
                <a:srgbClr val="01A5AE"/>
              </a:gs>
            </a:gsLst>
            <a:lin ang="0" scaled="0"/>
            <a:tileRect/>
          </a:gradFill>
          <a:ln w="9525" cap="flat">
            <a:noFill/>
            <a:prstDash val="solid"/>
            <a:miter/>
          </a:ln>
          <a:effectLst>
            <a:glow rad="114300">
              <a:srgbClr val="00EDB0">
                <a:alpha val="16000"/>
              </a:srgbClr>
            </a:glow>
            <a:softEdge rad="0"/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9" name="图片 8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6096000" y="1169618"/>
            <a:ext cx="5486400" cy="4518764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9"/>
            </p:custDataLst>
          </p:nvPr>
        </p:nvPicPr>
        <p:blipFill>
          <a:blip r:embed="rId10" r:link="rId11" cstate="screen"/>
          <a:stretch>
            <a:fillRect/>
          </a:stretch>
        </p:blipFill>
        <p:spPr>
          <a:xfrm>
            <a:off x="109220" y="138430"/>
            <a:ext cx="1143000" cy="1031347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12"/>
            </p:custDataLst>
          </p:nvPr>
        </p:nvPicPr>
        <p:blipFill>
          <a:blip r:embed="rId13" r:link="rId14" cstate="screen"/>
          <a:stretch>
            <a:fillRect/>
          </a:stretch>
        </p:blipFill>
        <p:spPr>
          <a:xfrm>
            <a:off x="2558415" y="4443544"/>
            <a:ext cx="1143000" cy="839656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15"/>
            </p:custDataLst>
          </p:nvPr>
        </p:nvPicPr>
        <p:blipFill>
          <a:blip r:embed="rId13" r:link="rId14" cstate="screen"/>
          <a:stretch>
            <a:fillRect/>
          </a:stretch>
        </p:blipFill>
        <p:spPr>
          <a:xfrm flipH="1">
            <a:off x="1379220" y="4443544"/>
            <a:ext cx="1143000" cy="83965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6"/>
            </p:custDataLst>
          </p:nvPr>
        </p:nvSpPr>
        <p:spPr>
          <a:xfrm>
            <a:off x="1166047" y="1351502"/>
            <a:ext cx="5148690" cy="2087846"/>
          </a:xfrm>
        </p:spPr>
        <p:txBody>
          <a:bodyPr lIns="90000" tIns="46800" rIns="90000" bIns="0" anchor="b" anchorCtr="0">
            <a:normAutofit/>
          </a:bodyPr>
          <a:lstStyle>
            <a:lvl1pPr algn="l">
              <a:defRPr sz="6000" spc="200" baseline="0">
                <a:gradFill>
                  <a:gsLst>
                    <a:gs pos="0">
                      <a:srgbClr val="0084AC"/>
                    </a:gs>
                    <a:gs pos="100000">
                      <a:srgbClr val="01A5AE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1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18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1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3" hasCustomPrompt="1"/>
            <p:custDataLst>
              <p:tags r:id="rId20"/>
            </p:custDataLst>
          </p:nvPr>
        </p:nvSpPr>
        <p:spPr>
          <a:xfrm>
            <a:off x="1252110" y="3667369"/>
            <a:ext cx="2108573" cy="454596"/>
          </a:xfrm>
        </p:spPr>
        <p:txBody>
          <a:bodyPr lIns="90000" tIns="46800" rIns="90000" bIns="4680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69882" y="952508"/>
            <a:ext cx="10852237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图片 8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4064000" y="5184384"/>
            <a:ext cx="4064000" cy="1673616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8"/>
            </p:custDataLst>
          </p:nvPr>
        </p:nvPicPr>
        <p:blipFill>
          <a:blip r:embed="rId9" r:link="rId10" cstate="screen"/>
          <a:stretch>
            <a:fillRect/>
          </a:stretch>
        </p:blipFill>
        <p:spPr>
          <a:xfrm>
            <a:off x="4064000" y="0"/>
            <a:ext cx="4064000" cy="167361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1"/>
            </p:custDataLst>
          </p:nvPr>
        </p:nvSpPr>
        <p:spPr>
          <a:xfrm>
            <a:off x="3930616" y="2687883"/>
            <a:ext cx="5572869" cy="860632"/>
          </a:xfrm>
        </p:spPr>
        <p:txBody>
          <a:bodyPr lIns="90000" tIns="46800" rIns="90000" bIns="0" anchor="b" anchorCtr="0">
            <a:normAutofit/>
          </a:bodyPr>
          <a:lstStyle>
            <a:lvl1pPr algn="l">
              <a:defRPr sz="4800" u="none" strike="noStrike" kern="1200" cap="none" spc="300" normalizeH="0" baseline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5"/>
            </p:custDataLst>
          </p:nvPr>
        </p:nvSpPr>
        <p:spPr>
          <a:xfrm>
            <a:off x="3930616" y="3602572"/>
            <a:ext cx="5572297" cy="969832"/>
          </a:xfrm>
        </p:spPr>
        <p:txBody>
          <a:bodyPr lIns="90000" tIns="0" rIns="90000" bIns="46800">
            <a:normAutofit/>
          </a:bodyPr>
          <a:lstStyle>
            <a:lvl1pPr marL="0" indent="0" algn="l">
              <a:buNone/>
              <a:defRPr sz="180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238877" y="952508"/>
            <a:ext cx="5283242" cy="5388907"/>
          </a:xfrm>
        </p:spPr>
        <p:txBody>
          <a:bodyPr>
            <a:noAutofit/>
          </a:bodyPr>
          <a:lstStyle>
            <a:lvl1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69930" y="952508"/>
            <a:ext cx="5283242" cy="381003"/>
          </a:xfrm>
        </p:spPr>
        <p:txBody>
          <a:bodyPr lIns="101600" tIns="38100" rIns="76200" bIns="38100" anchor="t" anchorCtr="0">
            <a:no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0" u="none" strike="noStrike" kern="1200" cap="none" spc="200" normalizeH="0" baseline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69925" y="1406525"/>
            <a:ext cx="5283200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952508"/>
            <a:ext cx="5283242" cy="381003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0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406525"/>
            <a:ext cx="5283242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10795"/>
            <a:ext cx="12202795" cy="6858000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845820" y="1683385"/>
            <a:ext cx="3874135" cy="3297555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8"/>
            </p:custDataLst>
          </p:nvPr>
        </p:nvPicPr>
        <p:blipFill>
          <a:blip r:embed="rId9" r:link="rId10" cstate="screen"/>
          <a:stretch>
            <a:fillRect/>
          </a:stretch>
        </p:blipFill>
        <p:spPr>
          <a:xfrm>
            <a:off x="10972800" y="6018344"/>
            <a:ext cx="1143000" cy="83965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1"/>
            </p:custDataLst>
          </p:nvPr>
        </p:nvSpPr>
        <p:spPr/>
        <p:txBody>
          <a:bodyPr vert="horz" lIns="90170" tIns="46990" rIns="90170" bIns="46990" rtlCol="0" anchor="t" anchorCtr="0">
            <a:normAutofit/>
          </a:bodyPr>
          <a:lstStyle>
            <a:lvl1pPr marL="0" marR="0" lvl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930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4"/>
            </p:custDataLst>
          </p:nvPr>
        </p:nvSpPr>
        <p:spPr>
          <a:xfrm>
            <a:off x="6238925" y="952508"/>
            <a:ext cx="5283242" cy="5388907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  <p:custDataLst>
              <p:tags r:id="rId2"/>
            </p:custDataLst>
          </p:nvPr>
        </p:nvSpPr>
        <p:spPr>
          <a:xfrm>
            <a:off x="10571135" y="952508"/>
            <a:ext cx="950984" cy="5388907"/>
          </a:xfrm>
        </p:spPr>
        <p:txBody>
          <a:bodyPr vert="eaVert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669925" y="952500"/>
            <a:ext cx="9828101" cy="5388907"/>
          </a:xfrm>
        </p:spPr>
        <p:txBody>
          <a:bodyPr vert="eaVert"/>
          <a:lstStyle>
            <a:lvl1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69930" y="952508"/>
            <a:ext cx="10852237" cy="5388907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矩形: 圆角 14"/>
          <p:cNvSpPr/>
          <p:nvPr userDrawn="1">
            <p:custDataLst>
              <p:tags r:id="rId5"/>
            </p:custDataLst>
          </p:nvPr>
        </p:nvSpPr>
        <p:spPr>
          <a:xfrm>
            <a:off x="4864735" y="4306852"/>
            <a:ext cx="2266315" cy="476405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  <a:tileRect/>
          </a:gradFill>
          <a:ln w="9525" cap="flat">
            <a:noFill/>
            <a:prstDash val="solid"/>
            <a:miter/>
          </a:ln>
          <a:effectLst>
            <a:glow rad="114300">
              <a:srgbClr val="00EDB0">
                <a:alpha val="16000"/>
              </a:srgbClr>
            </a:glow>
            <a:softEdge rad="0"/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 b="1" dirty="0">
              <a:solidFill>
                <a:schemeClr val="tx1"/>
              </a:solidFill>
            </a:endParaRPr>
          </a:p>
        </p:txBody>
      </p:sp>
      <p:pic>
        <p:nvPicPr>
          <p:cNvPr id="10" name="图片 9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1397000"/>
            <a:ext cx="2467127" cy="406400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9"/>
            </p:custDataLst>
          </p:nvPr>
        </p:nvPicPr>
        <p:blipFill>
          <a:blip r:embed="rId10" r:link="rId11" cstate="screen"/>
          <a:stretch>
            <a:fillRect/>
          </a:stretch>
        </p:blipFill>
        <p:spPr>
          <a:xfrm>
            <a:off x="9724873" y="1397000"/>
            <a:ext cx="2467127" cy="4064000"/>
          </a:xfrm>
          <a:prstGeom prst="rect">
            <a:avLst/>
          </a:prstGeom>
        </p:spPr>
      </p:pic>
      <p:grpSp>
        <p:nvGrpSpPr>
          <p:cNvPr id="12" name="组合 11"/>
          <p:cNvGrpSpPr/>
          <p:nvPr userDrawn="1">
            <p:custDataLst>
              <p:tags r:id="rId12"/>
            </p:custDataLst>
          </p:nvPr>
        </p:nvGrpSpPr>
        <p:grpSpPr>
          <a:xfrm>
            <a:off x="4967605" y="1990090"/>
            <a:ext cx="2322195" cy="839470"/>
            <a:chOff x="7776" y="7859"/>
            <a:chExt cx="3657" cy="1322"/>
          </a:xfrm>
        </p:grpSpPr>
        <p:pic>
          <p:nvPicPr>
            <p:cNvPr id="13" name="图片 12"/>
            <p:cNvPicPr/>
            <p:nvPr>
              <p:custDataLst>
                <p:tags r:id="rId13"/>
              </p:custDataLst>
            </p:nvPr>
          </p:nvPicPr>
          <p:blipFill>
            <a:blip r:embed="rId14" r:link="rId15" cstate="screen"/>
            <a:stretch>
              <a:fillRect/>
            </a:stretch>
          </p:blipFill>
          <p:spPr>
            <a:xfrm>
              <a:off x="9633" y="7859"/>
              <a:ext cx="1800" cy="1322"/>
            </a:xfrm>
            <a:prstGeom prst="rect">
              <a:avLst/>
            </a:prstGeom>
          </p:spPr>
        </p:pic>
        <p:pic>
          <p:nvPicPr>
            <p:cNvPr id="14" name="图片 13"/>
            <p:cNvPicPr/>
            <p:nvPr>
              <p:custDataLst>
                <p:tags r:id="rId16"/>
              </p:custDataLst>
            </p:nvPr>
          </p:nvPicPr>
          <p:blipFill>
            <a:blip r:embed="rId14" r:link="rId15" cstate="screen"/>
            <a:stretch>
              <a:fillRect/>
            </a:stretch>
          </p:blipFill>
          <p:spPr>
            <a:xfrm flipH="1">
              <a:off x="7776" y="7859"/>
              <a:ext cx="1800" cy="1322"/>
            </a:xfrm>
            <a:prstGeom prst="rect">
              <a:avLst/>
            </a:prstGeom>
          </p:spPr>
        </p:pic>
      </p:grp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7"/>
            </p:custDataLst>
          </p:nvPr>
        </p:nvSpPr>
        <p:spPr>
          <a:xfrm>
            <a:off x="3501986" y="2829175"/>
            <a:ext cx="5188028" cy="1438459"/>
          </a:xfrm>
        </p:spPr>
        <p:txBody>
          <a:bodyPr vert="horz" lIns="90170" tIns="46990" rIns="90170" bIns="0" rtlCol="0" anchor="b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8800" b="1" i="0" u="none" strike="noStrike" kern="1200" cap="none" spc="300" normalizeH="0" baseline="0" noProof="1" dirty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编辑标题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8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20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 hasCustomPrompt="1"/>
            <p:custDataLst>
              <p:tags r:id="rId21"/>
            </p:custDataLst>
          </p:nvPr>
        </p:nvSpPr>
        <p:spPr>
          <a:xfrm>
            <a:off x="4866611" y="4306852"/>
            <a:ext cx="2266316" cy="476404"/>
          </a:xfrm>
        </p:spPr>
        <p:txBody>
          <a:bodyPr lIns="90000" tIns="46800" rIns="90000" bIns="4680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1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通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/>
        <p:txBody>
          <a:bodyPr/>
          <a:lstStyle>
            <a:lvl1pPr algn="ctr">
              <a:defRPr baseline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相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>
            <p:custDataLst>
              <p:tags r:id="rId2"/>
            </p:custDataLst>
          </p:nvPr>
        </p:nvSpPr>
        <p:spPr>
          <a:xfrm>
            <a:off x="608076" y="457200"/>
            <a:ext cx="10975848" cy="5943600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281600" y="1249200"/>
            <a:ext cx="9626400" cy="723600"/>
          </a:xfrm>
        </p:spPr>
        <p:txBody>
          <a:bodyPr anchor="ctr"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1281113" y="2163600"/>
            <a:ext cx="9626600" cy="3445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左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4823460" cy="6866255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pic>
        <p:nvPicPr>
          <p:cNvPr id="10" name="图片 9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10994390" y="76200"/>
            <a:ext cx="1143000" cy="103124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5539740"/>
            <a:ext cx="1731010" cy="13182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583200" y="770400"/>
            <a:ext cx="3960000" cy="882000"/>
          </a:xfrm>
        </p:spPr>
        <p:txBody>
          <a:bodyPr anchor="ctr">
            <a:normAutofit/>
          </a:bodyPr>
          <a:lstStyle>
            <a:lvl1pPr>
              <a:defRPr sz="3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586800" y="1764000"/>
            <a:ext cx="3956400" cy="4093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5101200" y="769938"/>
            <a:ext cx="6480000" cy="508793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上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2664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pic>
        <p:nvPicPr>
          <p:cNvPr id="11" name="图片 10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65405" y="65405"/>
            <a:ext cx="1143000" cy="1031240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10885805" y="65405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12000" y="781200"/>
            <a:ext cx="10976400" cy="626400"/>
          </a:xfrm>
        </p:spPr>
        <p:txBody>
          <a:bodyPr anchor="ctr">
            <a:normAutofit/>
          </a:bodyPr>
          <a:lstStyle>
            <a:lvl1pPr algn="ctr">
              <a:defRPr sz="3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612000" y="1659600"/>
            <a:ext cx="10975975" cy="828000"/>
          </a:xfrm>
        </p:spPr>
        <p:txBody>
          <a:bodyPr/>
          <a:lstStyle>
            <a:lvl1pPr algn="ctr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12775" y="2808000"/>
            <a:ext cx="10965600" cy="34308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/>
          <p:nvPr userDrawn="1">
            <p:custDataLst>
              <p:tags r:id="rId2"/>
            </p:custDataLst>
          </p:nvPr>
        </p:nvPicPr>
        <p:blipFill>
          <a:blip r:embed="rId3" r:link="rId4" cstate="screen"/>
          <a:stretch>
            <a:fillRect/>
          </a:stretch>
        </p:blipFill>
        <p:spPr>
          <a:xfrm>
            <a:off x="76200" y="86995"/>
            <a:ext cx="1143000" cy="103124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10983595" y="86995"/>
            <a:ext cx="1143000" cy="839470"/>
          </a:xfrm>
          <a:prstGeom prst="rect">
            <a:avLst/>
          </a:prstGeom>
        </p:spPr>
      </p:pic>
      <p:sp>
        <p:nvSpPr>
          <p:cNvPr id="8" name="矩形 7"/>
          <p:cNvSpPr/>
          <p:nvPr userDrawn="1">
            <p:custDataLst>
              <p:tags r:id="rId8"/>
            </p:custDataLst>
          </p:nvPr>
        </p:nvSpPr>
        <p:spPr>
          <a:xfrm>
            <a:off x="0" y="5029201"/>
            <a:ext cx="12192000" cy="1828799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04800" y="669600"/>
            <a:ext cx="10976400" cy="565200"/>
          </a:xfrm>
        </p:spPr>
        <p:txBody>
          <a:bodyPr anchor="ctr">
            <a:normAutofit/>
          </a:bodyPr>
          <a:lstStyle>
            <a:lvl1pPr algn="ctr">
              <a:defRPr sz="3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604837" y="1681200"/>
            <a:ext cx="10990800" cy="321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4"/>
            <p:custDataLst>
              <p:tags r:id="rId14"/>
            </p:custDataLst>
          </p:nvPr>
        </p:nvSpPr>
        <p:spPr>
          <a:xfrm>
            <a:off x="594000" y="5180400"/>
            <a:ext cx="11001600" cy="10116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导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pic>
        <p:nvPicPr>
          <p:cNvPr id="12" name="图片 11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11178540" y="0"/>
            <a:ext cx="1013460" cy="914400"/>
          </a:xfrm>
          <a:prstGeom prst="rect">
            <a:avLst/>
          </a:prstGeom>
        </p:spPr>
      </p:pic>
      <p:pic>
        <p:nvPicPr>
          <p:cNvPr id="14" name="图片 13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6029325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79600" y="237600"/>
            <a:ext cx="11037600" cy="441964"/>
          </a:xfrm>
        </p:spPr>
        <p:txBody>
          <a:bodyPr>
            <a:normAutofit/>
          </a:bodyPr>
          <a:lstStyle>
            <a:lvl1pPr>
              <a:defRPr sz="28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579600" y="1663200"/>
            <a:ext cx="5342400" cy="28944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242400" y="1663200"/>
            <a:ext cx="5367600" cy="28944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1" name="文本占位符 10"/>
          <p:cNvSpPr>
            <a:spLocks noGrp="1"/>
          </p:cNvSpPr>
          <p:nvPr>
            <p:ph type="body" sz="quarter" idx="15"/>
            <p:custDataLst>
              <p:tags r:id="rId15"/>
            </p:custDataLst>
          </p:nvPr>
        </p:nvSpPr>
        <p:spPr>
          <a:xfrm>
            <a:off x="572400" y="4816800"/>
            <a:ext cx="5342400" cy="78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6"/>
            <p:custDataLst>
              <p:tags r:id="rId16"/>
            </p:custDataLst>
          </p:nvPr>
        </p:nvSpPr>
        <p:spPr>
          <a:xfrm>
            <a:off x="6253200" y="4813200"/>
            <a:ext cx="5367600" cy="78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腰带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959224"/>
            <a:ext cx="12192000" cy="4939553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pic>
        <p:nvPicPr>
          <p:cNvPr id="8" name="图片 7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97790" y="76200"/>
            <a:ext cx="2287905" cy="2000885"/>
          </a:xfrm>
          <a:prstGeom prst="rect">
            <a:avLst/>
          </a:prstGeom>
        </p:spPr>
      </p:pic>
      <p:pic>
        <p:nvPicPr>
          <p:cNvPr id="9" name="图片 8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10034270" y="5273040"/>
            <a:ext cx="2157730" cy="1584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1522800" y="1339200"/>
            <a:ext cx="9144000" cy="2386800"/>
          </a:xfrm>
        </p:spPr>
        <p:txBody>
          <a:bodyPr anchor="b">
            <a:normAutofit/>
          </a:bodyPr>
          <a:lstStyle>
            <a:lvl1pPr algn="ctr">
              <a:defRPr sz="60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1522413" y="3862800"/>
            <a:ext cx="9144000" cy="1656000"/>
          </a:xfrm>
        </p:spPr>
        <p:txBody>
          <a:bodyPr/>
          <a:lstStyle>
            <a:lvl1pPr algn="ctr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矩形: 圆角 12"/>
          <p:cNvSpPr/>
          <p:nvPr userDrawn="1">
            <p:custDataLst>
              <p:tags r:id="rId5"/>
            </p:custDataLst>
          </p:nvPr>
        </p:nvSpPr>
        <p:spPr>
          <a:xfrm>
            <a:off x="1252110" y="3662990"/>
            <a:ext cx="2108573" cy="454596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84AC"/>
              </a:gs>
              <a:gs pos="100000">
                <a:srgbClr val="01A5AE"/>
              </a:gs>
            </a:gsLst>
            <a:lin ang="0" scaled="0"/>
            <a:tileRect/>
          </a:gradFill>
          <a:ln w="9525" cap="flat">
            <a:noFill/>
            <a:prstDash val="solid"/>
            <a:miter/>
          </a:ln>
          <a:effectLst>
            <a:glow rad="114300">
              <a:srgbClr val="00EDB0">
                <a:alpha val="16000"/>
              </a:srgbClr>
            </a:glow>
            <a:softEdge rad="0"/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9" name="图片 8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6096000" y="1169618"/>
            <a:ext cx="5486400" cy="4518764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9"/>
            </p:custDataLst>
          </p:nvPr>
        </p:nvPicPr>
        <p:blipFill>
          <a:blip r:embed="rId10" r:link="rId11" cstate="screen"/>
          <a:stretch>
            <a:fillRect/>
          </a:stretch>
        </p:blipFill>
        <p:spPr>
          <a:xfrm>
            <a:off x="109220" y="138430"/>
            <a:ext cx="1143000" cy="1031347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12"/>
            </p:custDataLst>
          </p:nvPr>
        </p:nvPicPr>
        <p:blipFill>
          <a:blip r:embed="rId13" r:link="rId14" cstate="screen"/>
          <a:stretch>
            <a:fillRect/>
          </a:stretch>
        </p:blipFill>
        <p:spPr>
          <a:xfrm>
            <a:off x="2558415" y="4443544"/>
            <a:ext cx="1143000" cy="839656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15"/>
            </p:custDataLst>
          </p:nvPr>
        </p:nvPicPr>
        <p:blipFill>
          <a:blip r:embed="rId13" r:link="rId14" cstate="screen"/>
          <a:stretch>
            <a:fillRect/>
          </a:stretch>
        </p:blipFill>
        <p:spPr>
          <a:xfrm flipH="1">
            <a:off x="1379220" y="4443544"/>
            <a:ext cx="1143000" cy="83965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6"/>
            </p:custDataLst>
          </p:nvPr>
        </p:nvSpPr>
        <p:spPr>
          <a:xfrm>
            <a:off x="1166047" y="1351502"/>
            <a:ext cx="5148690" cy="2087846"/>
          </a:xfrm>
        </p:spPr>
        <p:txBody>
          <a:bodyPr lIns="90000" tIns="46800" rIns="90000" bIns="0" anchor="b" anchorCtr="0">
            <a:normAutofit/>
          </a:bodyPr>
          <a:lstStyle>
            <a:lvl1pPr algn="l">
              <a:defRPr sz="6000" spc="200" baseline="0">
                <a:gradFill>
                  <a:gsLst>
                    <a:gs pos="0">
                      <a:srgbClr val="0084AC"/>
                    </a:gs>
                    <a:gs pos="100000">
                      <a:srgbClr val="01A5AE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1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18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1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3" hasCustomPrompt="1"/>
            <p:custDataLst>
              <p:tags r:id="rId20"/>
            </p:custDataLst>
          </p:nvPr>
        </p:nvSpPr>
        <p:spPr>
          <a:xfrm>
            <a:off x="1252110" y="3667369"/>
            <a:ext cx="2108573" cy="454596"/>
          </a:xfrm>
        </p:spPr>
        <p:txBody>
          <a:bodyPr lIns="90000" tIns="46800" rIns="90000" bIns="4680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69882" y="952508"/>
            <a:ext cx="10852237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图片 8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4064000" y="5184384"/>
            <a:ext cx="4064000" cy="1673616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8"/>
            </p:custDataLst>
          </p:nvPr>
        </p:nvPicPr>
        <p:blipFill>
          <a:blip r:embed="rId9" r:link="rId10" cstate="screen"/>
          <a:stretch>
            <a:fillRect/>
          </a:stretch>
        </p:blipFill>
        <p:spPr>
          <a:xfrm>
            <a:off x="4064000" y="0"/>
            <a:ext cx="4064000" cy="167361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1"/>
            </p:custDataLst>
          </p:nvPr>
        </p:nvSpPr>
        <p:spPr>
          <a:xfrm>
            <a:off x="3930616" y="2687883"/>
            <a:ext cx="5572869" cy="860632"/>
          </a:xfrm>
        </p:spPr>
        <p:txBody>
          <a:bodyPr lIns="90000" tIns="46800" rIns="90000" bIns="0" anchor="b" anchorCtr="0">
            <a:normAutofit/>
          </a:bodyPr>
          <a:lstStyle>
            <a:lvl1pPr algn="l">
              <a:defRPr sz="4800" u="none" strike="noStrike" kern="1200" cap="none" spc="300" normalizeH="0" baseline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5"/>
            </p:custDataLst>
          </p:nvPr>
        </p:nvSpPr>
        <p:spPr>
          <a:xfrm>
            <a:off x="3930616" y="3602572"/>
            <a:ext cx="5572297" cy="969832"/>
          </a:xfrm>
        </p:spPr>
        <p:txBody>
          <a:bodyPr lIns="90000" tIns="0" rIns="90000" bIns="46800">
            <a:normAutofit/>
          </a:bodyPr>
          <a:lstStyle>
            <a:lvl1pPr marL="0" indent="0" algn="l">
              <a:buNone/>
              <a:defRPr sz="180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238877" y="952508"/>
            <a:ext cx="5283242" cy="5388907"/>
          </a:xfrm>
        </p:spPr>
        <p:txBody>
          <a:bodyPr>
            <a:noAutofit/>
          </a:bodyPr>
          <a:lstStyle>
            <a:lvl1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69930" y="952508"/>
            <a:ext cx="5283242" cy="381003"/>
          </a:xfrm>
        </p:spPr>
        <p:txBody>
          <a:bodyPr lIns="101600" tIns="38100" rIns="76200" bIns="38100" anchor="t" anchorCtr="0">
            <a:no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0" u="none" strike="noStrike" kern="1200" cap="none" spc="200" normalizeH="0" baseline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69925" y="1406525"/>
            <a:ext cx="5283200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952508"/>
            <a:ext cx="5283242" cy="381003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0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406525"/>
            <a:ext cx="5283242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10795"/>
            <a:ext cx="12202795" cy="6858000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845820" y="1683385"/>
            <a:ext cx="3874135" cy="3297555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8"/>
            </p:custDataLst>
          </p:nvPr>
        </p:nvPicPr>
        <p:blipFill>
          <a:blip r:embed="rId9" r:link="rId10" cstate="screen"/>
          <a:stretch>
            <a:fillRect/>
          </a:stretch>
        </p:blipFill>
        <p:spPr>
          <a:xfrm>
            <a:off x="10972800" y="6018344"/>
            <a:ext cx="1143000" cy="83965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1"/>
            </p:custDataLst>
          </p:nvPr>
        </p:nvSpPr>
        <p:spPr/>
        <p:txBody>
          <a:bodyPr vert="horz" lIns="90170" tIns="46990" rIns="90170" bIns="46990" rtlCol="0" anchor="t" anchorCtr="0">
            <a:normAutofit/>
          </a:bodyPr>
          <a:lstStyle>
            <a:lvl1pPr marL="0" marR="0" lvl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930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4"/>
            </p:custDataLst>
          </p:nvPr>
        </p:nvSpPr>
        <p:spPr>
          <a:xfrm>
            <a:off x="6238925" y="952508"/>
            <a:ext cx="5283242" cy="5388907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  <p:custDataLst>
              <p:tags r:id="rId2"/>
            </p:custDataLst>
          </p:nvPr>
        </p:nvSpPr>
        <p:spPr>
          <a:xfrm>
            <a:off x="10571135" y="952508"/>
            <a:ext cx="950984" cy="5388907"/>
          </a:xfrm>
        </p:spPr>
        <p:txBody>
          <a:bodyPr vert="eaVert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669925" y="952500"/>
            <a:ext cx="9828101" cy="5388907"/>
          </a:xfrm>
        </p:spPr>
        <p:txBody>
          <a:bodyPr vert="eaVert"/>
          <a:lstStyle>
            <a:lvl1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69930" y="952508"/>
            <a:ext cx="10852237" cy="5388907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矩形: 圆角 14"/>
          <p:cNvSpPr/>
          <p:nvPr userDrawn="1">
            <p:custDataLst>
              <p:tags r:id="rId5"/>
            </p:custDataLst>
          </p:nvPr>
        </p:nvSpPr>
        <p:spPr>
          <a:xfrm>
            <a:off x="4864735" y="4306852"/>
            <a:ext cx="2266315" cy="476405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  <a:tileRect/>
          </a:gradFill>
          <a:ln w="9525" cap="flat">
            <a:noFill/>
            <a:prstDash val="solid"/>
            <a:miter/>
          </a:ln>
          <a:effectLst>
            <a:glow rad="114300">
              <a:srgbClr val="00EDB0">
                <a:alpha val="16000"/>
              </a:srgbClr>
            </a:glow>
            <a:softEdge rad="0"/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 b="1" dirty="0">
              <a:solidFill>
                <a:schemeClr val="tx1"/>
              </a:solidFill>
            </a:endParaRPr>
          </a:p>
        </p:txBody>
      </p:sp>
      <p:pic>
        <p:nvPicPr>
          <p:cNvPr id="10" name="图片 9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1397000"/>
            <a:ext cx="2467127" cy="406400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9"/>
            </p:custDataLst>
          </p:nvPr>
        </p:nvPicPr>
        <p:blipFill>
          <a:blip r:embed="rId10" r:link="rId11" cstate="screen"/>
          <a:stretch>
            <a:fillRect/>
          </a:stretch>
        </p:blipFill>
        <p:spPr>
          <a:xfrm>
            <a:off x="9724873" y="1397000"/>
            <a:ext cx="2467127" cy="4064000"/>
          </a:xfrm>
          <a:prstGeom prst="rect">
            <a:avLst/>
          </a:prstGeom>
        </p:spPr>
      </p:pic>
      <p:grpSp>
        <p:nvGrpSpPr>
          <p:cNvPr id="12" name="组合 11"/>
          <p:cNvGrpSpPr/>
          <p:nvPr userDrawn="1">
            <p:custDataLst>
              <p:tags r:id="rId12"/>
            </p:custDataLst>
          </p:nvPr>
        </p:nvGrpSpPr>
        <p:grpSpPr>
          <a:xfrm>
            <a:off x="4967605" y="1990090"/>
            <a:ext cx="2322195" cy="839470"/>
            <a:chOff x="7776" y="7859"/>
            <a:chExt cx="3657" cy="1322"/>
          </a:xfrm>
        </p:grpSpPr>
        <p:pic>
          <p:nvPicPr>
            <p:cNvPr id="13" name="图片 12"/>
            <p:cNvPicPr/>
            <p:nvPr>
              <p:custDataLst>
                <p:tags r:id="rId13"/>
              </p:custDataLst>
            </p:nvPr>
          </p:nvPicPr>
          <p:blipFill>
            <a:blip r:embed="rId14" r:link="rId15" cstate="screen"/>
            <a:stretch>
              <a:fillRect/>
            </a:stretch>
          </p:blipFill>
          <p:spPr>
            <a:xfrm>
              <a:off x="9633" y="7859"/>
              <a:ext cx="1800" cy="1322"/>
            </a:xfrm>
            <a:prstGeom prst="rect">
              <a:avLst/>
            </a:prstGeom>
          </p:spPr>
        </p:pic>
        <p:pic>
          <p:nvPicPr>
            <p:cNvPr id="14" name="图片 13"/>
            <p:cNvPicPr/>
            <p:nvPr>
              <p:custDataLst>
                <p:tags r:id="rId16"/>
              </p:custDataLst>
            </p:nvPr>
          </p:nvPicPr>
          <p:blipFill>
            <a:blip r:embed="rId14" r:link="rId15" cstate="screen"/>
            <a:stretch>
              <a:fillRect/>
            </a:stretch>
          </p:blipFill>
          <p:spPr>
            <a:xfrm flipH="1">
              <a:off x="7776" y="7859"/>
              <a:ext cx="1800" cy="1322"/>
            </a:xfrm>
            <a:prstGeom prst="rect">
              <a:avLst/>
            </a:prstGeom>
          </p:spPr>
        </p:pic>
      </p:grp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7"/>
            </p:custDataLst>
          </p:nvPr>
        </p:nvSpPr>
        <p:spPr>
          <a:xfrm>
            <a:off x="3501986" y="2829175"/>
            <a:ext cx="5188028" cy="1438459"/>
          </a:xfrm>
        </p:spPr>
        <p:txBody>
          <a:bodyPr vert="horz" lIns="90170" tIns="46990" rIns="90170" bIns="0" rtlCol="0" anchor="b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8800" b="1" i="0" u="none" strike="noStrike" kern="1200" cap="none" spc="300" normalizeH="0" baseline="0" noProof="1" dirty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编辑标题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8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20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 hasCustomPrompt="1"/>
            <p:custDataLst>
              <p:tags r:id="rId21"/>
            </p:custDataLst>
          </p:nvPr>
        </p:nvSpPr>
        <p:spPr>
          <a:xfrm>
            <a:off x="4866611" y="4306852"/>
            <a:ext cx="2266316" cy="476404"/>
          </a:xfrm>
        </p:spPr>
        <p:txBody>
          <a:bodyPr lIns="90000" tIns="46800" rIns="90000" bIns="4680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1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通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/>
        <p:txBody>
          <a:bodyPr/>
          <a:lstStyle>
            <a:lvl1pPr algn="ctr">
              <a:defRPr baseline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相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>
            <p:custDataLst>
              <p:tags r:id="rId2"/>
            </p:custDataLst>
          </p:nvPr>
        </p:nvSpPr>
        <p:spPr>
          <a:xfrm>
            <a:off x="608076" y="457200"/>
            <a:ext cx="10975848" cy="5943600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281600" y="1249200"/>
            <a:ext cx="9626400" cy="723600"/>
          </a:xfrm>
        </p:spPr>
        <p:txBody>
          <a:bodyPr anchor="ctr"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1281113" y="2163600"/>
            <a:ext cx="9626600" cy="3445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左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4823460" cy="6866255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pic>
        <p:nvPicPr>
          <p:cNvPr id="10" name="图片 9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10994390" y="76200"/>
            <a:ext cx="1143000" cy="103124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5539740"/>
            <a:ext cx="1731010" cy="13182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583200" y="770400"/>
            <a:ext cx="3960000" cy="882000"/>
          </a:xfrm>
        </p:spPr>
        <p:txBody>
          <a:bodyPr anchor="ctr">
            <a:normAutofit/>
          </a:bodyPr>
          <a:lstStyle>
            <a:lvl1pPr>
              <a:defRPr sz="3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586800" y="1764000"/>
            <a:ext cx="3956400" cy="4093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5101200" y="769938"/>
            <a:ext cx="6480000" cy="508793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上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2664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pic>
        <p:nvPicPr>
          <p:cNvPr id="11" name="图片 10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65405" y="65405"/>
            <a:ext cx="1143000" cy="1031240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10885805" y="65405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12000" y="781200"/>
            <a:ext cx="10976400" cy="626400"/>
          </a:xfrm>
        </p:spPr>
        <p:txBody>
          <a:bodyPr anchor="ctr">
            <a:normAutofit/>
          </a:bodyPr>
          <a:lstStyle>
            <a:lvl1pPr algn="ctr">
              <a:defRPr sz="3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612000" y="1659600"/>
            <a:ext cx="10975975" cy="828000"/>
          </a:xfrm>
        </p:spPr>
        <p:txBody>
          <a:bodyPr/>
          <a:lstStyle>
            <a:lvl1pPr algn="ctr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12775" y="2808000"/>
            <a:ext cx="10965600" cy="34308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/>
          <p:nvPr userDrawn="1">
            <p:custDataLst>
              <p:tags r:id="rId2"/>
            </p:custDataLst>
          </p:nvPr>
        </p:nvPicPr>
        <p:blipFill>
          <a:blip r:embed="rId3" r:link="rId4" cstate="screen"/>
          <a:stretch>
            <a:fillRect/>
          </a:stretch>
        </p:blipFill>
        <p:spPr>
          <a:xfrm>
            <a:off x="76200" y="86995"/>
            <a:ext cx="1143000" cy="103124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10983595" y="86995"/>
            <a:ext cx="1143000" cy="839470"/>
          </a:xfrm>
          <a:prstGeom prst="rect">
            <a:avLst/>
          </a:prstGeom>
        </p:spPr>
      </p:pic>
      <p:sp>
        <p:nvSpPr>
          <p:cNvPr id="8" name="矩形 7"/>
          <p:cNvSpPr/>
          <p:nvPr userDrawn="1">
            <p:custDataLst>
              <p:tags r:id="rId8"/>
            </p:custDataLst>
          </p:nvPr>
        </p:nvSpPr>
        <p:spPr>
          <a:xfrm>
            <a:off x="0" y="5029201"/>
            <a:ext cx="12192000" cy="1828799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04800" y="669600"/>
            <a:ext cx="10976400" cy="565200"/>
          </a:xfrm>
        </p:spPr>
        <p:txBody>
          <a:bodyPr anchor="ctr">
            <a:normAutofit/>
          </a:bodyPr>
          <a:lstStyle>
            <a:lvl1pPr algn="ctr">
              <a:defRPr sz="3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604837" y="1681200"/>
            <a:ext cx="10990800" cy="321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4"/>
            <p:custDataLst>
              <p:tags r:id="rId14"/>
            </p:custDataLst>
          </p:nvPr>
        </p:nvSpPr>
        <p:spPr>
          <a:xfrm>
            <a:off x="594000" y="5180400"/>
            <a:ext cx="11001600" cy="10116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导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pic>
        <p:nvPicPr>
          <p:cNvPr id="12" name="图片 11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11178540" y="0"/>
            <a:ext cx="1013460" cy="914400"/>
          </a:xfrm>
          <a:prstGeom prst="rect">
            <a:avLst/>
          </a:prstGeom>
        </p:spPr>
      </p:pic>
      <p:pic>
        <p:nvPicPr>
          <p:cNvPr id="14" name="图片 13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6029325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79600" y="237600"/>
            <a:ext cx="11037600" cy="441964"/>
          </a:xfrm>
        </p:spPr>
        <p:txBody>
          <a:bodyPr>
            <a:normAutofit/>
          </a:bodyPr>
          <a:lstStyle>
            <a:lvl1pPr>
              <a:defRPr sz="28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579600" y="1663200"/>
            <a:ext cx="5342400" cy="28944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242400" y="1663200"/>
            <a:ext cx="5367600" cy="28944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1" name="文本占位符 10"/>
          <p:cNvSpPr>
            <a:spLocks noGrp="1"/>
          </p:cNvSpPr>
          <p:nvPr>
            <p:ph type="body" sz="quarter" idx="15"/>
            <p:custDataLst>
              <p:tags r:id="rId15"/>
            </p:custDataLst>
          </p:nvPr>
        </p:nvSpPr>
        <p:spPr>
          <a:xfrm>
            <a:off x="572400" y="4816800"/>
            <a:ext cx="5342400" cy="78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6"/>
            <p:custDataLst>
              <p:tags r:id="rId16"/>
            </p:custDataLst>
          </p:nvPr>
        </p:nvSpPr>
        <p:spPr>
          <a:xfrm>
            <a:off x="6253200" y="4813200"/>
            <a:ext cx="5367600" cy="78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腰带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959224"/>
            <a:ext cx="12192000" cy="4939553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pic>
        <p:nvPicPr>
          <p:cNvPr id="8" name="图片 7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97790" y="76200"/>
            <a:ext cx="2287905" cy="2000885"/>
          </a:xfrm>
          <a:prstGeom prst="rect">
            <a:avLst/>
          </a:prstGeom>
        </p:spPr>
      </p:pic>
      <p:pic>
        <p:nvPicPr>
          <p:cNvPr id="9" name="图片 8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10034270" y="5273040"/>
            <a:ext cx="2157730" cy="1584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1522800" y="1339200"/>
            <a:ext cx="9144000" cy="2386800"/>
          </a:xfrm>
        </p:spPr>
        <p:txBody>
          <a:bodyPr anchor="b">
            <a:normAutofit/>
          </a:bodyPr>
          <a:lstStyle>
            <a:lvl1pPr algn="ctr">
              <a:defRPr sz="60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1522413" y="3862800"/>
            <a:ext cx="9144000" cy="1656000"/>
          </a:xfrm>
        </p:spPr>
        <p:txBody>
          <a:bodyPr/>
          <a:lstStyle>
            <a:lvl1pPr algn="ctr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矩形: 圆角 12"/>
          <p:cNvSpPr/>
          <p:nvPr userDrawn="1">
            <p:custDataLst>
              <p:tags r:id="rId5"/>
            </p:custDataLst>
          </p:nvPr>
        </p:nvSpPr>
        <p:spPr>
          <a:xfrm>
            <a:off x="1252110" y="3662990"/>
            <a:ext cx="2108573" cy="454596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84AC"/>
              </a:gs>
              <a:gs pos="100000">
                <a:srgbClr val="01A5AE"/>
              </a:gs>
            </a:gsLst>
            <a:lin ang="0" scaled="0"/>
            <a:tileRect/>
          </a:gradFill>
          <a:ln w="9525" cap="flat">
            <a:noFill/>
            <a:prstDash val="solid"/>
            <a:miter/>
          </a:ln>
          <a:effectLst>
            <a:glow rad="114300">
              <a:srgbClr val="00EDB0">
                <a:alpha val="16000"/>
              </a:srgbClr>
            </a:glow>
            <a:softEdge rad="0"/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>
              <a:solidFill>
                <a:schemeClr val="tx1"/>
              </a:solidFill>
            </a:endParaRPr>
          </a:p>
        </p:txBody>
      </p:sp>
      <p:pic>
        <p:nvPicPr>
          <p:cNvPr id="9" name="图片 8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6096000" y="1169618"/>
            <a:ext cx="5486400" cy="4518764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9"/>
            </p:custDataLst>
          </p:nvPr>
        </p:nvPicPr>
        <p:blipFill>
          <a:blip r:embed="rId10" r:link="rId11" cstate="screen"/>
          <a:stretch>
            <a:fillRect/>
          </a:stretch>
        </p:blipFill>
        <p:spPr>
          <a:xfrm>
            <a:off x="109220" y="138430"/>
            <a:ext cx="1143000" cy="1031347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12"/>
            </p:custDataLst>
          </p:nvPr>
        </p:nvPicPr>
        <p:blipFill>
          <a:blip r:embed="rId13" r:link="rId14" cstate="screen"/>
          <a:stretch>
            <a:fillRect/>
          </a:stretch>
        </p:blipFill>
        <p:spPr>
          <a:xfrm>
            <a:off x="2558415" y="4443544"/>
            <a:ext cx="1143000" cy="839656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15"/>
            </p:custDataLst>
          </p:nvPr>
        </p:nvPicPr>
        <p:blipFill>
          <a:blip r:embed="rId13" r:link="rId14" cstate="screen"/>
          <a:stretch>
            <a:fillRect/>
          </a:stretch>
        </p:blipFill>
        <p:spPr>
          <a:xfrm flipH="1">
            <a:off x="1379220" y="4443544"/>
            <a:ext cx="1143000" cy="83965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6"/>
            </p:custDataLst>
          </p:nvPr>
        </p:nvSpPr>
        <p:spPr>
          <a:xfrm>
            <a:off x="1166047" y="1351502"/>
            <a:ext cx="5148690" cy="2087846"/>
          </a:xfrm>
        </p:spPr>
        <p:txBody>
          <a:bodyPr lIns="90000" tIns="46800" rIns="90000" bIns="0" anchor="b" anchorCtr="0">
            <a:normAutofit/>
          </a:bodyPr>
          <a:lstStyle>
            <a:lvl1pPr algn="l">
              <a:defRPr sz="6000" spc="200" baseline="0">
                <a:gradFill>
                  <a:gsLst>
                    <a:gs pos="0">
                      <a:srgbClr val="0084AC"/>
                    </a:gs>
                    <a:gs pos="100000">
                      <a:srgbClr val="01A5AE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1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18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1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3" hasCustomPrompt="1"/>
            <p:custDataLst>
              <p:tags r:id="rId20"/>
            </p:custDataLst>
          </p:nvPr>
        </p:nvSpPr>
        <p:spPr>
          <a:xfrm>
            <a:off x="1252110" y="3667369"/>
            <a:ext cx="2108573" cy="454596"/>
          </a:xfrm>
        </p:spPr>
        <p:txBody>
          <a:bodyPr lIns="90000" tIns="46800" rIns="90000" bIns="46800" anchor="ctr" anchorCtr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69882" y="952508"/>
            <a:ext cx="10852237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图片 8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4064000" y="5184384"/>
            <a:ext cx="4064000" cy="1673616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8"/>
            </p:custDataLst>
          </p:nvPr>
        </p:nvPicPr>
        <p:blipFill>
          <a:blip r:embed="rId9" r:link="rId10" cstate="screen"/>
          <a:stretch>
            <a:fillRect/>
          </a:stretch>
        </p:blipFill>
        <p:spPr>
          <a:xfrm>
            <a:off x="4064000" y="0"/>
            <a:ext cx="4064000" cy="167361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1"/>
            </p:custDataLst>
          </p:nvPr>
        </p:nvSpPr>
        <p:spPr>
          <a:xfrm>
            <a:off x="3930616" y="2687883"/>
            <a:ext cx="5572869" cy="860632"/>
          </a:xfrm>
        </p:spPr>
        <p:txBody>
          <a:bodyPr lIns="90000" tIns="46800" rIns="90000" bIns="0" anchor="b" anchorCtr="0">
            <a:normAutofit/>
          </a:bodyPr>
          <a:lstStyle>
            <a:lvl1pPr algn="l">
              <a:defRPr sz="4800" u="none" strike="noStrike" kern="1200" cap="none" spc="300" normalizeH="0" baseline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5"/>
            </p:custDataLst>
          </p:nvPr>
        </p:nvSpPr>
        <p:spPr>
          <a:xfrm>
            <a:off x="3930616" y="3602572"/>
            <a:ext cx="5572297" cy="969832"/>
          </a:xfrm>
        </p:spPr>
        <p:txBody>
          <a:bodyPr lIns="90000" tIns="0" rIns="90000" bIns="46800">
            <a:normAutofit/>
          </a:bodyPr>
          <a:lstStyle>
            <a:lvl1pPr marL="0" indent="0" algn="l">
              <a:buNone/>
              <a:defRPr sz="180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238877" y="952508"/>
            <a:ext cx="5283242" cy="5388907"/>
          </a:xfrm>
        </p:spPr>
        <p:txBody>
          <a:bodyPr>
            <a:noAutofit/>
          </a:bodyPr>
          <a:lstStyle>
            <a:lvl1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sz="1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69930" y="952508"/>
            <a:ext cx="5283242" cy="381003"/>
          </a:xfrm>
        </p:spPr>
        <p:txBody>
          <a:bodyPr lIns="101600" tIns="38100" rIns="76200" bIns="38100" anchor="t" anchorCtr="0">
            <a:no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0" u="none" strike="noStrike" kern="1200" cap="none" spc="200" normalizeH="0" baseline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69925" y="1406525"/>
            <a:ext cx="5283200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952508"/>
            <a:ext cx="5283242" cy="381003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0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406525"/>
            <a:ext cx="5283242" cy="4934752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10795"/>
            <a:ext cx="12202795" cy="6858000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845820" y="1683385"/>
            <a:ext cx="3874135" cy="3297555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8"/>
            </p:custDataLst>
          </p:nvPr>
        </p:nvPicPr>
        <p:blipFill>
          <a:blip r:embed="rId9" r:link="rId10" cstate="screen"/>
          <a:stretch>
            <a:fillRect/>
          </a:stretch>
        </p:blipFill>
        <p:spPr>
          <a:xfrm>
            <a:off x="10972800" y="6018344"/>
            <a:ext cx="1143000" cy="83965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1"/>
            </p:custDataLst>
          </p:nvPr>
        </p:nvSpPr>
        <p:spPr/>
        <p:txBody>
          <a:bodyPr vert="horz" lIns="90170" tIns="46990" rIns="90170" bIns="46990" rtlCol="0" anchor="t" anchorCtr="0">
            <a:normAutofit/>
          </a:bodyPr>
          <a:lstStyle>
            <a:lvl1pPr marL="0" marR="0" lvl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69930" y="443234"/>
            <a:ext cx="10852237" cy="441964"/>
          </a:xfrm>
        </p:spPr>
        <p:txBody>
          <a:bodyPr vert="horz" lIns="101600" tIns="38100" rIns="76200" bIns="38100" rtlCol="0" anchor="t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3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101600" tIns="0" rIns="82550" bIns="0" rtlCol="0">
            <a:no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4"/>
            </p:custDataLst>
          </p:nvPr>
        </p:nvSpPr>
        <p:spPr>
          <a:xfrm>
            <a:off x="6238925" y="952508"/>
            <a:ext cx="5283242" cy="5388907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  <p:custDataLst>
              <p:tags r:id="rId2"/>
            </p:custDataLst>
          </p:nvPr>
        </p:nvSpPr>
        <p:spPr>
          <a:xfrm>
            <a:off x="10571135" y="952508"/>
            <a:ext cx="950984" cy="5388907"/>
          </a:xfrm>
        </p:spPr>
        <p:txBody>
          <a:bodyPr vert="eaVert" lIns="101600" tIns="38100" rIns="76200" bIns="38100" rtlCol="0" anchor="ctr" anchorCtr="0">
            <a:no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669925" y="952500"/>
            <a:ext cx="9828101" cy="5388907"/>
          </a:xfrm>
        </p:spPr>
        <p:txBody>
          <a:bodyPr vert="eaVert"/>
          <a:lstStyle>
            <a:lvl1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 indent="0" eaLnBrk="1" fontAlgn="auto" latinLnBrk="0" hangingPunct="1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69930" y="952508"/>
            <a:ext cx="10852237" cy="5388907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矩形: 圆角 14"/>
          <p:cNvSpPr/>
          <p:nvPr userDrawn="1">
            <p:custDataLst>
              <p:tags r:id="rId5"/>
            </p:custDataLst>
          </p:nvPr>
        </p:nvSpPr>
        <p:spPr>
          <a:xfrm>
            <a:off x="4864735" y="4306852"/>
            <a:ext cx="2266315" cy="476405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  <a:tileRect/>
          </a:gradFill>
          <a:ln w="9525" cap="flat">
            <a:noFill/>
            <a:prstDash val="solid"/>
            <a:miter/>
          </a:ln>
          <a:effectLst>
            <a:glow rad="114300">
              <a:srgbClr val="00EDB0">
                <a:alpha val="16000"/>
              </a:srgbClr>
            </a:glow>
            <a:softEdge rad="0"/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zh-CN" altLang="en-US" b="1" dirty="0">
              <a:solidFill>
                <a:schemeClr val="tx1"/>
              </a:solidFill>
            </a:endParaRPr>
          </a:p>
        </p:txBody>
      </p:sp>
      <p:pic>
        <p:nvPicPr>
          <p:cNvPr id="10" name="图片 9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1397000"/>
            <a:ext cx="2467127" cy="406400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9"/>
            </p:custDataLst>
          </p:nvPr>
        </p:nvPicPr>
        <p:blipFill>
          <a:blip r:embed="rId10" r:link="rId11" cstate="screen"/>
          <a:stretch>
            <a:fillRect/>
          </a:stretch>
        </p:blipFill>
        <p:spPr>
          <a:xfrm>
            <a:off x="9724873" y="1397000"/>
            <a:ext cx="2467127" cy="4064000"/>
          </a:xfrm>
          <a:prstGeom prst="rect">
            <a:avLst/>
          </a:prstGeom>
        </p:spPr>
      </p:pic>
      <p:grpSp>
        <p:nvGrpSpPr>
          <p:cNvPr id="12" name="组合 11"/>
          <p:cNvGrpSpPr/>
          <p:nvPr userDrawn="1">
            <p:custDataLst>
              <p:tags r:id="rId12"/>
            </p:custDataLst>
          </p:nvPr>
        </p:nvGrpSpPr>
        <p:grpSpPr>
          <a:xfrm>
            <a:off x="4967605" y="1990090"/>
            <a:ext cx="2322195" cy="839470"/>
            <a:chOff x="7776" y="7859"/>
            <a:chExt cx="3657" cy="1322"/>
          </a:xfrm>
        </p:grpSpPr>
        <p:pic>
          <p:nvPicPr>
            <p:cNvPr id="13" name="图片 12"/>
            <p:cNvPicPr/>
            <p:nvPr>
              <p:custDataLst>
                <p:tags r:id="rId13"/>
              </p:custDataLst>
            </p:nvPr>
          </p:nvPicPr>
          <p:blipFill>
            <a:blip r:embed="rId14" r:link="rId15" cstate="screen"/>
            <a:stretch>
              <a:fillRect/>
            </a:stretch>
          </p:blipFill>
          <p:spPr>
            <a:xfrm>
              <a:off x="9633" y="7859"/>
              <a:ext cx="1800" cy="1322"/>
            </a:xfrm>
            <a:prstGeom prst="rect">
              <a:avLst/>
            </a:prstGeom>
          </p:spPr>
        </p:pic>
        <p:pic>
          <p:nvPicPr>
            <p:cNvPr id="14" name="图片 13"/>
            <p:cNvPicPr/>
            <p:nvPr>
              <p:custDataLst>
                <p:tags r:id="rId16"/>
              </p:custDataLst>
            </p:nvPr>
          </p:nvPicPr>
          <p:blipFill>
            <a:blip r:embed="rId14" r:link="rId15" cstate="screen"/>
            <a:stretch>
              <a:fillRect/>
            </a:stretch>
          </p:blipFill>
          <p:spPr>
            <a:xfrm flipH="1">
              <a:off x="7776" y="7859"/>
              <a:ext cx="1800" cy="1322"/>
            </a:xfrm>
            <a:prstGeom prst="rect">
              <a:avLst/>
            </a:prstGeom>
          </p:spPr>
        </p:pic>
      </p:grp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7"/>
            </p:custDataLst>
          </p:nvPr>
        </p:nvSpPr>
        <p:spPr>
          <a:xfrm>
            <a:off x="3501986" y="2829175"/>
            <a:ext cx="5188028" cy="1438459"/>
          </a:xfrm>
        </p:spPr>
        <p:txBody>
          <a:bodyPr vert="horz" lIns="90170" tIns="46990" rIns="90170" bIns="0" rtlCol="0" anchor="b" anchorCtr="0">
            <a:no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8800" b="1" i="0" u="none" strike="noStrike" kern="1200" cap="none" spc="300" normalizeH="0" baseline="0" noProof="1" dirty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编辑标题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8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9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20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 hasCustomPrompt="1"/>
            <p:custDataLst>
              <p:tags r:id="rId21"/>
            </p:custDataLst>
          </p:nvPr>
        </p:nvSpPr>
        <p:spPr>
          <a:xfrm>
            <a:off x="4866611" y="4306852"/>
            <a:ext cx="2266316" cy="476404"/>
          </a:xfrm>
        </p:spPr>
        <p:txBody>
          <a:bodyPr lIns="90000" tIns="46800" rIns="90000" bIns="4680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1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通用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/>
        <p:txBody>
          <a:bodyPr/>
          <a:lstStyle>
            <a:lvl1pPr algn="ctr">
              <a:defRPr baseline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相框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>
            <p:custDataLst>
              <p:tags r:id="rId2"/>
            </p:custDataLst>
          </p:nvPr>
        </p:nvSpPr>
        <p:spPr>
          <a:xfrm>
            <a:off x="608076" y="457200"/>
            <a:ext cx="10975848" cy="5943600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281600" y="1249200"/>
            <a:ext cx="9626400" cy="723600"/>
          </a:xfrm>
        </p:spPr>
        <p:txBody>
          <a:bodyPr anchor="ctr"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1281113" y="2163600"/>
            <a:ext cx="9626600" cy="3445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左右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4823460" cy="6866255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pic>
        <p:nvPicPr>
          <p:cNvPr id="10" name="图片 9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10994390" y="76200"/>
            <a:ext cx="1143000" cy="103124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5539740"/>
            <a:ext cx="1731010" cy="13182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583200" y="770400"/>
            <a:ext cx="3960000" cy="882000"/>
          </a:xfrm>
        </p:spPr>
        <p:txBody>
          <a:bodyPr anchor="ctr">
            <a:normAutofit/>
          </a:bodyPr>
          <a:lstStyle>
            <a:lvl1pPr>
              <a:defRPr sz="3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586800" y="1764000"/>
            <a:ext cx="3956400" cy="4093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5101200" y="769938"/>
            <a:ext cx="6480000" cy="508793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上下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2664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pic>
        <p:nvPicPr>
          <p:cNvPr id="11" name="图片 10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65405" y="65405"/>
            <a:ext cx="1143000" cy="1031240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10885805" y="65405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12000" y="781200"/>
            <a:ext cx="10976400" cy="626400"/>
          </a:xfrm>
        </p:spPr>
        <p:txBody>
          <a:bodyPr anchor="ctr">
            <a:normAutofit/>
          </a:bodyPr>
          <a:lstStyle>
            <a:lvl1pPr algn="ctr">
              <a:defRPr sz="36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612000" y="1659600"/>
            <a:ext cx="10975975" cy="828000"/>
          </a:xfrm>
        </p:spPr>
        <p:txBody>
          <a:bodyPr/>
          <a:lstStyle>
            <a:lvl1pPr algn="ctr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12775" y="2808000"/>
            <a:ext cx="10965600" cy="34308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下上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/>
          <p:nvPr userDrawn="1">
            <p:custDataLst>
              <p:tags r:id="rId2"/>
            </p:custDataLst>
          </p:nvPr>
        </p:nvPicPr>
        <p:blipFill>
          <a:blip r:embed="rId3" r:link="rId4" cstate="screen"/>
          <a:stretch>
            <a:fillRect/>
          </a:stretch>
        </p:blipFill>
        <p:spPr>
          <a:xfrm>
            <a:off x="76200" y="86995"/>
            <a:ext cx="1143000" cy="1031240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10983595" y="86995"/>
            <a:ext cx="1143000" cy="839470"/>
          </a:xfrm>
          <a:prstGeom prst="rect">
            <a:avLst/>
          </a:prstGeom>
        </p:spPr>
      </p:pic>
      <p:sp>
        <p:nvSpPr>
          <p:cNvPr id="8" name="矩形 7"/>
          <p:cNvSpPr/>
          <p:nvPr userDrawn="1">
            <p:custDataLst>
              <p:tags r:id="rId8"/>
            </p:custDataLst>
          </p:nvPr>
        </p:nvSpPr>
        <p:spPr>
          <a:xfrm>
            <a:off x="0" y="5029201"/>
            <a:ext cx="12192000" cy="1828799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04800" y="669600"/>
            <a:ext cx="10976400" cy="565200"/>
          </a:xfrm>
        </p:spPr>
        <p:txBody>
          <a:bodyPr anchor="ctr">
            <a:normAutofit/>
          </a:bodyPr>
          <a:lstStyle>
            <a:lvl1pPr algn="ctr">
              <a:defRPr sz="32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604837" y="1681200"/>
            <a:ext cx="10990800" cy="321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4"/>
            <p:custDataLst>
              <p:tags r:id="rId14"/>
            </p:custDataLst>
          </p:nvPr>
        </p:nvSpPr>
        <p:spPr>
          <a:xfrm>
            <a:off x="594000" y="5180400"/>
            <a:ext cx="11001600" cy="10116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导航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pic>
        <p:nvPicPr>
          <p:cNvPr id="12" name="图片 11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11178540" y="0"/>
            <a:ext cx="1013460" cy="914400"/>
          </a:xfrm>
          <a:prstGeom prst="rect">
            <a:avLst/>
          </a:prstGeom>
        </p:spPr>
      </p:pic>
      <p:pic>
        <p:nvPicPr>
          <p:cNvPr id="14" name="图片 13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0" y="6029325"/>
            <a:ext cx="1143000" cy="83947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79600" y="237600"/>
            <a:ext cx="11037600" cy="441964"/>
          </a:xfrm>
        </p:spPr>
        <p:txBody>
          <a:bodyPr>
            <a:normAutofit/>
          </a:bodyPr>
          <a:lstStyle>
            <a:lvl1pPr>
              <a:defRPr sz="28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579600" y="1663200"/>
            <a:ext cx="5342400" cy="28944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242400" y="1663200"/>
            <a:ext cx="5367600" cy="28944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  <a:lvl2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2pPr>
            <a:lvl3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3pPr>
            <a:lvl4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4pPr>
            <a:lvl5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1" name="文本占位符 10"/>
          <p:cNvSpPr>
            <a:spLocks noGrp="1"/>
          </p:cNvSpPr>
          <p:nvPr>
            <p:ph type="body" sz="quarter" idx="15"/>
            <p:custDataLst>
              <p:tags r:id="rId15"/>
            </p:custDataLst>
          </p:nvPr>
        </p:nvSpPr>
        <p:spPr>
          <a:xfrm>
            <a:off x="572400" y="4816800"/>
            <a:ext cx="5342400" cy="78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6"/>
            <p:custDataLst>
              <p:tags r:id="rId16"/>
            </p:custDataLst>
          </p:nvPr>
        </p:nvSpPr>
        <p:spPr>
          <a:xfrm>
            <a:off x="6253200" y="4813200"/>
            <a:ext cx="5367600" cy="781200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腰带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959224"/>
            <a:ext cx="12192000" cy="4939553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pic>
        <p:nvPicPr>
          <p:cNvPr id="8" name="图片 7"/>
          <p:cNvPicPr/>
          <p:nvPr userDrawn="1">
            <p:custDataLst>
              <p:tags r:id="rId3"/>
            </p:custDataLst>
          </p:nvPr>
        </p:nvPicPr>
        <p:blipFill>
          <a:blip r:embed="rId4" r:link="rId5" cstate="screen"/>
          <a:stretch>
            <a:fillRect/>
          </a:stretch>
        </p:blipFill>
        <p:spPr>
          <a:xfrm>
            <a:off x="97790" y="76200"/>
            <a:ext cx="2287905" cy="2000885"/>
          </a:xfrm>
          <a:prstGeom prst="rect">
            <a:avLst/>
          </a:prstGeom>
        </p:spPr>
      </p:pic>
      <p:pic>
        <p:nvPicPr>
          <p:cNvPr id="9" name="图片 8"/>
          <p:cNvPicPr/>
          <p:nvPr userDrawn="1">
            <p:custDataLst>
              <p:tags r:id="rId6"/>
            </p:custDataLst>
          </p:nvPr>
        </p:nvPicPr>
        <p:blipFill>
          <a:blip r:embed="rId7" r:link="rId8" cstate="screen"/>
          <a:stretch>
            <a:fillRect/>
          </a:stretch>
        </p:blipFill>
        <p:spPr>
          <a:xfrm>
            <a:off x="10034270" y="5273040"/>
            <a:ext cx="2157730" cy="1584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1522800" y="1339200"/>
            <a:ext cx="9144000" cy="2386800"/>
          </a:xfrm>
        </p:spPr>
        <p:txBody>
          <a:bodyPr anchor="b">
            <a:normAutofit/>
          </a:bodyPr>
          <a:lstStyle>
            <a:lvl1pPr algn="ctr">
              <a:defRPr sz="6000"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1522413" y="3862800"/>
            <a:ext cx="9144000" cy="1656000"/>
          </a:xfrm>
        </p:spPr>
        <p:txBody>
          <a:bodyPr/>
          <a:lstStyle>
            <a:lvl1pPr algn="ctr">
              <a:defRPr baseline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1.xml"/><Relationship Id="rId8" Type="http://schemas.openxmlformats.org/officeDocument/2006/relationships/slideLayout" Target="../slideLayouts/slideLayout10.xml"/><Relationship Id="rId7" Type="http://schemas.openxmlformats.org/officeDocument/2006/relationships/slideLayout" Target="../slideLayouts/slideLayout9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Relationship Id="rId3" Type="http://schemas.openxmlformats.org/officeDocument/2006/relationships/slideLayout" Target="../slideLayouts/slideLayout5.xml"/><Relationship Id="rId26" Type="http://schemas.openxmlformats.org/officeDocument/2006/relationships/theme" Target="../theme/theme2.xml"/><Relationship Id="rId25" Type="http://schemas.openxmlformats.org/officeDocument/2006/relationships/tags" Target="../tags/tag139.xml"/><Relationship Id="rId24" Type="http://schemas.openxmlformats.org/officeDocument/2006/relationships/tags" Target="../tags/tag138.xml"/><Relationship Id="rId23" Type="http://schemas.openxmlformats.org/officeDocument/2006/relationships/tags" Target="../tags/tag137.xml"/><Relationship Id="rId22" Type="http://schemas.openxmlformats.org/officeDocument/2006/relationships/tags" Target="../tags/tag136.xml"/><Relationship Id="rId21" Type="http://schemas.openxmlformats.org/officeDocument/2006/relationships/tags" Target="../tags/tag135.xml"/><Relationship Id="rId20" Type="http://schemas.openxmlformats.org/officeDocument/2006/relationships/tags" Target="../tags/tag134.xml"/><Relationship Id="rId2" Type="http://schemas.openxmlformats.org/officeDocument/2006/relationships/slideLayout" Target="../slideLayouts/slideLayout4.xml"/><Relationship Id="rId19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2.xml"/><Relationship Id="rId1" Type="http://schemas.openxmlformats.org/officeDocument/2006/relationships/slideLayout" Target="../slideLayouts/slideLayout3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0.xml"/><Relationship Id="rId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4.xml"/><Relationship Id="rId26" Type="http://schemas.openxmlformats.org/officeDocument/2006/relationships/theme" Target="../theme/theme3.xml"/><Relationship Id="rId25" Type="http://schemas.openxmlformats.org/officeDocument/2006/relationships/tags" Target="../tags/tag278.xml"/><Relationship Id="rId24" Type="http://schemas.openxmlformats.org/officeDocument/2006/relationships/tags" Target="../tags/tag277.xml"/><Relationship Id="rId23" Type="http://schemas.openxmlformats.org/officeDocument/2006/relationships/tags" Target="../tags/tag276.xml"/><Relationship Id="rId22" Type="http://schemas.openxmlformats.org/officeDocument/2006/relationships/tags" Target="../tags/tag275.xml"/><Relationship Id="rId21" Type="http://schemas.openxmlformats.org/officeDocument/2006/relationships/tags" Target="../tags/tag274.xml"/><Relationship Id="rId20" Type="http://schemas.openxmlformats.org/officeDocument/2006/relationships/tags" Target="../tags/tag273.xml"/><Relationship Id="rId2" Type="http://schemas.openxmlformats.org/officeDocument/2006/relationships/slideLayout" Target="../slideLayouts/slideLayout23.xml"/><Relationship Id="rId19" Type="http://schemas.openxmlformats.org/officeDocument/2006/relationships/slideLayout" Target="../slideLayouts/slideLayout40.xml"/><Relationship Id="rId18" Type="http://schemas.openxmlformats.org/officeDocument/2006/relationships/slideLayout" Target="../slideLayouts/slideLayout39.xml"/><Relationship Id="rId17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36.xml"/><Relationship Id="rId14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2.xml"/></Relationships>
</file>

<file path=ppt/slideMasters/_rels/slideMaster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49.xml"/><Relationship Id="rId8" Type="http://schemas.openxmlformats.org/officeDocument/2006/relationships/slideLayout" Target="../slideLayouts/slideLayout48.xml"/><Relationship Id="rId7" Type="http://schemas.openxmlformats.org/officeDocument/2006/relationships/slideLayout" Target="../slideLayouts/slideLayout47.xml"/><Relationship Id="rId6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5.xml"/><Relationship Id="rId4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3.xml"/><Relationship Id="rId26" Type="http://schemas.openxmlformats.org/officeDocument/2006/relationships/theme" Target="../theme/theme4.xml"/><Relationship Id="rId25" Type="http://schemas.openxmlformats.org/officeDocument/2006/relationships/tags" Target="../tags/tag417.xml"/><Relationship Id="rId24" Type="http://schemas.openxmlformats.org/officeDocument/2006/relationships/tags" Target="../tags/tag416.xml"/><Relationship Id="rId23" Type="http://schemas.openxmlformats.org/officeDocument/2006/relationships/tags" Target="../tags/tag415.xml"/><Relationship Id="rId22" Type="http://schemas.openxmlformats.org/officeDocument/2006/relationships/tags" Target="../tags/tag414.xml"/><Relationship Id="rId21" Type="http://schemas.openxmlformats.org/officeDocument/2006/relationships/tags" Target="../tags/tag413.xml"/><Relationship Id="rId20" Type="http://schemas.openxmlformats.org/officeDocument/2006/relationships/tags" Target="../tags/tag412.xml"/><Relationship Id="rId2" Type="http://schemas.openxmlformats.org/officeDocument/2006/relationships/slideLayout" Target="../slideLayouts/slideLayout42.xml"/><Relationship Id="rId19" Type="http://schemas.openxmlformats.org/officeDocument/2006/relationships/slideLayout" Target="../slideLayouts/slideLayout59.xml"/><Relationship Id="rId18" Type="http://schemas.openxmlformats.org/officeDocument/2006/relationships/slideLayout" Target="../slideLayouts/slideLayout58.xml"/><Relationship Id="rId17" Type="http://schemas.openxmlformats.org/officeDocument/2006/relationships/slideLayout" Target="../slideLayouts/slideLayout57.xml"/><Relationship Id="rId16" Type="http://schemas.openxmlformats.org/officeDocument/2006/relationships/slideLayout" Target="../slideLayouts/slideLayout56.xml"/><Relationship Id="rId15" Type="http://schemas.openxmlformats.org/officeDocument/2006/relationships/slideLayout" Target="../slideLayouts/slideLayout55.xml"/><Relationship Id="rId14" Type="http://schemas.openxmlformats.org/officeDocument/2006/relationships/slideLayout" Target="../slideLayouts/slideLayout54.xml"/><Relationship Id="rId13" Type="http://schemas.openxmlformats.org/officeDocument/2006/relationships/slideLayout" Target="../slideLayouts/slideLayout53.xml"/><Relationship Id="rId12" Type="http://schemas.openxmlformats.org/officeDocument/2006/relationships/slideLayout" Target="../slideLayouts/slideLayout52.xml"/><Relationship Id="rId11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1.xml"/></Relationships>
</file>

<file path=ppt/slideMasters/_rels/slideMaster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2.xml"/><Relationship Id="rId26" Type="http://schemas.openxmlformats.org/officeDocument/2006/relationships/theme" Target="../theme/theme5.xml"/><Relationship Id="rId25" Type="http://schemas.openxmlformats.org/officeDocument/2006/relationships/tags" Target="../tags/tag556.xml"/><Relationship Id="rId24" Type="http://schemas.openxmlformats.org/officeDocument/2006/relationships/tags" Target="../tags/tag555.xml"/><Relationship Id="rId23" Type="http://schemas.openxmlformats.org/officeDocument/2006/relationships/tags" Target="../tags/tag554.xml"/><Relationship Id="rId22" Type="http://schemas.openxmlformats.org/officeDocument/2006/relationships/tags" Target="../tags/tag553.xml"/><Relationship Id="rId21" Type="http://schemas.openxmlformats.org/officeDocument/2006/relationships/tags" Target="../tags/tag552.xml"/><Relationship Id="rId20" Type="http://schemas.openxmlformats.org/officeDocument/2006/relationships/tags" Target="../tags/tag551.xml"/><Relationship Id="rId2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78.xml"/><Relationship Id="rId18" Type="http://schemas.openxmlformats.org/officeDocument/2006/relationships/slideLayout" Target="../slideLayouts/slideLayout77.xml"/><Relationship Id="rId17" Type="http://schemas.openxmlformats.org/officeDocument/2006/relationships/slideLayout" Target="../slideLayouts/slideLayout76.xml"/><Relationship Id="rId16" Type="http://schemas.openxmlformats.org/officeDocument/2006/relationships/slideLayout" Target="../slideLayouts/slideLayout75.xml"/><Relationship Id="rId15" Type="http://schemas.openxmlformats.org/officeDocument/2006/relationships/slideLayout" Target="../slideLayouts/slideLayout74.xml"/><Relationship Id="rId14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69.xml"/><Relationship Id="rId1" Type="http://schemas.openxmlformats.org/officeDocument/2006/relationships/slideLayout" Target="../slideLayouts/slideLayout60.xml"/></Relationships>
</file>

<file path=ppt/slideMasters/_rels/slideMaster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87.xml"/><Relationship Id="rId8" Type="http://schemas.openxmlformats.org/officeDocument/2006/relationships/slideLayout" Target="../slideLayouts/slideLayout86.xml"/><Relationship Id="rId7" Type="http://schemas.openxmlformats.org/officeDocument/2006/relationships/slideLayout" Target="../slideLayouts/slideLayout85.xml"/><Relationship Id="rId6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3.xml"/><Relationship Id="rId4" Type="http://schemas.openxmlformats.org/officeDocument/2006/relationships/slideLayout" Target="../slideLayouts/slideLayout82.xml"/><Relationship Id="rId3" Type="http://schemas.openxmlformats.org/officeDocument/2006/relationships/slideLayout" Target="../slideLayouts/slideLayout81.xml"/><Relationship Id="rId26" Type="http://schemas.openxmlformats.org/officeDocument/2006/relationships/theme" Target="../theme/theme6.xml"/><Relationship Id="rId25" Type="http://schemas.openxmlformats.org/officeDocument/2006/relationships/tags" Target="../tags/tag695.xml"/><Relationship Id="rId24" Type="http://schemas.openxmlformats.org/officeDocument/2006/relationships/tags" Target="../tags/tag694.xml"/><Relationship Id="rId23" Type="http://schemas.openxmlformats.org/officeDocument/2006/relationships/tags" Target="../tags/tag693.xml"/><Relationship Id="rId22" Type="http://schemas.openxmlformats.org/officeDocument/2006/relationships/tags" Target="../tags/tag692.xml"/><Relationship Id="rId21" Type="http://schemas.openxmlformats.org/officeDocument/2006/relationships/tags" Target="../tags/tag691.xml"/><Relationship Id="rId20" Type="http://schemas.openxmlformats.org/officeDocument/2006/relationships/tags" Target="../tags/tag690.xml"/><Relationship Id="rId2" Type="http://schemas.openxmlformats.org/officeDocument/2006/relationships/slideLayout" Target="../slideLayouts/slideLayout80.xml"/><Relationship Id="rId19" Type="http://schemas.openxmlformats.org/officeDocument/2006/relationships/slideLayout" Target="../slideLayouts/slideLayout97.xml"/><Relationship Id="rId18" Type="http://schemas.openxmlformats.org/officeDocument/2006/relationships/slideLayout" Target="../slideLayouts/slideLayout96.xml"/><Relationship Id="rId17" Type="http://schemas.openxmlformats.org/officeDocument/2006/relationships/slideLayout" Target="../slideLayouts/slideLayout95.xml"/><Relationship Id="rId16" Type="http://schemas.openxmlformats.org/officeDocument/2006/relationships/slideLayout" Target="../slideLayouts/slideLayout94.xml"/><Relationship Id="rId15" Type="http://schemas.openxmlformats.org/officeDocument/2006/relationships/slideLayout" Target="../slideLayouts/slideLayout93.xml"/><Relationship Id="rId14" Type="http://schemas.openxmlformats.org/officeDocument/2006/relationships/slideLayout" Target="../slideLayouts/slideLayout92.xml"/><Relationship Id="rId13" Type="http://schemas.openxmlformats.org/officeDocument/2006/relationships/slideLayout" Target="../slideLayouts/slideLayout91.xml"/><Relationship Id="rId12" Type="http://schemas.openxmlformats.org/officeDocument/2006/relationships/slideLayout" Target="../slideLayouts/slideLayout90.xml"/><Relationship Id="rId11" Type="http://schemas.openxmlformats.org/officeDocument/2006/relationships/slideLayout" Target="../slideLayouts/slideLayout89.xml"/><Relationship Id="rId10" Type="http://schemas.openxmlformats.org/officeDocument/2006/relationships/slideLayout" Target="../slideLayouts/slideLayout88.xml"/><Relationship Id="rId1" Type="http://schemas.openxmlformats.org/officeDocument/2006/relationships/slideLayout" Target="../slideLayouts/slideLayout79.xml"/></Relationships>
</file>

<file path=ppt/slideMasters/_rels/slideMaster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06.xml"/><Relationship Id="rId8" Type="http://schemas.openxmlformats.org/officeDocument/2006/relationships/slideLayout" Target="../slideLayouts/slideLayout105.xml"/><Relationship Id="rId7" Type="http://schemas.openxmlformats.org/officeDocument/2006/relationships/slideLayout" Target="../slideLayouts/slideLayout104.xml"/><Relationship Id="rId6" Type="http://schemas.openxmlformats.org/officeDocument/2006/relationships/slideLayout" Target="../slideLayouts/slideLayout103.xml"/><Relationship Id="rId5" Type="http://schemas.openxmlformats.org/officeDocument/2006/relationships/slideLayout" Target="../slideLayouts/slideLayout102.xml"/><Relationship Id="rId4" Type="http://schemas.openxmlformats.org/officeDocument/2006/relationships/slideLayout" Target="../slideLayouts/slideLayout101.xml"/><Relationship Id="rId3" Type="http://schemas.openxmlformats.org/officeDocument/2006/relationships/slideLayout" Target="../slideLayouts/slideLayout100.xml"/><Relationship Id="rId26" Type="http://schemas.openxmlformats.org/officeDocument/2006/relationships/theme" Target="../theme/theme7.xml"/><Relationship Id="rId25" Type="http://schemas.openxmlformats.org/officeDocument/2006/relationships/tags" Target="../tags/tag834.xml"/><Relationship Id="rId24" Type="http://schemas.openxmlformats.org/officeDocument/2006/relationships/tags" Target="../tags/tag833.xml"/><Relationship Id="rId23" Type="http://schemas.openxmlformats.org/officeDocument/2006/relationships/tags" Target="../tags/tag832.xml"/><Relationship Id="rId22" Type="http://schemas.openxmlformats.org/officeDocument/2006/relationships/tags" Target="../tags/tag831.xml"/><Relationship Id="rId21" Type="http://schemas.openxmlformats.org/officeDocument/2006/relationships/tags" Target="../tags/tag830.xml"/><Relationship Id="rId20" Type="http://schemas.openxmlformats.org/officeDocument/2006/relationships/tags" Target="../tags/tag829.xml"/><Relationship Id="rId2" Type="http://schemas.openxmlformats.org/officeDocument/2006/relationships/slideLayout" Target="../slideLayouts/slideLayout99.xml"/><Relationship Id="rId19" Type="http://schemas.openxmlformats.org/officeDocument/2006/relationships/slideLayout" Target="../slideLayouts/slideLayout116.xml"/><Relationship Id="rId18" Type="http://schemas.openxmlformats.org/officeDocument/2006/relationships/slideLayout" Target="../slideLayouts/slideLayout115.xml"/><Relationship Id="rId17" Type="http://schemas.openxmlformats.org/officeDocument/2006/relationships/slideLayout" Target="../slideLayouts/slideLayout114.xml"/><Relationship Id="rId16" Type="http://schemas.openxmlformats.org/officeDocument/2006/relationships/slideLayout" Target="../slideLayouts/slideLayout113.xml"/><Relationship Id="rId15" Type="http://schemas.openxmlformats.org/officeDocument/2006/relationships/slideLayout" Target="../slideLayouts/slideLayout112.xml"/><Relationship Id="rId14" Type="http://schemas.openxmlformats.org/officeDocument/2006/relationships/slideLayout" Target="../slideLayouts/slideLayout111.xml"/><Relationship Id="rId13" Type="http://schemas.openxmlformats.org/officeDocument/2006/relationships/slideLayout" Target="../slideLayouts/slideLayout110.xml"/><Relationship Id="rId12" Type="http://schemas.openxmlformats.org/officeDocument/2006/relationships/slideLayout" Target="../slideLayouts/slideLayout109.xml"/><Relationship Id="rId11" Type="http://schemas.openxmlformats.org/officeDocument/2006/relationships/slideLayout" Target="../slideLayouts/slideLayout108.xml"/><Relationship Id="rId10" Type="http://schemas.openxmlformats.org/officeDocument/2006/relationships/slideLayout" Target="../slideLayouts/slideLayout107.xml"/><Relationship Id="rId1" Type="http://schemas.openxmlformats.org/officeDocument/2006/relationships/slideLayout" Target="../slideLayouts/slideLayout98.xml"/></Relationships>
</file>

<file path=ppt/slideMasters/_rels/slideMaster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5.xml"/><Relationship Id="rId8" Type="http://schemas.openxmlformats.org/officeDocument/2006/relationships/slideLayout" Target="../slideLayouts/slideLayout124.xml"/><Relationship Id="rId7" Type="http://schemas.openxmlformats.org/officeDocument/2006/relationships/slideLayout" Target="../slideLayouts/slideLayout123.xml"/><Relationship Id="rId6" Type="http://schemas.openxmlformats.org/officeDocument/2006/relationships/slideLayout" Target="../slideLayouts/slideLayout122.xml"/><Relationship Id="rId5" Type="http://schemas.openxmlformats.org/officeDocument/2006/relationships/slideLayout" Target="../slideLayouts/slideLayout121.xml"/><Relationship Id="rId4" Type="http://schemas.openxmlformats.org/officeDocument/2006/relationships/slideLayout" Target="../slideLayouts/slideLayout120.xml"/><Relationship Id="rId3" Type="http://schemas.openxmlformats.org/officeDocument/2006/relationships/slideLayout" Target="../slideLayouts/slideLayout119.xml"/><Relationship Id="rId25" Type="http://schemas.openxmlformats.org/officeDocument/2006/relationships/theme" Target="../theme/theme8.xml"/><Relationship Id="rId24" Type="http://schemas.openxmlformats.org/officeDocument/2006/relationships/tags" Target="../tags/tag973.xml"/><Relationship Id="rId23" Type="http://schemas.openxmlformats.org/officeDocument/2006/relationships/tags" Target="../tags/tag972.xml"/><Relationship Id="rId22" Type="http://schemas.openxmlformats.org/officeDocument/2006/relationships/tags" Target="../tags/tag971.xml"/><Relationship Id="rId21" Type="http://schemas.openxmlformats.org/officeDocument/2006/relationships/tags" Target="../tags/tag970.xml"/><Relationship Id="rId20" Type="http://schemas.openxmlformats.org/officeDocument/2006/relationships/tags" Target="../tags/tag969.xml"/><Relationship Id="rId2" Type="http://schemas.openxmlformats.org/officeDocument/2006/relationships/slideLayout" Target="../slideLayouts/slideLayout118.xml"/><Relationship Id="rId19" Type="http://schemas.openxmlformats.org/officeDocument/2006/relationships/tags" Target="../tags/tag968.xml"/><Relationship Id="rId18" Type="http://schemas.openxmlformats.org/officeDocument/2006/relationships/slideLayout" Target="../slideLayouts/slideLayout134.xml"/><Relationship Id="rId17" Type="http://schemas.openxmlformats.org/officeDocument/2006/relationships/slideLayout" Target="../slideLayouts/slideLayout133.xml"/><Relationship Id="rId16" Type="http://schemas.openxmlformats.org/officeDocument/2006/relationships/slideLayout" Target="../slideLayouts/slideLayout132.xml"/><Relationship Id="rId15" Type="http://schemas.openxmlformats.org/officeDocument/2006/relationships/slideLayout" Target="../slideLayouts/slideLayout131.xml"/><Relationship Id="rId14" Type="http://schemas.openxmlformats.org/officeDocument/2006/relationships/slideLayout" Target="../slideLayouts/slideLayout130.xml"/><Relationship Id="rId13" Type="http://schemas.openxmlformats.org/officeDocument/2006/relationships/slideLayout" Target="../slideLayouts/slideLayout129.xml"/><Relationship Id="rId12" Type="http://schemas.openxmlformats.org/officeDocument/2006/relationships/slideLayout" Target="../slideLayouts/slideLayout128.xml"/><Relationship Id="rId11" Type="http://schemas.openxmlformats.org/officeDocument/2006/relationships/slideLayout" Target="../slideLayouts/slideLayout127.xml"/><Relationship Id="rId10" Type="http://schemas.openxmlformats.org/officeDocument/2006/relationships/slideLayout" Target="../slideLayouts/slideLayout126.xml"/><Relationship Id="rId1" Type="http://schemas.openxmlformats.org/officeDocument/2006/relationships/slideLayout" Target="../slideLayouts/slideLayout117.xml"/></Relationships>
</file>

<file path=ppt/slideMasters/_rels/slideMaster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43.xml"/><Relationship Id="rId8" Type="http://schemas.openxmlformats.org/officeDocument/2006/relationships/slideLayout" Target="../slideLayouts/slideLayout142.xml"/><Relationship Id="rId7" Type="http://schemas.openxmlformats.org/officeDocument/2006/relationships/slideLayout" Target="../slideLayouts/slideLayout141.xml"/><Relationship Id="rId6" Type="http://schemas.openxmlformats.org/officeDocument/2006/relationships/slideLayout" Target="../slideLayouts/slideLayout140.xml"/><Relationship Id="rId5" Type="http://schemas.openxmlformats.org/officeDocument/2006/relationships/slideLayout" Target="../slideLayouts/slideLayout139.xml"/><Relationship Id="rId4" Type="http://schemas.openxmlformats.org/officeDocument/2006/relationships/slideLayout" Target="../slideLayouts/slideLayout138.xml"/><Relationship Id="rId3" Type="http://schemas.openxmlformats.org/officeDocument/2006/relationships/slideLayout" Target="../slideLayouts/slideLayout137.xml"/><Relationship Id="rId25" Type="http://schemas.openxmlformats.org/officeDocument/2006/relationships/theme" Target="../theme/theme9.xml"/><Relationship Id="rId24" Type="http://schemas.openxmlformats.org/officeDocument/2006/relationships/tags" Target="../tags/tag1112.xml"/><Relationship Id="rId23" Type="http://schemas.openxmlformats.org/officeDocument/2006/relationships/tags" Target="../tags/tag1111.xml"/><Relationship Id="rId22" Type="http://schemas.openxmlformats.org/officeDocument/2006/relationships/tags" Target="../tags/tag1110.xml"/><Relationship Id="rId21" Type="http://schemas.openxmlformats.org/officeDocument/2006/relationships/tags" Target="../tags/tag1109.xml"/><Relationship Id="rId20" Type="http://schemas.openxmlformats.org/officeDocument/2006/relationships/tags" Target="../tags/tag1108.xml"/><Relationship Id="rId2" Type="http://schemas.openxmlformats.org/officeDocument/2006/relationships/slideLayout" Target="../slideLayouts/slideLayout136.xml"/><Relationship Id="rId19" Type="http://schemas.openxmlformats.org/officeDocument/2006/relationships/tags" Target="../tags/tag1107.xml"/><Relationship Id="rId18" Type="http://schemas.openxmlformats.org/officeDocument/2006/relationships/slideLayout" Target="../slideLayouts/slideLayout152.xml"/><Relationship Id="rId17" Type="http://schemas.openxmlformats.org/officeDocument/2006/relationships/slideLayout" Target="../slideLayouts/slideLayout151.xml"/><Relationship Id="rId16" Type="http://schemas.openxmlformats.org/officeDocument/2006/relationships/slideLayout" Target="../slideLayouts/slideLayout150.xml"/><Relationship Id="rId15" Type="http://schemas.openxmlformats.org/officeDocument/2006/relationships/slideLayout" Target="../slideLayouts/slideLayout149.xml"/><Relationship Id="rId14" Type="http://schemas.openxmlformats.org/officeDocument/2006/relationships/slideLayout" Target="../slideLayouts/slideLayout148.xml"/><Relationship Id="rId13" Type="http://schemas.openxmlformats.org/officeDocument/2006/relationships/slideLayout" Target="../slideLayouts/slideLayout147.xml"/><Relationship Id="rId12" Type="http://schemas.openxmlformats.org/officeDocument/2006/relationships/slideLayout" Target="../slideLayouts/slideLayout146.xml"/><Relationship Id="rId11" Type="http://schemas.openxmlformats.org/officeDocument/2006/relationships/slideLayout" Target="../slideLayouts/slideLayout145.xml"/><Relationship Id="rId10" Type="http://schemas.openxmlformats.org/officeDocument/2006/relationships/slideLayout" Target="../slideLayouts/slideLayout144.xml"/><Relationship Id="rId1" Type="http://schemas.openxmlformats.org/officeDocument/2006/relationships/slideLayout" Target="../slideLayouts/slideLayout135.xml"/></Relationships>
</file>

<file path=ppt/slideMasters/_rels/slideMaster1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61.xml"/><Relationship Id="rId8" Type="http://schemas.openxmlformats.org/officeDocument/2006/relationships/slideLayout" Target="../slideLayouts/slideLayout160.xml"/><Relationship Id="rId7" Type="http://schemas.openxmlformats.org/officeDocument/2006/relationships/slideLayout" Target="../slideLayouts/slideLayout159.xml"/><Relationship Id="rId6" Type="http://schemas.openxmlformats.org/officeDocument/2006/relationships/slideLayout" Target="../slideLayouts/slideLayout158.xml"/><Relationship Id="rId5" Type="http://schemas.openxmlformats.org/officeDocument/2006/relationships/slideLayout" Target="../slideLayouts/slideLayout157.xml"/><Relationship Id="rId4" Type="http://schemas.openxmlformats.org/officeDocument/2006/relationships/slideLayout" Target="../slideLayouts/slideLayout156.xml"/><Relationship Id="rId3" Type="http://schemas.openxmlformats.org/officeDocument/2006/relationships/slideLayout" Target="../slideLayouts/slideLayout155.xml"/><Relationship Id="rId25" Type="http://schemas.openxmlformats.org/officeDocument/2006/relationships/theme" Target="../theme/theme10.xml"/><Relationship Id="rId24" Type="http://schemas.openxmlformats.org/officeDocument/2006/relationships/tags" Target="../tags/tag1251.xml"/><Relationship Id="rId23" Type="http://schemas.openxmlformats.org/officeDocument/2006/relationships/tags" Target="../tags/tag1250.xml"/><Relationship Id="rId22" Type="http://schemas.openxmlformats.org/officeDocument/2006/relationships/tags" Target="../tags/tag1249.xml"/><Relationship Id="rId21" Type="http://schemas.openxmlformats.org/officeDocument/2006/relationships/tags" Target="../tags/tag1248.xml"/><Relationship Id="rId20" Type="http://schemas.openxmlformats.org/officeDocument/2006/relationships/tags" Target="../tags/tag1247.xml"/><Relationship Id="rId2" Type="http://schemas.openxmlformats.org/officeDocument/2006/relationships/slideLayout" Target="../slideLayouts/slideLayout154.xml"/><Relationship Id="rId19" Type="http://schemas.openxmlformats.org/officeDocument/2006/relationships/tags" Target="../tags/tag1246.xml"/><Relationship Id="rId18" Type="http://schemas.openxmlformats.org/officeDocument/2006/relationships/slideLayout" Target="../slideLayouts/slideLayout170.xml"/><Relationship Id="rId17" Type="http://schemas.openxmlformats.org/officeDocument/2006/relationships/slideLayout" Target="../slideLayouts/slideLayout169.xml"/><Relationship Id="rId16" Type="http://schemas.openxmlformats.org/officeDocument/2006/relationships/slideLayout" Target="../slideLayouts/slideLayout168.xml"/><Relationship Id="rId15" Type="http://schemas.openxmlformats.org/officeDocument/2006/relationships/slideLayout" Target="../slideLayouts/slideLayout167.xml"/><Relationship Id="rId14" Type="http://schemas.openxmlformats.org/officeDocument/2006/relationships/slideLayout" Target="../slideLayouts/slideLayout166.xml"/><Relationship Id="rId13" Type="http://schemas.openxmlformats.org/officeDocument/2006/relationships/slideLayout" Target="../slideLayouts/slideLayout165.xml"/><Relationship Id="rId12" Type="http://schemas.openxmlformats.org/officeDocument/2006/relationships/slideLayout" Target="../slideLayouts/slideLayout164.xml"/><Relationship Id="rId11" Type="http://schemas.openxmlformats.org/officeDocument/2006/relationships/slideLayout" Target="../slideLayouts/slideLayout163.xml"/><Relationship Id="rId10" Type="http://schemas.openxmlformats.org/officeDocument/2006/relationships/slideLayout" Target="../slideLayouts/slideLayout162.xml"/><Relationship Id="rId1" Type="http://schemas.openxmlformats.org/officeDocument/2006/relationships/slideLayout" Target="../slideLayouts/slideLayout15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669882" y="443230"/>
            <a:ext cx="10852237" cy="441964"/>
          </a:xfrm>
          <a:prstGeom prst="rect">
            <a:avLst/>
          </a:prstGeom>
        </p:spPr>
        <p:txBody>
          <a:bodyPr vert="horz" lIns="101600" tIns="38100" rIns="76200" bIns="38100" rtlCol="0" anchor="t" anchorCtr="0">
            <a:no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1"/>
            </p:custDataLst>
          </p:nvPr>
        </p:nvSpPr>
        <p:spPr>
          <a:xfrm>
            <a:off x="669882" y="952508"/>
            <a:ext cx="10852237" cy="5388907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22"/>
            </p:custDataLst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3"/>
            </p:custDataLst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4"/>
            </p:custDataLst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25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  <p:sldLayoutId id="2147483670" r:id="rId19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400" b="1" u="none" strike="noStrike" kern="1200" cap="none" spc="200" normalizeH="0">
          <a:solidFill>
            <a:schemeClr val="bg1"/>
          </a:solidFill>
          <a:uFillTx/>
          <a:latin typeface="微软雅黑" panose="020B0503020204020204" charset="-122"/>
          <a:ea typeface="微软雅黑" panose="020B050302020402020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669882" y="443230"/>
            <a:ext cx="10852237" cy="441964"/>
          </a:xfrm>
          <a:prstGeom prst="rect">
            <a:avLst/>
          </a:prstGeom>
        </p:spPr>
        <p:txBody>
          <a:bodyPr vert="horz" lIns="101600" tIns="38100" rIns="76200" bIns="38100" rtlCol="0" anchor="t" anchorCtr="0">
            <a:no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1"/>
            </p:custDataLst>
          </p:nvPr>
        </p:nvSpPr>
        <p:spPr>
          <a:xfrm>
            <a:off x="669882" y="952508"/>
            <a:ext cx="10852237" cy="5388907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22"/>
            </p:custDataLst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3"/>
            </p:custDataLst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4"/>
            </p:custDataLst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25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400" b="1" u="none" strike="noStrike" kern="1200" cap="none" spc="200" normalizeH="0">
          <a:solidFill>
            <a:schemeClr val="bg1"/>
          </a:solidFill>
          <a:uFillTx/>
          <a:latin typeface="微软雅黑" panose="020B0503020204020204" charset="-122"/>
          <a:ea typeface="微软雅黑" panose="020B050302020402020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669882" y="443230"/>
            <a:ext cx="10852237" cy="441964"/>
          </a:xfrm>
          <a:prstGeom prst="rect">
            <a:avLst/>
          </a:prstGeom>
        </p:spPr>
        <p:txBody>
          <a:bodyPr vert="horz" lIns="101600" tIns="38100" rIns="76200" bIns="38100" rtlCol="0" anchor="t" anchorCtr="0">
            <a:no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1"/>
            </p:custDataLst>
          </p:nvPr>
        </p:nvSpPr>
        <p:spPr>
          <a:xfrm>
            <a:off x="669882" y="952508"/>
            <a:ext cx="10852237" cy="5388907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22"/>
            </p:custDataLst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3"/>
            </p:custDataLst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4"/>
            </p:custDataLst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25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  <p:sldLayoutId id="2147483703" r:id="rId12"/>
    <p:sldLayoutId id="2147483704" r:id="rId13"/>
    <p:sldLayoutId id="2147483705" r:id="rId14"/>
    <p:sldLayoutId id="2147483706" r:id="rId15"/>
    <p:sldLayoutId id="2147483707" r:id="rId16"/>
    <p:sldLayoutId id="2147483708" r:id="rId17"/>
    <p:sldLayoutId id="2147483709" r:id="rId18"/>
    <p:sldLayoutId id="2147483710" r:id="rId19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400" b="1" u="none" strike="noStrike" kern="1200" cap="none" spc="200" normalizeH="0">
          <a:solidFill>
            <a:schemeClr val="bg1"/>
          </a:solidFill>
          <a:uFillTx/>
          <a:latin typeface="微软雅黑" panose="020B0503020204020204" charset="-122"/>
          <a:ea typeface="微软雅黑" panose="020B050302020402020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669882" y="443230"/>
            <a:ext cx="10852237" cy="441964"/>
          </a:xfrm>
          <a:prstGeom prst="rect">
            <a:avLst/>
          </a:prstGeom>
        </p:spPr>
        <p:txBody>
          <a:bodyPr vert="horz" lIns="101600" tIns="38100" rIns="76200" bIns="38100" rtlCol="0" anchor="t" anchorCtr="0">
            <a:no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1"/>
            </p:custDataLst>
          </p:nvPr>
        </p:nvSpPr>
        <p:spPr>
          <a:xfrm>
            <a:off x="669882" y="952508"/>
            <a:ext cx="10852237" cy="5388907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22"/>
            </p:custDataLst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3"/>
            </p:custDataLst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4"/>
            </p:custDataLst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25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  <p:sldLayoutId id="2147483726" r:id="rId15"/>
    <p:sldLayoutId id="2147483727" r:id="rId16"/>
    <p:sldLayoutId id="2147483728" r:id="rId17"/>
    <p:sldLayoutId id="2147483729" r:id="rId18"/>
    <p:sldLayoutId id="2147483730" r:id="rId19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400" b="1" u="none" strike="noStrike" kern="1200" cap="none" spc="200" normalizeH="0">
          <a:solidFill>
            <a:schemeClr val="bg1"/>
          </a:solidFill>
          <a:uFillTx/>
          <a:latin typeface="微软雅黑" panose="020B0503020204020204" charset="-122"/>
          <a:ea typeface="微软雅黑" panose="020B050302020402020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669882" y="443230"/>
            <a:ext cx="10852237" cy="441964"/>
          </a:xfrm>
          <a:prstGeom prst="rect">
            <a:avLst/>
          </a:prstGeom>
        </p:spPr>
        <p:txBody>
          <a:bodyPr vert="horz" lIns="101600" tIns="38100" rIns="76200" bIns="38100" rtlCol="0" anchor="t" anchorCtr="0">
            <a:no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1"/>
            </p:custDataLst>
          </p:nvPr>
        </p:nvSpPr>
        <p:spPr>
          <a:xfrm>
            <a:off x="669882" y="952508"/>
            <a:ext cx="10852237" cy="5388907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22"/>
            </p:custDataLst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3"/>
            </p:custDataLst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4"/>
            </p:custDataLst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25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  <p:sldLayoutId id="2147483743" r:id="rId12"/>
    <p:sldLayoutId id="2147483744" r:id="rId13"/>
    <p:sldLayoutId id="2147483745" r:id="rId14"/>
    <p:sldLayoutId id="2147483746" r:id="rId15"/>
    <p:sldLayoutId id="2147483747" r:id="rId16"/>
    <p:sldLayoutId id="2147483748" r:id="rId17"/>
    <p:sldLayoutId id="2147483749" r:id="rId18"/>
    <p:sldLayoutId id="2147483750" r:id="rId19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400" b="1" u="none" strike="noStrike" kern="1200" cap="none" spc="200" normalizeH="0">
          <a:solidFill>
            <a:schemeClr val="bg1"/>
          </a:solidFill>
          <a:uFillTx/>
          <a:latin typeface="微软雅黑" panose="020B0503020204020204" charset="-122"/>
          <a:ea typeface="微软雅黑" panose="020B050302020402020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669882" y="443230"/>
            <a:ext cx="10852237" cy="441964"/>
          </a:xfrm>
          <a:prstGeom prst="rect">
            <a:avLst/>
          </a:prstGeom>
        </p:spPr>
        <p:txBody>
          <a:bodyPr vert="horz" lIns="101600" tIns="38100" rIns="76200" bIns="38100" rtlCol="0" anchor="t" anchorCtr="0">
            <a:no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1"/>
            </p:custDataLst>
          </p:nvPr>
        </p:nvSpPr>
        <p:spPr>
          <a:xfrm>
            <a:off x="669882" y="952508"/>
            <a:ext cx="10852237" cy="5388907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22"/>
            </p:custDataLst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3"/>
            </p:custDataLst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4"/>
            </p:custDataLst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25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2" r:id="rId1"/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  <p:sldLayoutId id="2147483765" r:id="rId14"/>
    <p:sldLayoutId id="2147483766" r:id="rId15"/>
    <p:sldLayoutId id="2147483767" r:id="rId16"/>
    <p:sldLayoutId id="2147483768" r:id="rId17"/>
    <p:sldLayoutId id="2147483769" r:id="rId18"/>
    <p:sldLayoutId id="2147483770" r:id="rId19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400" b="1" u="none" strike="noStrike" kern="1200" cap="none" spc="200" normalizeH="0">
          <a:solidFill>
            <a:schemeClr val="bg1"/>
          </a:solidFill>
          <a:uFillTx/>
          <a:latin typeface="微软雅黑" panose="020B0503020204020204" charset="-122"/>
          <a:ea typeface="微软雅黑" panose="020B050302020402020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9"/>
            </p:custDataLst>
          </p:nvPr>
        </p:nvSpPr>
        <p:spPr>
          <a:xfrm>
            <a:off x="669882" y="443230"/>
            <a:ext cx="10852237" cy="441964"/>
          </a:xfrm>
          <a:prstGeom prst="rect">
            <a:avLst/>
          </a:prstGeom>
        </p:spPr>
        <p:txBody>
          <a:bodyPr vert="horz" lIns="101600" tIns="38100" rIns="76200" bIns="38100" rtlCol="0" anchor="t" anchorCtr="0">
            <a:no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0"/>
            </p:custDataLst>
          </p:nvPr>
        </p:nvSpPr>
        <p:spPr>
          <a:xfrm>
            <a:off x="669882" y="952508"/>
            <a:ext cx="10852237" cy="5388907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21"/>
            </p:custDataLst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2"/>
            </p:custDataLst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3"/>
            </p:custDataLst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2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2" r:id="rId1"/>
    <p:sldLayoutId id="2147483773" r:id="rId2"/>
    <p:sldLayoutId id="2147483774" r:id="rId3"/>
    <p:sldLayoutId id="2147483775" r:id="rId4"/>
    <p:sldLayoutId id="2147483776" r:id="rId5"/>
    <p:sldLayoutId id="2147483777" r:id="rId6"/>
    <p:sldLayoutId id="2147483778" r:id="rId7"/>
    <p:sldLayoutId id="2147483779" r:id="rId8"/>
    <p:sldLayoutId id="2147483780" r:id="rId9"/>
    <p:sldLayoutId id="2147483781" r:id="rId10"/>
    <p:sldLayoutId id="2147483782" r:id="rId11"/>
    <p:sldLayoutId id="2147483783" r:id="rId12"/>
    <p:sldLayoutId id="2147483784" r:id="rId13"/>
    <p:sldLayoutId id="2147483785" r:id="rId14"/>
    <p:sldLayoutId id="2147483786" r:id="rId15"/>
    <p:sldLayoutId id="2147483787" r:id="rId16"/>
    <p:sldLayoutId id="2147483788" r:id="rId17"/>
    <p:sldLayoutId id="2147483789" r:id="rId1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400" b="1" u="none" strike="noStrike" kern="1200" cap="none" spc="200" normalizeH="0">
          <a:solidFill>
            <a:schemeClr val="bg1"/>
          </a:solidFill>
          <a:uFillTx/>
          <a:latin typeface="微软雅黑" panose="020B0503020204020204" charset="-122"/>
          <a:ea typeface="微软雅黑" panose="020B050302020402020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9"/>
            </p:custDataLst>
          </p:nvPr>
        </p:nvSpPr>
        <p:spPr>
          <a:xfrm>
            <a:off x="669882" y="443230"/>
            <a:ext cx="10852237" cy="441964"/>
          </a:xfrm>
          <a:prstGeom prst="rect">
            <a:avLst/>
          </a:prstGeom>
        </p:spPr>
        <p:txBody>
          <a:bodyPr vert="horz" lIns="101600" tIns="38100" rIns="76200" bIns="38100" rtlCol="0" anchor="t" anchorCtr="0">
            <a:no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0"/>
            </p:custDataLst>
          </p:nvPr>
        </p:nvSpPr>
        <p:spPr>
          <a:xfrm>
            <a:off x="669882" y="952508"/>
            <a:ext cx="10852237" cy="5388907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21"/>
            </p:custDataLst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2"/>
            </p:custDataLst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3"/>
            </p:custDataLst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2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1" r:id="rId1"/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  <p:sldLayoutId id="2147483804" r:id="rId14"/>
    <p:sldLayoutId id="2147483805" r:id="rId15"/>
    <p:sldLayoutId id="2147483806" r:id="rId16"/>
    <p:sldLayoutId id="2147483807" r:id="rId17"/>
    <p:sldLayoutId id="2147483808" r:id="rId1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400" b="1" u="none" strike="noStrike" kern="1200" cap="none" spc="200" normalizeH="0">
          <a:solidFill>
            <a:schemeClr val="bg1"/>
          </a:solidFill>
          <a:uFillTx/>
          <a:latin typeface="微软雅黑" panose="020B0503020204020204" charset="-122"/>
          <a:ea typeface="微软雅黑" panose="020B050302020402020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9"/>
            </p:custDataLst>
          </p:nvPr>
        </p:nvSpPr>
        <p:spPr>
          <a:xfrm>
            <a:off x="669882" y="443230"/>
            <a:ext cx="10852237" cy="441964"/>
          </a:xfrm>
          <a:prstGeom prst="rect">
            <a:avLst/>
          </a:prstGeom>
        </p:spPr>
        <p:txBody>
          <a:bodyPr vert="horz" lIns="101600" tIns="38100" rIns="76200" bIns="38100" rtlCol="0" anchor="t" anchorCtr="0">
            <a:no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0"/>
            </p:custDataLst>
          </p:nvPr>
        </p:nvSpPr>
        <p:spPr>
          <a:xfrm>
            <a:off x="669882" y="952508"/>
            <a:ext cx="10852237" cy="5388907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21"/>
            </p:custDataLst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2"/>
            </p:custDataLst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3"/>
            </p:custDataLst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2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13" r:id="rId4"/>
    <p:sldLayoutId id="2147483814" r:id="rId5"/>
    <p:sldLayoutId id="2147483815" r:id="rId6"/>
    <p:sldLayoutId id="2147483816" r:id="rId7"/>
    <p:sldLayoutId id="2147483817" r:id="rId8"/>
    <p:sldLayoutId id="2147483818" r:id="rId9"/>
    <p:sldLayoutId id="2147483819" r:id="rId10"/>
    <p:sldLayoutId id="2147483820" r:id="rId11"/>
    <p:sldLayoutId id="2147483821" r:id="rId12"/>
    <p:sldLayoutId id="2147483822" r:id="rId13"/>
    <p:sldLayoutId id="2147483823" r:id="rId14"/>
    <p:sldLayoutId id="2147483824" r:id="rId15"/>
    <p:sldLayoutId id="2147483825" r:id="rId16"/>
    <p:sldLayoutId id="2147483826" r:id="rId17"/>
    <p:sldLayoutId id="2147483827" r:id="rId1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400" b="1" u="none" strike="noStrike" kern="1200" cap="none" spc="200" normalizeH="0">
          <a:solidFill>
            <a:schemeClr val="bg1"/>
          </a:solidFill>
          <a:uFillTx/>
          <a:latin typeface="微软雅黑" panose="020B0503020204020204" charset="-122"/>
          <a:ea typeface="微软雅黑" panose="020B050302020402020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bg1"/>
          </a:solidFill>
          <a:uFillTx/>
          <a:latin typeface="Arial" panose="020B0604020202020204" pitchFamily="34" charset="0"/>
          <a:ea typeface="微软雅黑" panose="020B050302020402020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35.xml"/><Relationship Id="rId3" Type="http://schemas.openxmlformats.org/officeDocument/2006/relationships/tags" Target="../tags/tag1254.xml"/><Relationship Id="rId2" Type="http://schemas.openxmlformats.org/officeDocument/2006/relationships/tags" Target="../tags/tag1253.xml"/><Relationship Id="rId1" Type="http://schemas.openxmlformats.org/officeDocument/2006/relationships/tags" Target="../tags/tag1252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1263.xml"/><Relationship Id="rId8" Type="http://schemas.openxmlformats.org/officeDocument/2006/relationships/tags" Target="../tags/tag1262.xml"/><Relationship Id="rId7" Type="http://schemas.openxmlformats.org/officeDocument/2006/relationships/tags" Target="../tags/tag1261.xml"/><Relationship Id="rId6" Type="http://schemas.openxmlformats.org/officeDocument/2006/relationships/tags" Target="../tags/tag1260.xml"/><Relationship Id="rId5" Type="http://schemas.openxmlformats.org/officeDocument/2006/relationships/tags" Target="../tags/tag1259.xml"/><Relationship Id="rId4" Type="http://schemas.openxmlformats.org/officeDocument/2006/relationships/tags" Target="../tags/tag1258.xml"/><Relationship Id="rId3" Type="http://schemas.openxmlformats.org/officeDocument/2006/relationships/tags" Target="../tags/tag1257.xml"/><Relationship Id="rId2" Type="http://schemas.openxmlformats.org/officeDocument/2006/relationships/tags" Target="../tags/tag1256.xml"/><Relationship Id="rId19" Type="http://schemas.openxmlformats.org/officeDocument/2006/relationships/notesSlide" Target="../notesSlides/notesSlide2.xml"/><Relationship Id="rId18" Type="http://schemas.openxmlformats.org/officeDocument/2006/relationships/slideLayout" Target="../slideLayouts/slideLayout140.xml"/><Relationship Id="rId17" Type="http://schemas.openxmlformats.org/officeDocument/2006/relationships/tags" Target="../tags/tag1271.xml"/><Relationship Id="rId16" Type="http://schemas.openxmlformats.org/officeDocument/2006/relationships/tags" Target="../tags/tag1270.xml"/><Relationship Id="rId15" Type="http://schemas.openxmlformats.org/officeDocument/2006/relationships/tags" Target="../tags/tag1269.xml"/><Relationship Id="rId14" Type="http://schemas.openxmlformats.org/officeDocument/2006/relationships/tags" Target="../tags/tag1268.xml"/><Relationship Id="rId13" Type="http://schemas.openxmlformats.org/officeDocument/2006/relationships/tags" Target="../tags/tag1267.xml"/><Relationship Id="rId12" Type="http://schemas.openxmlformats.org/officeDocument/2006/relationships/tags" Target="../tags/tag1266.xml"/><Relationship Id="rId11" Type="http://schemas.openxmlformats.org/officeDocument/2006/relationships/tags" Target="../tags/tag1265.xml"/><Relationship Id="rId10" Type="http://schemas.openxmlformats.org/officeDocument/2006/relationships/tags" Target="../tags/tag1264.xml"/><Relationship Id="rId1" Type="http://schemas.openxmlformats.org/officeDocument/2006/relationships/tags" Target="../tags/tag1255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37.xml"/><Relationship Id="rId3" Type="http://schemas.openxmlformats.org/officeDocument/2006/relationships/tags" Target="../tags/tag1274.xml"/><Relationship Id="rId2" Type="http://schemas.openxmlformats.org/officeDocument/2006/relationships/tags" Target="../tags/tag1273.xml"/><Relationship Id="rId1" Type="http://schemas.openxmlformats.org/officeDocument/2006/relationships/tags" Target="../tags/tag1272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1279.xml"/><Relationship Id="rId8" Type="http://schemas.openxmlformats.org/officeDocument/2006/relationships/tags" Target="../tags/tag1278.xml"/><Relationship Id="rId7" Type="http://schemas.openxmlformats.org/officeDocument/2006/relationships/tags" Target="../tags/tag1277.xml"/><Relationship Id="rId6" Type="http://schemas.openxmlformats.org/officeDocument/2006/relationships/image" Target="file:///F:\Lets_Create/pic_temp/1_pic_quater_right_down.png" TargetMode="External"/><Relationship Id="rId5" Type="http://schemas.openxmlformats.org/officeDocument/2006/relationships/image" Target="../media/image4.png"/><Relationship Id="rId4" Type="http://schemas.openxmlformats.org/officeDocument/2006/relationships/tags" Target="../tags/tag1276.xml"/><Relationship Id="rId3" Type="http://schemas.openxmlformats.org/officeDocument/2006/relationships/image" Target="file:///F:\Lets_Create/pic_temp/0_pic_quater_right_down.png" TargetMode="External"/><Relationship Id="rId2" Type="http://schemas.openxmlformats.org/officeDocument/2006/relationships/image" Target="../media/image3.png"/><Relationship Id="rId13" Type="http://schemas.openxmlformats.org/officeDocument/2006/relationships/notesSlide" Target="../notesSlides/notesSlide4.xml"/><Relationship Id="rId12" Type="http://schemas.openxmlformats.org/officeDocument/2006/relationships/slideLayout" Target="../slideLayouts/slideLayout141.xml"/><Relationship Id="rId11" Type="http://schemas.openxmlformats.org/officeDocument/2006/relationships/tags" Target="../tags/tag1281.xml"/><Relationship Id="rId10" Type="http://schemas.openxmlformats.org/officeDocument/2006/relationships/tags" Target="../tags/tag1280.xml"/><Relationship Id="rId1" Type="http://schemas.openxmlformats.org/officeDocument/2006/relationships/tags" Target="../tags/tag1275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43.xml"/><Relationship Id="rId3" Type="http://schemas.openxmlformats.org/officeDocument/2006/relationships/tags" Target="../tags/tag1284.xml"/><Relationship Id="rId2" Type="http://schemas.openxmlformats.org/officeDocument/2006/relationships/tags" Target="../tags/tag1283.xml"/><Relationship Id="rId1" Type="http://schemas.openxmlformats.org/officeDocument/2006/relationships/tags" Target="../tags/tag1282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64.xml"/><Relationship Id="rId4" Type="http://schemas.openxmlformats.org/officeDocument/2006/relationships/tags" Target="../tags/tag1287.xml"/><Relationship Id="rId3" Type="http://schemas.openxmlformats.org/officeDocument/2006/relationships/image" Target="../media/image13.png"/><Relationship Id="rId2" Type="http://schemas.openxmlformats.org/officeDocument/2006/relationships/tags" Target="../tags/tag1286.xml"/><Relationship Id="rId1" Type="http://schemas.openxmlformats.org/officeDocument/2006/relationships/tags" Target="../tags/tag1285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62.xml"/><Relationship Id="rId3" Type="http://schemas.openxmlformats.org/officeDocument/2006/relationships/tags" Target="../tags/tag1290.xml"/><Relationship Id="rId2" Type="http://schemas.openxmlformats.org/officeDocument/2006/relationships/tags" Target="../tags/tag1289.xml"/><Relationship Id="rId1" Type="http://schemas.openxmlformats.org/officeDocument/2006/relationships/tags" Target="../tags/tag1288.xml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66.xml"/><Relationship Id="rId5" Type="http://schemas.openxmlformats.org/officeDocument/2006/relationships/tags" Target="../tags/tag1294.xml"/><Relationship Id="rId4" Type="http://schemas.openxmlformats.org/officeDocument/2006/relationships/image" Target="../media/image14.png"/><Relationship Id="rId3" Type="http://schemas.openxmlformats.org/officeDocument/2006/relationships/tags" Target="../tags/tag1293.xml"/><Relationship Id="rId2" Type="http://schemas.openxmlformats.org/officeDocument/2006/relationships/tags" Target="../tags/tag1292.xml"/><Relationship Id="rId1" Type="http://schemas.openxmlformats.org/officeDocument/2006/relationships/tags" Target="../tags/tag1291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298.xml"/><Relationship Id="rId8" Type="http://schemas.openxmlformats.org/officeDocument/2006/relationships/image" Target="../media/image19.png"/><Relationship Id="rId7" Type="http://schemas.openxmlformats.org/officeDocument/2006/relationships/image" Target="../media/image18.png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3" Type="http://schemas.openxmlformats.org/officeDocument/2006/relationships/tags" Target="../tags/tag1297.xml"/><Relationship Id="rId2" Type="http://schemas.openxmlformats.org/officeDocument/2006/relationships/tags" Target="../tags/tag1296.xml"/><Relationship Id="rId10" Type="http://schemas.openxmlformats.org/officeDocument/2006/relationships/slideLayout" Target="../slideLayouts/slideLayout166.xml"/><Relationship Id="rId1" Type="http://schemas.openxmlformats.org/officeDocument/2006/relationships/tags" Target="../tags/tag1295.xml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66.xml"/><Relationship Id="rId6" Type="http://schemas.openxmlformats.org/officeDocument/2006/relationships/tags" Target="../tags/tag130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3" Type="http://schemas.openxmlformats.org/officeDocument/2006/relationships/tags" Target="../tags/tag1301.xml"/><Relationship Id="rId2" Type="http://schemas.openxmlformats.org/officeDocument/2006/relationships/tags" Target="../tags/tag1300.xml"/><Relationship Id="rId1" Type="http://schemas.openxmlformats.org/officeDocument/2006/relationships/tags" Target="../tags/tag1299.xml"/></Relationships>
</file>

<file path=ppt/slides/_rels/slide1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81.xml"/><Relationship Id="rId3" Type="http://schemas.openxmlformats.org/officeDocument/2006/relationships/tags" Target="../tags/tag1305.xml"/><Relationship Id="rId2" Type="http://schemas.openxmlformats.org/officeDocument/2006/relationships/tags" Target="../tags/tag1304.xml"/><Relationship Id="rId1" Type="http://schemas.openxmlformats.org/officeDocument/2006/relationships/tags" Target="../tags/tag1303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3.svg"/><Relationship Id="rId8" Type="http://schemas.openxmlformats.org/officeDocument/2006/relationships/image" Target="../media/image22.png"/><Relationship Id="rId7" Type="http://schemas.openxmlformats.org/officeDocument/2006/relationships/tags" Target="../tags/tag1308.xml"/><Relationship Id="rId6" Type="http://schemas.openxmlformats.org/officeDocument/2006/relationships/image" Target="file:///F:\Lets_Create/pic_temp/1_pic_quater_right_down.png" TargetMode="External"/><Relationship Id="rId5" Type="http://schemas.openxmlformats.org/officeDocument/2006/relationships/image" Target="../media/image4.png"/><Relationship Id="rId4" Type="http://schemas.openxmlformats.org/officeDocument/2006/relationships/tags" Target="../tags/tag1307.xml"/><Relationship Id="rId3" Type="http://schemas.openxmlformats.org/officeDocument/2006/relationships/image" Target="file:///F:\Lets_Create/pic_temp/0_pic_quater_right_down.png" TargetMode="External"/><Relationship Id="rId2" Type="http://schemas.openxmlformats.org/officeDocument/2006/relationships/image" Target="../media/image3.png"/><Relationship Id="rId16" Type="http://schemas.openxmlformats.org/officeDocument/2006/relationships/notesSlide" Target="../notesSlides/notesSlide8.xml"/><Relationship Id="rId15" Type="http://schemas.openxmlformats.org/officeDocument/2006/relationships/slideLayout" Target="../slideLayouts/slideLayout9.xml"/><Relationship Id="rId14" Type="http://schemas.openxmlformats.org/officeDocument/2006/relationships/tags" Target="../tags/tag1312.xml"/><Relationship Id="rId13" Type="http://schemas.openxmlformats.org/officeDocument/2006/relationships/image" Target="../media/image24.svg"/><Relationship Id="rId12" Type="http://schemas.openxmlformats.org/officeDocument/2006/relationships/tags" Target="../tags/tag1311.xml"/><Relationship Id="rId11" Type="http://schemas.openxmlformats.org/officeDocument/2006/relationships/tags" Target="../tags/tag1310.xml"/><Relationship Id="rId10" Type="http://schemas.openxmlformats.org/officeDocument/2006/relationships/tags" Target="../tags/tag1309.xml"/><Relationship Id="rId1" Type="http://schemas.openxmlformats.org/officeDocument/2006/relationships/tags" Target="../tags/tag1306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25.svg"/><Relationship Id="rId8" Type="http://schemas.openxmlformats.org/officeDocument/2006/relationships/image" Target="../media/image22.png"/><Relationship Id="rId7" Type="http://schemas.openxmlformats.org/officeDocument/2006/relationships/tags" Target="../tags/tag1315.xml"/><Relationship Id="rId6" Type="http://schemas.openxmlformats.org/officeDocument/2006/relationships/image" Target="file:///F:\Lets_Create/pic_temp/1_pic_quater_right_down.png" TargetMode="External"/><Relationship Id="rId5" Type="http://schemas.openxmlformats.org/officeDocument/2006/relationships/image" Target="../media/image4.png"/><Relationship Id="rId4" Type="http://schemas.openxmlformats.org/officeDocument/2006/relationships/tags" Target="../tags/tag1314.xml"/><Relationship Id="rId3" Type="http://schemas.openxmlformats.org/officeDocument/2006/relationships/image" Target="file:///F:\Lets_Create/pic_temp/0_pic_quater_right_down.png" TargetMode="External"/><Relationship Id="rId2" Type="http://schemas.openxmlformats.org/officeDocument/2006/relationships/image" Target="../media/image3.png"/><Relationship Id="rId16" Type="http://schemas.openxmlformats.org/officeDocument/2006/relationships/notesSlide" Target="../notesSlides/notesSlide9.xml"/><Relationship Id="rId15" Type="http://schemas.openxmlformats.org/officeDocument/2006/relationships/slideLayout" Target="../slideLayouts/slideLayout9.xml"/><Relationship Id="rId14" Type="http://schemas.openxmlformats.org/officeDocument/2006/relationships/tags" Target="../tags/tag1319.xml"/><Relationship Id="rId13" Type="http://schemas.openxmlformats.org/officeDocument/2006/relationships/image" Target="../media/image26.svg"/><Relationship Id="rId12" Type="http://schemas.openxmlformats.org/officeDocument/2006/relationships/tags" Target="../tags/tag1318.xml"/><Relationship Id="rId11" Type="http://schemas.openxmlformats.org/officeDocument/2006/relationships/tags" Target="../tags/tag1317.xml"/><Relationship Id="rId10" Type="http://schemas.openxmlformats.org/officeDocument/2006/relationships/tags" Target="../tags/tag1316.xml"/><Relationship Id="rId1" Type="http://schemas.openxmlformats.org/officeDocument/2006/relationships/tags" Target="../tags/tag1313.xml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66.xml"/><Relationship Id="rId4" Type="http://schemas.openxmlformats.org/officeDocument/2006/relationships/tags" Target="../tags/tag1322.xml"/><Relationship Id="rId3" Type="http://schemas.openxmlformats.org/officeDocument/2006/relationships/image" Target="../media/image27.png"/><Relationship Id="rId2" Type="http://schemas.openxmlformats.org/officeDocument/2006/relationships/tags" Target="../tags/tag1321.xml"/><Relationship Id="rId1" Type="http://schemas.openxmlformats.org/officeDocument/2006/relationships/tags" Target="../tags/tag1320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69.xml"/><Relationship Id="rId3" Type="http://schemas.openxmlformats.org/officeDocument/2006/relationships/tags" Target="../tags/tag1324.xml"/><Relationship Id="rId2" Type="http://schemas.openxmlformats.org/officeDocument/2006/relationships/tags" Target="../tags/tag1323.xml"/><Relationship Id="rId1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69.xml"/><Relationship Id="rId6" Type="http://schemas.openxmlformats.org/officeDocument/2006/relationships/tags" Target="../tags/tag1328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3" Type="http://schemas.openxmlformats.org/officeDocument/2006/relationships/tags" Target="../tags/tag1327.xml"/><Relationship Id="rId2" Type="http://schemas.openxmlformats.org/officeDocument/2006/relationships/tags" Target="../tags/tag1326.xml"/><Relationship Id="rId1" Type="http://schemas.openxmlformats.org/officeDocument/2006/relationships/tags" Target="../tags/tag1325.xml"/></Relationships>
</file>

<file path=ppt/slides/_rels/slide17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69.xml"/><Relationship Id="rId6" Type="http://schemas.openxmlformats.org/officeDocument/2006/relationships/tags" Target="../tags/tag133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3" Type="http://schemas.openxmlformats.org/officeDocument/2006/relationships/tags" Target="../tags/tag1331.xml"/><Relationship Id="rId2" Type="http://schemas.openxmlformats.org/officeDocument/2006/relationships/tags" Target="../tags/tag1330.xml"/><Relationship Id="rId1" Type="http://schemas.openxmlformats.org/officeDocument/2006/relationships/tags" Target="../tags/tag1329.xml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tags" Target="../tags/tag1337.xml"/><Relationship Id="rId8" Type="http://schemas.openxmlformats.org/officeDocument/2006/relationships/tags" Target="../tags/tag1336.xml"/><Relationship Id="rId7" Type="http://schemas.openxmlformats.org/officeDocument/2006/relationships/tags" Target="../tags/tag1335.xml"/><Relationship Id="rId6" Type="http://schemas.openxmlformats.org/officeDocument/2006/relationships/image" Target="file:///F:\Lets_Create/pic_temp/1_pic_quater_right_down.png" TargetMode="External"/><Relationship Id="rId5" Type="http://schemas.openxmlformats.org/officeDocument/2006/relationships/image" Target="../media/image4.png"/><Relationship Id="rId4" Type="http://schemas.openxmlformats.org/officeDocument/2006/relationships/tags" Target="../tags/tag1334.xml"/><Relationship Id="rId3" Type="http://schemas.openxmlformats.org/officeDocument/2006/relationships/image" Target="file:///F:\Lets_Create/pic_temp/0_pic_quater_right_down.png" TargetMode="External"/><Relationship Id="rId2" Type="http://schemas.openxmlformats.org/officeDocument/2006/relationships/image" Target="../media/image3.png"/><Relationship Id="rId13" Type="http://schemas.openxmlformats.org/officeDocument/2006/relationships/notesSlide" Target="../notesSlides/notesSlide10.xml"/><Relationship Id="rId12" Type="http://schemas.openxmlformats.org/officeDocument/2006/relationships/slideLayout" Target="../slideLayouts/slideLayout9.xml"/><Relationship Id="rId11" Type="http://schemas.openxmlformats.org/officeDocument/2006/relationships/tags" Target="../tags/tag1339.xml"/><Relationship Id="rId10" Type="http://schemas.openxmlformats.org/officeDocument/2006/relationships/tags" Target="../tags/tag1338.xml"/><Relationship Id="rId1" Type="http://schemas.openxmlformats.org/officeDocument/2006/relationships/tags" Target="../tags/tag1333.xml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66.xml"/><Relationship Id="rId4" Type="http://schemas.openxmlformats.org/officeDocument/2006/relationships/tags" Target="../tags/tag1342.xml"/><Relationship Id="rId3" Type="http://schemas.openxmlformats.org/officeDocument/2006/relationships/image" Target="../media/image33.png"/><Relationship Id="rId2" Type="http://schemas.openxmlformats.org/officeDocument/2006/relationships/tags" Target="../tags/tag1341.xml"/><Relationship Id="rId1" Type="http://schemas.openxmlformats.org/officeDocument/2006/relationships/tags" Target="../tags/tag1340.xml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tags" Target="../tags/tag1347.xml"/><Relationship Id="rId8" Type="http://schemas.openxmlformats.org/officeDocument/2006/relationships/tags" Target="../tags/tag1346.xml"/><Relationship Id="rId7" Type="http://schemas.openxmlformats.org/officeDocument/2006/relationships/tags" Target="../tags/tag1345.xml"/><Relationship Id="rId6" Type="http://schemas.openxmlformats.org/officeDocument/2006/relationships/image" Target="file:///F:\Lets_Create/pic_temp/1_pic_quater_right_down.png" TargetMode="External"/><Relationship Id="rId5" Type="http://schemas.openxmlformats.org/officeDocument/2006/relationships/image" Target="../media/image4.png"/><Relationship Id="rId4" Type="http://schemas.openxmlformats.org/officeDocument/2006/relationships/tags" Target="../tags/tag1344.xml"/><Relationship Id="rId3" Type="http://schemas.openxmlformats.org/officeDocument/2006/relationships/image" Target="file:///F:\Lets_Create/pic_temp/0_pic_quater_right_down.png" TargetMode="External"/><Relationship Id="rId2" Type="http://schemas.openxmlformats.org/officeDocument/2006/relationships/image" Target="../media/image3.png"/><Relationship Id="rId13" Type="http://schemas.openxmlformats.org/officeDocument/2006/relationships/notesSlide" Target="../notesSlides/notesSlide11.xml"/><Relationship Id="rId12" Type="http://schemas.openxmlformats.org/officeDocument/2006/relationships/slideLayout" Target="../slideLayouts/slideLayout104.xml"/><Relationship Id="rId11" Type="http://schemas.openxmlformats.org/officeDocument/2006/relationships/tags" Target="../tags/tag1349.xml"/><Relationship Id="rId10" Type="http://schemas.openxmlformats.org/officeDocument/2006/relationships/tags" Target="../tags/tag1348.xml"/><Relationship Id="rId1" Type="http://schemas.openxmlformats.org/officeDocument/2006/relationships/tags" Target="../tags/tag1343.xml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36.png"/><Relationship Id="rId8" Type="http://schemas.openxmlformats.org/officeDocument/2006/relationships/image" Target="../media/image35.png"/><Relationship Id="rId7" Type="http://schemas.openxmlformats.org/officeDocument/2006/relationships/image" Target="../media/image34.png"/><Relationship Id="rId6" Type="http://schemas.openxmlformats.org/officeDocument/2006/relationships/image" Target="file:///F:\Lets_Create/pic_temp/1_pic_quater_right_down.png" TargetMode="External"/><Relationship Id="rId5" Type="http://schemas.openxmlformats.org/officeDocument/2006/relationships/image" Target="../media/image4.png"/><Relationship Id="rId4" Type="http://schemas.openxmlformats.org/officeDocument/2006/relationships/tags" Target="../tags/tag1351.xml"/><Relationship Id="rId3" Type="http://schemas.openxmlformats.org/officeDocument/2006/relationships/image" Target="file:///F:\Lets_Create/pic_temp/0_pic_quater_right_down.png" TargetMode="External"/><Relationship Id="rId2" Type="http://schemas.openxmlformats.org/officeDocument/2006/relationships/image" Target="../media/image3.png"/><Relationship Id="rId12" Type="http://schemas.openxmlformats.org/officeDocument/2006/relationships/notesSlide" Target="../notesSlides/notesSlide12.xml"/><Relationship Id="rId11" Type="http://schemas.openxmlformats.org/officeDocument/2006/relationships/slideLayout" Target="../slideLayouts/slideLayout9.xml"/><Relationship Id="rId10" Type="http://schemas.openxmlformats.org/officeDocument/2006/relationships/tags" Target="../tags/tag1352.xml"/><Relationship Id="rId1" Type="http://schemas.openxmlformats.org/officeDocument/2006/relationships/tags" Target="../tags/tag1350.xml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tags" Target="../tags/tag1357.xml"/><Relationship Id="rId8" Type="http://schemas.openxmlformats.org/officeDocument/2006/relationships/tags" Target="../tags/tag1356.xml"/><Relationship Id="rId7" Type="http://schemas.openxmlformats.org/officeDocument/2006/relationships/tags" Target="../tags/tag1355.xml"/><Relationship Id="rId6" Type="http://schemas.openxmlformats.org/officeDocument/2006/relationships/image" Target="file:///F:\Lets_Create/pic_temp/1_pic_quater_right_down.png" TargetMode="External"/><Relationship Id="rId5" Type="http://schemas.openxmlformats.org/officeDocument/2006/relationships/image" Target="../media/image4.png"/><Relationship Id="rId4" Type="http://schemas.openxmlformats.org/officeDocument/2006/relationships/tags" Target="../tags/tag1354.xml"/><Relationship Id="rId3" Type="http://schemas.openxmlformats.org/officeDocument/2006/relationships/image" Target="file:///F:\Lets_Create/pic_temp/0_pic_quater_right_down.png" TargetMode="External"/><Relationship Id="rId2" Type="http://schemas.openxmlformats.org/officeDocument/2006/relationships/image" Target="../media/image3.png"/><Relationship Id="rId11" Type="http://schemas.openxmlformats.org/officeDocument/2006/relationships/notesSlide" Target="../notesSlides/notesSlide13.xml"/><Relationship Id="rId10" Type="http://schemas.openxmlformats.org/officeDocument/2006/relationships/slideLayout" Target="../slideLayouts/slideLayout9.xml"/><Relationship Id="rId1" Type="http://schemas.openxmlformats.org/officeDocument/2006/relationships/tags" Target="../tags/tag135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image" Target="../media/image38.png"/><Relationship Id="rId1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tags" Target="../tags/tag1362.xml"/><Relationship Id="rId8" Type="http://schemas.openxmlformats.org/officeDocument/2006/relationships/tags" Target="../tags/tag1361.xml"/><Relationship Id="rId7" Type="http://schemas.openxmlformats.org/officeDocument/2006/relationships/tags" Target="../tags/tag1360.xml"/><Relationship Id="rId6" Type="http://schemas.openxmlformats.org/officeDocument/2006/relationships/image" Target="file:///F:\Lets_Create/pic_temp/1_pic_quater_right_down.png" TargetMode="External"/><Relationship Id="rId5" Type="http://schemas.openxmlformats.org/officeDocument/2006/relationships/image" Target="../media/image4.png"/><Relationship Id="rId4" Type="http://schemas.openxmlformats.org/officeDocument/2006/relationships/tags" Target="../tags/tag1359.xml"/><Relationship Id="rId3" Type="http://schemas.openxmlformats.org/officeDocument/2006/relationships/image" Target="file:///F:\Lets_Create/pic_temp/0_pic_quater_right_down.png" TargetMode="External"/><Relationship Id="rId20" Type="http://schemas.openxmlformats.org/officeDocument/2006/relationships/notesSlide" Target="../notesSlides/notesSlide14.xml"/><Relationship Id="rId2" Type="http://schemas.openxmlformats.org/officeDocument/2006/relationships/image" Target="../media/image3.png"/><Relationship Id="rId19" Type="http://schemas.openxmlformats.org/officeDocument/2006/relationships/slideLayout" Target="../slideLayouts/slideLayout28.xml"/><Relationship Id="rId18" Type="http://schemas.openxmlformats.org/officeDocument/2006/relationships/tags" Target="../tags/tag1370.xml"/><Relationship Id="rId17" Type="http://schemas.openxmlformats.org/officeDocument/2006/relationships/image" Target="../media/image41.png"/><Relationship Id="rId16" Type="http://schemas.openxmlformats.org/officeDocument/2006/relationships/tags" Target="../tags/tag1369.xml"/><Relationship Id="rId15" Type="http://schemas.openxmlformats.org/officeDocument/2006/relationships/tags" Target="../tags/tag1368.xml"/><Relationship Id="rId14" Type="http://schemas.openxmlformats.org/officeDocument/2006/relationships/tags" Target="../tags/tag1367.xml"/><Relationship Id="rId13" Type="http://schemas.openxmlformats.org/officeDocument/2006/relationships/tags" Target="../tags/tag1366.xml"/><Relationship Id="rId12" Type="http://schemas.openxmlformats.org/officeDocument/2006/relationships/tags" Target="../tags/tag1365.xml"/><Relationship Id="rId11" Type="http://schemas.openxmlformats.org/officeDocument/2006/relationships/tags" Target="../tags/tag1364.xml"/><Relationship Id="rId10" Type="http://schemas.openxmlformats.org/officeDocument/2006/relationships/tags" Target="../tags/tag1363.xml"/><Relationship Id="rId1" Type="http://schemas.openxmlformats.org/officeDocument/2006/relationships/tags" Target="../tags/tag1358.xml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image" Target="../media/image42.png"/><Relationship Id="rId8" Type="http://schemas.openxmlformats.org/officeDocument/2006/relationships/tags" Target="../tags/tag1374.xml"/><Relationship Id="rId7" Type="http://schemas.openxmlformats.org/officeDocument/2006/relationships/image" Target="file:///F:\Lets_Create/pic_temp/1_pic_quater_right_down.png" TargetMode="External"/><Relationship Id="rId6" Type="http://schemas.openxmlformats.org/officeDocument/2006/relationships/image" Target="../media/image4.png"/><Relationship Id="rId5" Type="http://schemas.openxmlformats.org/officeDocument/2006/relationships/tags" Target="../tags/tag1373.xml"/><Relationship Id="rId4" Type="http://schemas.openxmlformats.org/officeDocument/2006/relationships/image" Target="file:///F:\Lets_Create/pic_temp/0_pic_quater_right_down.png" TargetMode="External"/><Relationship Id="rId3" Type="http://schemas.openxmlformats.org/officeDocument/2006/relationships/image" Target="../media/image3.png"/><Relationship Id="rId2" Type="http://schemas.openxmlformats.org/officeDocument/2006/relationships/tags" Target="../tags/tag1372.xml"/><Relationship Id="rId14" Type="http://schemas.openxmlformats.org/officeDocument/2006/relationships/notesSlide" Target="../notesSlides/notesSlide15.xml"/><Relationship Id="rId13" Type="http://schemas.openxmlformats.org/officeDocument/2006/relationships/slideLayout" Target="../slideLayouts/slideLayout9.xml"/><Relationship Id="rId12" Type="http://schemas.openxmlformats.org/officeDocument/2006/relationships/tags" Target="../tags/tag1375.xml"/><Relationship Id="rId11" Type="http://schemas.openxmlformats.org/officeDocument/2006/relationships/image" Target="../media/image44.png"/><Relationship Id="rId10" Type="http://schemas.openxmlformats.org/officeDocument/2006/relationships/image" Target="../media/image43.png"/><Relationship Id="rId1" Type="http://schemas.openxmlformats.org/officeDocument/2006/relationships/tags" Target="../tags/tag1371.xml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image" Target="../media/image45.png"/><Relationship Id="rId8" Type="http://schemas.openxmlformats.org/officeDocument/2006/relationships/tags" Target="../tags/tag1379.xml"/><Relationship Id="rId7" Type="http://schemas.openxmlformats.org/officeDocument/2006/relationships/tags" Target="../tags/tag1378.xml"/><Relationship Id="rId6" Type="http://schemas.openxmlformats.org/officeDocument/2006/relationships/image" Target="file:///F:\Lets_Create/pic_temp/1_pic_quater_right_down.png" TargetMode="External"/><Relationship Id="rId5" Type="http://schemas.openxmlformats.org/officeDocument/2006/relationships/image" Target="../media/image4.png"/><Relationship Id="rId4" Type="http://schemas.openxmlformats.org/officeDocument/2006/relationships/tags" Target="../tags/tag1377.xml"/><Relationship Id="rId3" Type="http://schemas.openxmlformats.org/officeDocument/2006/relationships/image" Target="file:///F:\Lets_Create/pic_temp/0_pic_quater_right_down.png" TargetMode="External"/><Relationship Id="rId2" Type="http://schemas.openxmlformats.org/officeDocument/2006/relationships/image" Target="../media/image3.png"/><Relationship Id="rId13" Type="http://schemas.openxmlformats.org/officeDocument/2006/relationships/notesSlide" Target="../notesSlides/notesSlide16.xml"/><Relationship Id="rId12" Type="http://schemas.openxmlformats.org/officeDocument/2006/relationships/slideLayout" Target="../slideLayouts/slideLayout9.xml"/><Relationship Id="rId11" Type="http://schemas.openxmlformats.org/officeDocument/2006/relationships/tags" Target="../tags/tag1380.xml"/><Relationship Id="rId10" Type="http://schemas.openxmlformats.org/officeDocument/2006/relationships/image" Target="../media/image46.png"/><Relationship Id="rId1" Type="http://schemas.openxmlformats.org/officeDocument/2006/relationships/tags" Target="../tags/tag1376.xml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tags" Target="../tags/tag1383.xml"/><Relationship Id="rId8" Type="http://schemas.openxmlformats.org/officeDocument/2006/relationships/image" Target="../media/image48.png"/><Relationship Id="rId7" Type="http://schemas.openxmlformats.org/officeDocument/2006/relationships/image" Target="../media/image47.png"/><Relationship Id="rId6" Type="http://schemas.openxmlformats.org/officeDocument/2006/relationships/image" Target="file:///F:\Lets_Create/pic_temp/1_pic_quater_right_down.png" TargetMode="External"/><Relationship Id="rId5" Type="http://schemas.openxmlformats.org/officeDocument/2006/relationships/image" Target="../media/image4.png"/><Relationship Id="rId4" Type="http://schemas.openxmlformats.org/officeDocument/2006/relationships/tags" Target="../tags/tag1382.xml"/><Relationship Id="rId3" Type="http://schemas.openxmlformats.org/officeDocument/2006/relationships/image" Target="file:///F:\Lets_Create/pic_temp/0_pic_quater_right_down.png" TargetMode="External"/><Relationship Id="rId2" Type="http://schemas.openxmlformats.org/officeDocument/2006/relationships/image" Target="../media/image3.png"/><Relationship Id="rId11" Type="http://schemas.openxmlformats.org/officeDocument/2006/relationships/notesSlide" Target="../notesSlides/notesSlide17.xml"/><Relationship Id="rId10" Type="http://schemas.openxmlformats.org/officeDocument/2006/relationships/slideLayout" Target="../slideLayouts/slideLayout9.xml"/><Relationship Id="rId1" Type="http://schemas.openxmlformats.org/officeDocument/2006/relationships/tags" Target="../tags/tag1381.xml"/></Relationships>
</file>

<file path=ppt/slides/_rels/slide29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69.xml"/><Relationship Id="rId6" Type="http://schemas.openxmlformats.org/officeDocument/2006/relationships/tags" Target="../tags/tag1387.xml"/><Relationship Id="rId5" Type="http://schemas.openxmlformats.org/officeDocument/2006/relationships/image" Target="../media/image50.png"/><Relationship Id="rId4" Type="http://schemas.openxmlformats.org/officeDocument/2006/relationships/tags" Target="../tags/tag1386.xml"/><Relationship Id="rId3" Type="http://schemas.openxmlformats.org/officeDocument/2006/relationships/image" Target="../media/image49.png"/><Relationship Id="rId2" Type="http://schemas.openxmlformats.org/officeDocument/2006/relationships/tags" Target="../tags/tag1385.xml"/><Relationship Id="rId1" Type="http://schemas.openxmlformats.org/officeDocument/2006/relationships/tags" Target="../tags/tag1384.xml"/></Relationships>
</file>

<file path=ppt/slides/_rels/slide30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69.xml"/><Relationship Id="rId6" Type="http://schemas.openxmlformats.org/officeDocument/2006/relationships/tags" Target="../tags/tag1391.xml"/><Relationship Id="rId5" Type="http://schemas.openxmlformats.org/officeDocument/2006/relationships/image" Target="../media/image52.png"/><Relationship Id="rId4" Type="http://schemas.openxmlformats.org/officeDocument/2006/relationships/tags" Target="../tags/tag1390.xml"/><Relationship Id="rId3" Type="http://schemas.openxmlformats.org/officeDocument/2006/relationships/image" Target="../media/image51.png"/><Relationship Id="rId2" Type="http://schemas.openxmlformats.org/officeDocument/2006/relationships/tags" Target="../tags/tag1389.xml"/><Relationship Id="rId1" Type="http://schemas.openxmlformats.org/officeDocument/2006/relationships/tags" Target="../tags/tag1388.xml"/></Relationships>
</file>

<file path=ppt/slides/_rels/slide31.xml.rels><?xml version="1.0" encoding="UTF-8" standalone="yes"?>
<Relationships xmlns="http://schemas.openxmlformats.org/package/2006/relationships"><Relationship Id="rId9" Type="http://schemas.openxmlformats.org/officeDocument/2006/relationships/tags" Target="../tags/tag1395.xml"/><Relationship Id="rId8" Type="http://schemas.openxmlformats.org/officeDocument/2006/relationships/tags" Target="../tags/tag1394.xml"/><Relationship Id="rId7" Type="http://schemas.openxmlformats.org/officeDocument/2006/relationships/image" Target="../media/image53.jpeg"/><Relationship Id="rId6" Type="http://schemas.openxmlformats.org/officeDocument/2006/relationships/image" Target="file:///F:\Lets_Create/pic_temp/1_pic_quater_right_down.png" TargetMode="External"/><Relationship Id="rId5" Type="http://schemas.openxmlformats.org/officeDocument/2006/relationships/image" Target="../media/image4.png"/><Relationship Id="rId4" Type="http://schemas.openxmlformats.org/officeDocument/2006/relationships/tags" Target="../tags/tag1393.xml"/><Relationship Id="rId3" Type="http://schemas.openxmlformats.org/officeDocument/2006/relationships/image" Target="file:///F:\Lets_Create/pic_temp/0_pic_quater_right_down.png" TargetMode="External"/><Relationship Id="rId2" Type="http://schemas.openxmlformats.org/officeDocument/2006/relationships/image" Target="../media/image3.png"/><Relationship Id="rId12" Type="http://schemas.openxmlformats.org/officeDocument/2006/relationships/notesSlide" Target="../notesSlides/notesSlide18.xml"/><Relationship Id="rId11" Type="http://schemas.openxmlformats.org/officeDocument/2006/relationships/slideLayout" Target="../slideLayouts/slideLayout9.xml"/><Relationship Id="rId10" Type="http://schemas.openxmlformats.org/officeDocument/2006/relationships/tags" Target="../tags/tag1396.xml"/><Relationship Id="rId1" Type="http://schemas.openxmlformats.org/officeDocument/2006/relationships/tags" Target="../tags/tag1392.xml"/></Relationships>
</file>

<file path=ppt/slides/_rels/slide3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69.xml"/><Relationship Id="rId3" Type="http://schemas.openxmlformats.org/officeDocument/2006/relationships/tags" Target="../tags/tag1397.xml"/><Relationship Id="rId2" Type="http://schemas.openxmlformats.org/officeDocument/2006/relationships/image" Target="../media/image55.png"/><Relationship Id="rId1" Type="http://schemas.openxmlformats.org/officeDocument/2006/relationships/image" Target="../media/image54.png"/></Relationships>
</file>

<file path=ppt/slides/_rels/slide3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9.xml"/><Relationship Id="rId4" Type="http://schemas.openxmlformats.org/officeDocument/2006/relationships/slideLayout" Target="../slideLayouts/slideLayout119.xml"/><Relationship Id="rId3" Type="http://schemas.openxmlformats.org/officeDocument/2006/relationships/tags" Target="../tags/tag1400.xml"/><Relationship Id="rId2" Type="http://schemas.openxmlformats.org/officeDocument/2006/relationships/tags" Target="../tags/tag1399.xml"/><Relationship Id="rId1" Type="http://schemas.openxmlformats.org/officeDocument/2006/relationships/tags" Target="../tags/tag1398.xml"/></Relationships>
</file>

<file path=ppt/slides/_rels/slide34.xml.rels><?xml version="1.0" encoding="UTF-8" standalone="yes"?>
<Relationships xmlns="http://schemas.openxmlformats.org/package/2006/relationships"><Relationship Id="rId9" Type="http://schemas.openxmlformats.org/officeDocument/2006/relationships/tags" Target="../tags/tag1405.xml"/><Relationship Id="rId8" Type="http://schemas.openxmlformats.org/officeDocument/2006/relationships/tags" Target="../tags/tag1404.xml"/><Relationship Id="rId7" Type="http://schemas.openxmlformats.org/officeDocument/2006/relationships/tags" Target="../tags/tag1403.xml"/><Relationship Id="rId6" Type="http://schemas.openxmlformats.org/officeDocument/2006/relationships/image" Target="file:///F:\Lets_Create/pic_temp/1_pic_quater_right_down.png" TargetMode="External"/><Relationship Id="rId5" Type="http://schemas.openxmlformats.org/officeDocument/2006/relationships/image" Target="../media/image4.png"/><Relationship Id="rId4" Type="http://schemas.openxmlformats.org/officeDocument/2006/relationships/tags" Target="../tags/tag1402.xml"/><Relationship Id="rId3" Type="http://schemas.openxmlformats.org/officeDocument/2006/relationships/image" Target="file:///F:\Lets_Create/pic_temp/0_pic_quater_right_down.png" TargetMode="External"/><Relationship Id="rId2" Type="http://schemas.openxmlformats.org/officeDocument/2006/relationships/image" Target="../media/image3.png"/><Relationship Id="rId13" Type="http://schemas.openxmlformats.org/officeDocument/2006/relationships/notesSlide" Target="../notesSlides/notesSlide20.xml"/><Relationship Id="rId12" Type="http://schemas.openxmlformats.org/officeDocument/2006/relationships/slideLayout" Target="../slideLayouts/slideLayout9.xml"/><Relationship Id="rId11" Type="http://schemas.openxmlformats.org/officeDocument/2006/relationships/tags" Target="../tags/tag1407.xml"/><Relationship Id="rId10" Type="http://schemas.openxmlformats.org/officeDocument/2006/relationships/tags" Target="../tags/tag1406.xml"/><Relationship Id="rId1" Type="http://schemas.openxmlformats.org/officeDocument/2006/relationships/tags" Target="../tags/tag1401.xml"/></Relationships>
</file>

<file path=ppt/slides/_rels/slide35.xml.rels><?xml version="1.0" encoding="UTF-8" standalone="yes"?>
<Relationships xmlns="http://schemas.openxmlformats.org/package/2006/relationships"><Relationship Id="rId9" Type="http://schemas.openxmlformats.org/officeDocument/2006/relationships/tags" Target="../tags/tag1412.xml"/><Relationship Id="rId8" Type="http://schemas.openxmlformats.org/officeDocument/2006/relationships/tags" Target="../tags/tag1411.xml"/><Relationship Id="rId7" Type="http://schemas.openxmlformats.org/officeDocument/2006/relationships/tags" Target="../tags/tag1410.xml"/><Relationship Id="rId6" Type="http://schemas.openxmlformats.org/officeDocument/2006/relationships/image" Target="file:///F:\Lets_Create/pic_temp/1_pic_quater_right_down.png" TargetMode="External"/><Relationship Id="rId5" Type="http://schemas.openxmlformats.org/officeDocument/2006/relationships/image" Target="../media/image4.png"/><Relationship Id="rId4" Type="http://schemas.openxmlformats.org/officeDocument/2006/relationships/tags" Target="../tags/tag1409.xml"/><Relationship Id="rId3" Type="http://schemas.openxmlformats.org/officeDocument/2006/relationships/image" Target="file:///F:\Lets_Create/pic_temp/0_pic_quater_right_down.png" TargetMode="External"/><Relationship Id="rId2" Type="http://schemas.openxmlformats.org/officeDocument/2006/relationships/image" Target="../media/image3.png"/><Relationship Id="rId13" Type="http://schemas.openxmlformats.org/officeDocument/2006/relationships/notesSlide" Target="../notesSlides/notesSlide21.xml"/><Relationship Id="rId12" Type="http://schemas.openxmlformats.org/officeDocument/2006/relationships/slideLayout" Target="../slideLayouts/slideLayout9.xml"/><Relationship Id="rId11" Type="http://schemas.openxmlformats.org/officeDocument/2006/relationships/tags" Target="../tags/tag1414.xml"/><Relationship Id="rId10" Type="http://schemas.openxmlformats.org/officeDocument/2006/relationships/tags" Target="../tags/tag1413.xml"/><Relationship Id="rId1" Type="http://schemas.openxmlformats.org/officeDocument/2006/relationships/tags" Target="../tags/tag1408.xml"/></Relationships>
</file>

<file path=ppt/slides/_rels/slide36.xml.rels><?xml version="1.0" encoding="UTF-8" standalone="yes"?>
<Relationships xmlns="http://schemas.openxmlformats.org/package/2006/relationships"><Relationship Id="rId9" Type="http://schemas.openxmlformats.org/officeDocument/2006/relationships/tags" Target="../tags/tag1419.xml"/><Relationship Id="rId8" Type="http://schemas.openxmlformats.org/officeDocument/2006/relationships/tags" Target="../tags/tag1418.xml"/><Relationship Id="rId7" Type="http://schemas.openxmlformats.org/officeDocument/2006/relationships/tags" Target="../tags/tag1417.xml"/><Relationship Id="rId6" Type="http://schemas.openxmlformats.org/officeDocument/2006/relationships/image" Target="file:///F:\Lets_Create/pic_temp/1_pic_quater_right_down.png" TargetMode="External"/><Relationship Id="rId5" Type="http://schemas.openxmlformats.org/officeDocument/2006/relationships/image" Target="../media/image4.png"/><Relationship Id="rId4" Type="http://schemas.openxmlformats.org/officeDocument/2006/relationships/tags" Target="../tags/tag1416.xml"/><Relationship Id="rId3" Type="http://schemas.openxmlformats.org/officeDocument/2006/relationships/image" Target="file:///F:\Lets_Create/pic_temp/0_pic_quater_right_down.png" TargetMode="External"/><Relationship Id="rId2" Type="http://schemas.openxmlformats.org/officeDocument/2006/relationships/image" Target="../media/image3.png"/><Relationship Id="rId12" Type="http://schemas.openxmlformats.org/officeDocument/2006/relationships/notesSlide" Target="../notesSlides/notesSlide22.xml"/><Relationship Id="rId11" Type="http://schemas.openxmlformats.org/officeDocument/2006/relationships/slideLayout" Target="../slideLayouts/slideLayout9.xml"/><Relationship Id="rId10" Type="http://schemas.openxmlformats.org/officeDocument/2006/relationships/tags" Target="../tags/tag1420.xml"/><Relationship Id="rId1" Type="http://schemas.openxmlformats.org/officeDocument/2006/relationships/tags" Target="../tags/tag1415.xml"/></Relationships>
</file>

<file path=ppt/slides/_rels/slide37.xml.rels><?xml version="1.0" encoding="UTF-8" standalone="yes"?>
<Relationships xmlns="http://schemas.openxmlformats.org/package/2006/relationships"><Relationship Id="rId9" Type="http://schemas.openxmlformats.org/officeDocument/2006/relationships/tags" Target="../tags/tag1425.xml"/><Relationship Id="rId8" Type="http://schemas.openxmlformats.org/officeDocument/2006/relationships/tags" Target="../tags/tag1424.xml"/><Relationship Id="rId7" Type="http://schemas.openxmlformats.org/officeDocument/2006/relationships/tags" Target="../tags/tag1423.xml"/><Relationship Id="rId6" Type="http://schemas.openxmlformats.org/officeDocument/2006/relationships/image" Target="file:///F:\Lets_Create/pic_temp/1_pic_quater_right_down.png" TargetMode="External"/><Relationship Id="rId5" Type="http://schemas.openxmlformats.org/officeDocument/2006/relationships/image" Target="../media/image4.png"/><Relationship Id="rId4" Type="http://schemas.openxmlformats.org/officeDocument/2006/relationships/tags" Target="../tags/tag1422.xml"/><Relationship Id="rId3" Type="http://schemas.openxmlformats.org/officeDocument/2006/relationships/image" Target="file:///F:\Lets_Create/pic_temp/0_pic_quater_right_down.png" TargetMode="External"/><Relationship Id="rId2" Type="http://schemas.openxmlformats.org/officeDocument/2006/relationships/image" Target="../media/image3.png"/><Relationship Id="rId13" Type="http://schemas.openxmlformats.org/officeDocument/2006/relationships/notesSlide" Target="../notesSlides/notesSlide23.xml"/><Relationship Id="rId12" Type="http://schemas.openxmlformats.org/officeDocument/2006/relationships/slideLayout" Target="../slideLayouts/slideLayout9.xml"/><Relationship Id="rId11" Type="http://schemas.openxmlformats.org/officeDocument/2006/relationships/tags" Target="../tags/tag1427.xml"/><Relationship Id="rId10" Type="http://schemas.openxmlformats.org/officeDocument/2006/relationships/tags" Target="../tags/tag1426.xml"/><Relationship Id="rId1" Type="http://schemas.openxmlformats.org/officeDocument/2006/relationships/tags" Target="../tags/tag1421.xml"/></Relationships>
</file>

<file path=ppt/slides/_rels/slide3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4.xml"/><Relationship Id="rId4" Type="http://schemas.openxmlformats.org/officeDocument/2006/relationships/slideLayout" Target="../slideLayouts/slideLayout163.xml"/><Relationship Id="rId3" Type="http://schemas.openxmlformats.org/officeDocument/2006/relationships/tags" Target="../tags/tag1430.xml"/><Relationship Id="rId2" Type="http://schemas.openxmlformats.org/officeDocument/2006/relationships/tags" Target="../tags/tag1429.xml"/><Relationship Id="rId1" Type="http://schemas.openxmlformats.org/officeDocument/2006/relationships/tags" Target="../tags/tag14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 6"/>
          <p:cNvSpPr/>
          <p:nvPr/>
        </p:nvSpPr>
        <p:spPr>
          <a:xfrm>
            <a:off x="685165" y="5658485"/>
            <a:ext cx="3679825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FFFFFF"/>
                </a:solidFill>
                <a:latin typeface="MiSans" pitchFamily="34" charset="0"/>
                <a:ea typeface="MiSans" pitchFamily="34" charset="-122"/>
                <a:cs typeface="MiSans" pitchFamily="34" charset="-120"/>
              </a:rPr>
              <a:t>时间: 2025/12/17</a:t>
            </a:r>
            <a:endParaRPr lang="en-US" sz="2000" dirty="0">
              <a:solidFill>
                <a:srgbClr val="FFFFFF"/>
              </a:solidFill>
              <a:latin typeface="MiSans" pitchFamily="34" charset="0"/>
              <a:ea typeface="MiSans" pitchFamily="34" charset="-122"/>
              <a:cs typeface="MiSans" pitchFamily="34" charset="-120"/>
            </a:endParaRPr>
          </a:p>
        </p:txBody>
      </p:sp>
      <p:sp>
        <p:nvSpPr>
          <p:cNvPr id="24" name="标题 3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1166047" y="1351502"/>
            <a:ext cx="5148690" cy="2087846"/>
          </a:xfrm>
          <a:prstGeom prst="rect">
            <a:avLst/>
          </a:prstGeom>
        </p:spPr>
        <p:txBody>
          <a:bodyPr vert="horz" lIns="90000" tIns="46800" rIns="90000" bIns="0" rtlCol="0" anchor="b" anchorCtr="0">
            <a:normAutofit fontScale="70000"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6000" b="1" u="none" strike="noStrike" kern="1200" cap="none" spc="200" normalizeH="0" baseline="0">
                <a:gradFill>
                  <a:gsLst>
                    <a:gs pos="0">
                      <a:srgbClr val="0084AC"/>
                    </a:gs>
                    <a:gs pos="100000">
                      <a:srgbClr val="01A5AE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  <a:cs typeface="+mj-cs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-US" sz="6000" dirty="0">
                <a:gradFill>
                  <a:gsLst>
                    <a:gs pos="0">
                      <a:schemeClr val="lt1"/>
                    </a:gs>
                    <a:gs pos="100000">
                      <a:srgbClr val="01A5AE"/>
                    </a:gs>
                  </a:gsLst>
                  <a:lin ang="0" scaled="0"/>
                </a:gradFill>
              </a:rPr>
              <a:t>网易云歌单数据解码：播放量飙升的隐藏公式</a:t>
            </a:r>
            <a:endParaRPr lang="en-US" sz="6000" dirty="0">
              <a:gradFill>
                <a:gsLst>
                  <a:gs pos="0">
                    <a:schemeClr val="lt1"/>
                  </a:gs>
                  <a:gs pos="100000">
                    <a:srgbClr val="01A5AE"/>
                  </a:gs>
                </a:gsLst>
                <a:lin ang="0" scaled="0"/>
              </a:gradFill>
            </a:endParaRPr>
          </a:p>
        </p:txBody>
      </p:sp>
      <p:sp>
        <p:nvSpPr>
          <p:cNvPr id="25" name="文本占位符 4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1252110" y="3667369"/>
            <a:ext cx="2108573" cy="454596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 fontScale="60000"/>
          </a:bodyPr>
          <a:lstStyle>
            <a:lvl1pPr mar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sz="2000" b="1" u="none" strike="noStrike" kern="1200" cap="none" spc="150" normalizeH="0" baseline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</a:defRPr>
            </a:lvl1pPr>
            <a:lvl2pPr marL="45720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sz="1600" u="none" strike="noStrike" kern="1200" cap="none" spc="150" normalizeH="0" baseline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</a:defRPr>
            </a:lvl2pPr>
            <a:lvl3pPr marL="91440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sz="1600" u="none" strike="noStrike" kern="1200" cap="none" spc="150" normalizeH="0" baseline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</a:defRPr>
            </a:lvl3pPr>
            <a:lvl4pPr marL="137160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sz="1600" u="none" strike="noStrike" kern="1200" cap="none" spc="150" normalizeH="0" baseline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</a:defRPr>
            </a:lvl4pPr>
            <a:lvl5pPr marL="182880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sz="1600" u="none" strike="noStrike" kern="1200" cap="none" spc="150" normalizeH="0" baseline="0">
                <a:solidFill>
                  <a:schemeClr val="bg1"/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SzPct val="100000"/>
              <a:buNone/>
            </a:pPr>
            <a:r>
              <a:rPr lang="en-US" sz="2000" dirty="0">
                <a:solidFill>
                  <a:schemeClr val="lt1"/>
                </a:solidFill>
              </a:rPr>
              <a:t>汇报人:王悦安、赵紫曦</a:t>
            </a:r>
            <a:endParaRPr lang="en-US" sz="2000" dirty="0">
              <a:solidFill>
                <a:schemeClr val="lt1"/>
              </a:solidFill>
            </a:endParaRPr>
          </a:p>
        </p:txBody>
      </p:sp>
    </p:spTree>
    <p:custDataLst>
      <p:tags r:id="rId3"/>
    </p:custData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矩形 48"/>
          <p:cNvSpPr/>
          <p:nvPr>
            <p:custDataLst>
              <p:tags r:id="rId1"/>
            </p:custDataLst>
          </p:nvPr>
        </p:nvSpPr>
        <p:spPr>
          <a:xfrm>
            <a:off x="7252335" y="4028025"/>
            <a:ext cx="393700" cy="4572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rgbClr val="588EEF">
              <a:shade val="50000"/>
            </a:srgbClr>
          </a:lnRef>
          <a:fillRef idx="1">
            <a:srgbClr val="588EEF"/>
          </a:fillRef>
          <a:effectRef idx="0">
            <a:srgbClr val="588EEF"/>
          </a:effectRef>
          <a:fontRef idx="minor">
            <a:srgbClr val="FFFFFF"/>
          </a:fontRef>
        </p:style>
        <p:txBody>
          <a:bodyPr wrap="square" rtlCol="0" anchor="ctr">
            <a:normAutofit/>
          </a:bodyPr>
          <a:lstStyle/>
          <a:p>
            <a:pPr algn="ctr"/>
            <a:endParaRPr lang="zh-CN" altLang="en-US">
              <a:solidFill>
                <a:schemeClr val="lt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50" name="PA_淘宝网chenying0907出品 934"/>
          <p:cNvSpPr/>
          <p:nvPr>
            <p:custDataLst>
              <p:tags r:id="rId2"/>
            </p:custDataLst>
          </p:nvPr>
        </p:nvSpPr>
        <p:spPr>
          <a:xfrm>
            <a:off x="6273501" y="4095144"/>
            <a:ext cx="2351368" cy="453928"/>
          </a:xfrm>
          <a:prstGeom prst="rect">
            <a:avLst/>
          </a:prstGeom>
          <a:ln w="12700">
            <a:miter lim="400000"/>
          </a:ln>
        </p:spPr>
        <p:txBody>
          <a:bodyPr wrap="square" lIns="90000" rIns="90000" anchor="t" anchorCtr="0">
            <a:normAutofit/>
          </a:bodyPr>
          <a:lstStyle>
            <a:lvl1pPr algn="ctr">
              <a:defRPr sz="3200" b="1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zh-CN" altLang="en-US" sz="1600" dirty="0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charset="-122"/>
                <a:cs typeface="微软雅黑" panose="020B0503020204020204" charset="-122"/>
              </a:rPr>
              <a:t>描述性分析</a:t>
            </a:r>
            <a:endParaRPr lang="zh-CN" altLang="en-US" sz="1600" dirty="0">
              <a:solidFill>
                <a:schemeClr val="lt1"/>
              </a:solidFill>
              <a:latin typeface="Arial" panose="020B0604020202020204" pitchFamily="34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1" name="PA_淘宝网chenying0907出品 962"/>
          <p:cNvSpPr/>
          <p:nvPr>
            <p:custDataLst>
              <p:tags r:id="rId3"/>
            </p:custDataLst>
          </p:nvPr>
        </p:nvSpPr>
        <p:spPr>
          <a:xfrm>
            <a:off x="6981190" y="3368675"/>
            <a:ext cx="952500" cy="628015"/>
          </a:xfrm>
          <a:prstGeom prst="rect">
            <a:avLst/>
          </a:prstGeom>
          <a:ln w="12700">
            <a:miter lim="400000"/>
          </a:ln>
        </p:spPr>
        <p:txBody>
          <a:bodyPr wrap="square" lIns="90000" tIns="46800" rIns="90000" bIns="0" anchor="b" anchorCtr="0">
            <a:normAutofit lnSpcReduction="20000"/>
          </a:bodyPr>
          <a:lstStyle>
            <a:lvl1pPr defTabSz="4572000">
              <a:defRPr sz="7200">
                <a:solidFill>
                  <a:srgbClr val="FFFFFF"/>
                </a:solidFill>
                <a:latin typeface="Montserrat-Bold"/>
                <a:ea typeface="Montserrat-Bold"/>
                <a:cs typeface="Montserrat-Bold"/>
                <a:sym typeface="Montserrat-Bold"/>
              </a:defRPr>
            </a:lvl1pPr>
          </a:lstStyle>
          <a:p>
            <a:pPr algn="ctr" fontAlgn="auto">
              <a:lnSpc>
                <a:spcPct val="100000"/>
              </a:lnSpc>
            </a:pPr>
            <a:r>
              <a:rPr lang="en-US" altLang="zh-CN" sz="4000" dirty="0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微软雅黑" panose="020B0503020204020204" charset="-122"/>
              </a:rPr>
              <a:t>03</a:t>
            </a:r>
            <a:endParaRPr lang="en-US" altLang="zh-CN" sz="4000" dirty="0">
              <a:solidFill>
                <a:schemeClr val="lt1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  <a:sym typeface="微软雅黑" panose="020B0503020204020204" charset="-122"/>
            </a:endParaRPr>
          </a:p>
        </p:txBody>
      </p:sp>
      <p:sp>
        <p:nvSpPr>
          <p:cNvPr id="52" name="矩形 51"/>
          <p:cNvSpPr/>
          <p:nvPr>
            <p:custDataLst>
              <p:tags r:id="rId4"/>
            </p:custDataLst>
          </p:nvPr>
        </p:nvSpPr>
        <p:spPr>
          <a:xfrm>
            <a:off x="7252335" y="2583741"/>
            <a:ext cx="393700" cy="4572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rgbClr val="588EEF">
              <a:shade val="50000"/>
            </a:srgbClr>
          </a:lnRef>
          <a:fillRef idx="1">
            <a:srgbClr val="588EEF"/>
          </a:fillRef>
          <a:effectRef idx="0">
            <a:srgbClr val="588EEF"/>
          </a:effectRef>
          <a:fontRef idx="minor">
            <a:srgbClr val="FFFFFF"/>
          </a:fontRef>
        </p:style>
        <p:txBody>
          <a:bodyPr wrap="square" rtlCol="0" anchor="ctr">
            <a:normAutofit/>
          </a:bodyPr>
          <a:lstStyle/>
          <a:p>
            <a:pPr algn="ctr"/>
            <a:endParaRPr lang="zh-CN" altLang="en-US">
              <a:solidFill>
                <a:schemeClr val="lt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53" name="PA_淘宝网chenying0907出品 934"/>
          <p:cNvSpPr/>
          <p:nvPr>
            <p:custDataLst>
              <p:tags r:id="rId5"/>
            </p:custDataLst>
          </p:nvPr>
        </p:nvSpPr>
        <p:spPr>
          <a:xfrm>
            <a:off x="6260166" y="2650860"/>
            <a:ext cx="2351368" cy="453928"/>
          </a:xfrm>
          <a:prstGeom prst="rect">
            <a:avLst/>
          </a:prstGeom>
          <a:ln w="12700">
            <a:miter lim="400000"/>
          </a:ln>
        </p:spPr>
        <p:txBody>
          <a:bodyPr wrap="square" lIns="90000" rIns="90000" anchor="t" anchorCtr="0">
            <a:normAutofit/>
          </a:bodyPr>
          <a:lstStyle>
            <a:lvl1pPr algn="ctr">
              <a:defRPr sz="3200" b="1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zh-CN" altLang="en-US" sz="1600" dirty="0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charset="-122"/>
                <a:cs typeface="微软雅黑" panose="020B0503020204020204" charset="-122"/>
              </a:rPr>
              <a:t>研究缘起及研究</a:t>
            </a:r>
            <a:r>
              <a:rPr lang="zh-CN" altLang="en-US" sz="1600" dirty="0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charset="-122"/>
                <a:cs typeface="微软雅黑" panose="020B0503020204020204" charset="-122"/>
              </a:rPr>
              <a:t>意义</a:t>
            </a:r>
            <a:endParaRPr lang="zh-CN" altLang="en-US" sz="1600" dirty="0">
              <a:solidFill>
                <a:schemeClr val="lt1"/>
              </a:solidFill>
              <a:latin typeface="Arial" panose="020B0604020202020204" pitchFamily="34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4" name="PA_淘宝网chenying0907出品 962"/>
          <p:cNvSpPr/>
          <p:nvPr>
            <p:custDataLst>
              <p:tags r:id="rId6"/>
            </p:custDataLst>
          </p:nvPr>
        </p:nvSpPr>
        <p:spPr>
          <a:xfrm>
            <a:off x="6981190" y="1924685"/>
            <a:ext cx="952500" cy="628015"/>
          </a:xfrm>
          <a:prstGeom prst="rect">
            <a:avLst/>
          </a:prstGeom>
          <a:ln w="12700">
            <a:miter lim="400000"/>
          </a:ln>
        </p:spPr>
        <p:txBody>
          <a:bodyPr wrap="square" lIns="90000" tIns="46800" rIns="90000" bIns="0" anchor="b" anchorCtr="0">
            <a:normAutofit lnSpcReduction="20000"/>
          </a:bodyPr>
          <a:lstStyle>
            <a:lvl1pPr defTabSz="4572000">
              <a:defRPr sz="7200">
                <a:solidFill>
                  <a:srgbClr val="FFFFFF"/>
                </a:solidFill>
                <a:latin typeface="Montserrat-Bold"/>
                <a:ea typeface="Montserrat-Bold"/>
                <a:cs typeface="Montserrat-Bold"/>
                <a:sym typeface="Montserrat-Bold"/>
              </a:defRPr>
            </a:lvl1pPr>
          </a:lstStyle>
          <a:p>
            <a:pPr algn="ctr" fontAlgn="auto">
              <a:lnSpc>
                <a:spcPct val="100000"/>
              </a:lnSpc>
            </a:pPr>
            <a:r>
              <a:rPr lang="en-US" altLang="zh-CN" sz="4000" dirty="0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微软雅黑" panose="020B0503020204020204" charset="-122"/>
              </a:rPr>
              <a:t>01</a:t>
            </a:r>
            <a:endParaRPr lang="en-US" altLang="zh-CN" sz="4000" dirty="0">
              <a:solidFill>
                <a:schemeClr val="lt1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  <a:sym typeface="微软雅黑" panose="020B0503020204020204" charset="-122"/>
            </a:endParaRPr>
          </a:p>
        </p:txBody>
      </p:sp>
      <p:sp>
        <p:nvSpPr>
          <p:cNvPr id="56" name="矩形 55"/>
          <p:cNvSpPr/>
          <p:nvPr>
            <p:custDataLst>
              <p:tags r:id="rId7"/>
            </p:custDataLst>
          </p:nvPr>
        </p:nvSpPr>
        <p:spPr>
          <a:xfrm>
            <a:off x="10208895" y="2583741"/>
            <a:ext cx="393700" cy="4572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rgbClr val="588EEF">
              <a:shade val="50000"/>
            </a:srgbClr>
          </a:lnRef>
          <a:fillRef idx="1">
            <a:srgbClr val="588EEF"/>
          </a:fillRef>
          <a:effectRef idx="0">
            <a:srgbClr val="588EEF"/>
          </a:effectRef>
          <a:fontRef idx="minor">
            <a:srgbClr val="FFFFFF"/>
          </a:fontRef>
        </p:style>
        <p:txBody>
          <a:bodyPr wrap="square" rtlCol="0" anchor="ctr">
            <a:normAutofit/>
          </a:bodyPr>
          <a:lstStyle/>
          <a:p>
            <a:pPr algn="ctr"/>
            <a:endParaRPr lang="zh-CN" altLang="en-US" dirty="0">
              <a:solidFill>
                <a:schemeClr val="lt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57" name="PA_淘宝网chenying0907出品 934"/>
          <p:cNvSpPr/>
          <p:nvPr>
            <p:custDataLst>
              <p:tags r:id="rId8"/>
            </p:custDataLst>
          </p:nvPr>
        </p:nvSpPr>
        <p:spPr>
          <a:xfrm>
            <a:off x="9230061" y="2650860"/>
            <a:ext cx="2351368" cy="478155"/>
          </a:xfrm>
          <a:prstGeom prst="rect">
            <a:avLst/>
          </a:prstGeom>
          <a:ln w="12700">
            <a:miter lim="400000"/>
          </a:ln>
        </p:spPr>
        <p:txBody>
          <a:bodyPr wrap="square" lIns="90000" rIns="90000" anchor="t" anchorCtr="0">
            <a:normAutofit/>
          </a:bodyPr>
          <a:lstStyle>
            <a:lvl1pPr algn="ctr">
              <a:defRPr sz="3200" b="1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-US" sz="1600" dirty="0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charset="-122"/>
                <a:cs typeface="微软雅黑" panose="020B0503020204020204" charset="-122"/>
              </a:rPr>
              <a:t>数据</a:t>
            </a:r>
            <a:r>
              <a:rPr lang="zh-CN" altLang="en-US" sz="1600" dirty="0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charset="-122"/>
                <a:cs typeface="微软雅黑" panose="020B0503020204020204" charset="-122"/>
              </a:rPr>
              <a:t>概述</a:t>
            </a:r>
            <a:endParaRPr lang="zh-CN" altLang="en-US" sz="1600" dirty="0">
              <a:solidFill>
                <a:schemeClr val="lt1"/>
              </a:solidFill>
              <a:latin typeface="Arial" panose="020B0604020202020204" pitchFamily="34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8" name="PA_淘宝网chenying0907出品 962"/>
          <p:cNvSpPr/>
          <p:nvPr>
            <p:custDataLst>
              <p:tags r:id="rId9"/>
            </p:custDataLst>
          </p:nvPr>
        </p:nvSpPr>
        <p:spPr>
          <a:xfrm>
            <a:off x="9939020" y="1924685"/>
            <a:ext cx="952500" cy="628015"/>
          </a:xfrm>
          <a:prstGeom prst="rect">
            <a:avLst/>
          </a:prstGeom>
          <a:ln w="12700">
            <a:miter lim="400000"/>
          </a:ln>
        </p:spPr>
        <p:txBody>
          <a:bodyPr wrap="square" lIns="90000" tIns="46800" rIns="90000" bIns="0" anchor="b" anchorCtr="0">
            <a:normAutofit lnSpcReduction="20000"/>
          </a:bodyPr>
          <a:lstStyle>
            <a:lvl1pPr defTabSz="4572000">
              <a:defRPr sz="7200">
                <a:solidFill>
                  <a:srgbClr val="FFFFFF"/>
                </a:solidFill>
                <a:latin typeface="Montserrat-Bold"/>
                <a:ea typeface="Montserrat-Bold"/>
                <a:cs typeface="Montserrat-Bold"/>
                <a:sym typeface="Montserrat-Bold"/>
              </a:defRPr>
            </a:lvl1pPr>
          </a:lstStyle>
          <a:p>
            <a:pPr algn="ctr" fontAlgn="auto">
              <a:lnSpc>
                <a:spcPct val="100000"/>
              </a:lnSpc>
            </a:pPr>
            <a:r>
              <a:rPr lang="en-US" altLang="zh-CN" sz="4000" dirty="0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微软雅黑" panose="020B0503020204020204" charset="-122"/>
              </a:rPr>
              <a:t>02</a:t>
            </a:r>
            <a:endParaRPr lang="en-US" altLang="zh-CN" sz="4000" dirty="0">
              <a:solidFill>
                <a:schemeClr val="lt1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  <a:sym typeface="微软雅黑" panose="020B0503020204020204" charset="-122"/>
            </a:endParaRPr>
          </a:p>
        </p:txBody>
      </p:sp>
      <p:sp>
        <p:nvSpPr>
          <p:cNvPr id="60" name="矩形 59"/>
          <p:cNvSpPr/>
          <p:nvPr>
            <p:custDataLst>
              <p:tags r:id="rId10"/>
            </p:custDataLst>
          </p:nvPr>
        </p:nvSpPr>
        <p:spPr>
          <a:xfrm>
            <a:off x="10208895" y="4028025"/>
            <a:ext cx="393700" cy="4572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rgbClr val="588EEF">
              <a:shade val="50000"/>
            </a:srgbClr>
          </a:lnRef>
          <a:fillRef idx="1">
            <a:srgbClr val="588EEF"/>
          </a:fillRef>
          <a:effectRef idx="0">
            <a:srgbClr val="588EEF"/>
          </a:effectRef>
          <a:fontRef idx="minor">
            <a:srgbClr val="FFFFFF"/>
          </a:fontRef>
        </p:style>
        <p:txBody>
          <a:bodyPr wrap="square" rtlCol="0" anchor="ctr">
            <a:normAutofit/>
          </a:bodyPr>
          <a:lstStyle/>
          <a:p>
            <a:pPr algn="ctr"/>
            <a:endParaRPr lang="zh-CN" altLang="en-US">
              <a:solidFill>
                <a:schemeClr val="lt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1" name="PA_淘宝网chenying0907出品 934"/>
          <p:cNvSpPr/>
          <p:nvPr>
            <p:custDataLst>
              <p:tags r:id="rId11"/>
            </p:custDataLst>
          </p:nvPr>
        </p:nvSpPr>
        <p:spPr>
          <a:xfrm>
            <a:off x="9239586" y="4095144"/>
            <a:ext cx="2351368" cy="478155"/>
          </a:xfrm>
          <a:prstGeom prst="rect">
            <a:avLst/>
          </a:prstGeom>
          <a:ln w="12700">
            <a:miter lim="400000"/>
          </a:ln>
        </p:spPr>
        <p:txBody>
          <a:bodyPr wrap="square" lIns="90000" rIns="90000" anchor="t" anchorCtr="0">
            <a:normAutofit/>
          </a:bodyPr>
          <a:lstStyle>
            <a:lvl1pPr algn="ctr">
              <a:defRPr sz="3200" b="1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-US" sz="1600" dirty="0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charset="-122"/>
                <a:cs typeface="微软雅黑" panose="020B0503020204020204" charset="-122"/>
              </a:rPr>
              <a:t>核心指标</a:t>
            </a:r>
            <a:r>
              <a:rPr lang="zh-CN" altLang="en-US" sz="1600" dirty="0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charset="-122"/>
                <a:cs typeface="微软雅黑" panose="020B0503020204020204" charset="-122"/>
              </a:rPr>
              <a:t>的详细</a:t>
            </a:r>
            <a:r>
              <a:rPr lang="zh-CN" altLang="en-US" sz="1600" dirty="0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charset="-122"/>
                <a:cs typeface="微软雅黑" panose="020B0503020204020204" charset="-122"/>
              </a:rPr>
              <a:t>分析</a:t>
            </a:r>
            <a:endParaRPr lang="zh-CN" altLang="en-US" sz="1600" dirty="0">
              <a:solidFill>
                <a:schemeClr val="lt1"/>
              </a:solidFill>
              <a:latin typeface="Arial" panose="020B0604020202020204" pitchFamily="34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2" name="PA_淘宝网chenying0907出品 962"/>
          <p:cNvSpPr/>
          <p:nvPr>
            <p:custDataLst>
              <p:tags r:id="rId12"/>
            </p:custDataLst>
          </p:nvPr>
        </p:nvSpPr>
        <p:spPr>
          <a:xfrm>
            <a:off x="9939020" y="3368675"/>
            <a:ext cx="952500" cy="628015"/>
          </a:xfrm>
          <a:prstGeom prst="rect">
            <a:avLst/>
          </a:prstGeom>
          <a:ln w="12700">
            <a:miter lim="400000"/>
          </a:ln>
        </p:spPr>
        <p:txBody>
          <a:bodyPr wrap="square" lIns="90000" tIns="46800" rIns="90000" bIns="0" anchor="b" anchorCtr="0">
            <a:normAutofit lnSpcReduction="20000"/>
          </a:bodyPr>
          <a:lstStyle>
            <a:lvl1pPr defTabSz="4572000">
              <a:defRPr sz="7200">
                <a:solidFill>
                  <a:srgbClr val="FFFFFF"/>
                </a:solidFill>
                <a:latin typeface="Montserrat-Bold"/>
                <a:ea typeface="Montserrat-Bold"/>
                <a:cs typeface="Montserrat-Bold"/>
                <a:sym typeface="Montserrat-Bold"/>
              </a:defRPr>
            </a:lvl1pPr>
          </a:lstStyle>
          <a:p>
            <a:pPr algn="ctr" fontAlgn="auto">
              <a:lnSpc>
                <a:spcPct val="100000"/>
              </a:lnSpc>
            </a:pPr>
            <a:r>
              <a:rPr lang="en-US" altLang="zh-CN" sz="4000" dirty="0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微软雅黑" panose="020B0503020204020204" charset="-122"/>
              </a:rPr>
              <a:t>04</a:t>
            </a:r>
            <a:endParaRPr lang="en-US" altLang="zh-CN" sz="4000" dirty="0">
              <a:solidFill>
                <a:schemeClr val="lt1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  <a:sym typeface="微软雅黑" panose="020B0503020204020204" charset="-122"/>
            </a:endParaRPr>
          </a:p>
        </p:txBody>
      </p:sp>
      <p:sp>
        <p:nvSpPr>
          <p:cNvPr id="63" name="PA_淘宝网chenying0907出品 962"/>
          <p:cNvSpPr/>
          <p:nvPr>
            <p:custDataLst>
              <p:tags r:id="rId13"/>
            </p:custDataLst>
          </p:nvPr>
        </p:nvSpPr>
        <p:spPr>
          <a:xfrm>
            <a:off x="8180705" y="824865"/>
            <a:ext cx="1612900" cy="1002030"/>
          </a:xfrm>
          <a:prstGeom prst="rect">
            <a:avLst/>
          </a:prstGeom>
          <a:ln w="12700">
            <a:miter lim="400000"/>
          </a:ln>
        </p:spPr>
        <p:txBody>
          <a:bodyPr wrap="square" lIns="90000" tIns="46800" rIns="90000" bIns="46800" anchor="ctr" anchorCtr="0">
            <a:normAutofit/>
          </a:bodyPr>
          <a:lstStyle>
            <a:lvl1pPr defTabSz="4572000">
              <a:defRPr sz="7200">
                <a:solidFill>
                  <a:srgbClr val="FFFFFF"/>
                </a:solidFill>
                <a:latin typeface="Montserrat-Bold"/>
                <a:ea typeface="Montserrat-Bold"/>
                <a:cs typeface="Montserrat-Bold"/>
                <a:sym typeface="Montserrat-Bold"/>
              </a:defRPr>
            </a:lvl1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-US" sz="4800" b="1" dirty="0">
                <a:gradFill>
                  <a:gsLst>
                    <a:gs pos="35000">
                      <a:schemeClr val="lt1"/>
                    </a:gs>
                    <a:gs pos="100000">
                      <a:schemeClr val="accent1"/>
                    </a:gs>
                  </a:gsLst>
                  <a:lin ang="0" scaled="0"/>
                </a:gradFill>
                <a:latin typeface="Arial" panose="020B0604020202020204" pitchFamily="34" charset="0"/>
                <a:ea typeface="微软雅黑" panose="020B0503020204020204" charset="-122"/>
                <a:cs typeface="微软雅黑" panose="020B0503020204020204" charset="-122"/>
              </a:rPr>
              <a:t>目录</a:t>
            </a:r>
            <a:endParaRPr lang="en-US" sz="4800" b="1" dirty="0">
              <a:gradFill>
                <a:gsLst>
                  <a:gs pos="35000">
                    <a:schemeClr val="lt1"/>
                  </a:gs>
                  <a:gs pos="100000">
                    <a:schemeClr val="accent1"/>
                  </a:gs>
                </a:gsLst>
                <a:lin ang="0" scaled="0"/>
              </a:gradFill>
              <a:latin typeface="Arial" panose="020B0604020202020204" pitchFamily="34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5" name="矩形 54"/>
          <p:cNvSpPr/>
          <p:nvPr>
            <p:custDataLst>
              <p:tags r:id="rId14"/>
            </p:custDataLst>
          </p:nvPr>
        </p:nvSpPr>
        <p:spPr>
          <a:xfrm>
            <a:off x="7254126" y="5471344"/>
            <a:ext cx="393700" cy="4572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rgbClr val="588EEF">
              <a:shade val="50000"/>
            </a:srgbClr>
          </a:lnRef>
          <a:fillRef idx="1">
            <a:srgbClr val="588EEF"/>
          </a:fillRef>
          <a:effectRef idx="0">
            <a:srgbClr val="588EEF"/>
          </a:effectRef>
          <a:fontRef idx="minor">
            <a:srgbClr val="FFFFFF"/>
          </a:fontRef>
        </p:style>
        <p:txBody>
          <a:bodyPr wrap="square" rtlCol="0" anchor="ctr">
            <a:normAutofit/>
          </a:bodyPr>
          <a:lstStyle/>
          <a:p>
            <a:pPr algn="ctr"/>
            <a:endParaRPr lang="zh-CN" altLang="en-US">
              <a:solidFill>
                <a:schemeClr val="lt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59" name="PA_淘宝网chenying0907出品 934"/>
          <p:cNvSpPr/>
          <p:nvPr>
            <p:custDataLst>
              <p:tags r:id="rId15"/>
            </p:custDataLst>
          </p:nvPr>
        </p:nvSpPr>
        <p:spPr>
          <a:xfrm>
            <a:off x="6275292" y="5538463"/>
            <a:ext cx="2351368" cy="453928"/>
          </a:xfrm>
          <a:prstGeom prst="rect">
            <a:avLst/>
          </a:prstGeom>
          <a:ln w="12700">
            <a:miter lim="400000"/>
          </a:ln>
        </p:spPr>
        <p:txBody>
          <a:bodyPr wrap="square" lIns="90000" rIns="90000" anchor="t" anchorCtr="0">
            <a:normAutofit/>
          </a:bodyPr>
          <a:lstStyle>
            <a:lvl1pPr algn="ctr">
              <a:defRPr sz="3200" b="1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zh-CN" altLang="en-US" sz="1600" dirty="0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charset="-122"/>
                <a:cs typeface="微软雅黑" panose="020B0503020204020204" charset="-122"/>
              </a:rPr>
              <a:t>结论、展望与</a:t>
            </a:r>
            <a:r>
              <a:rPr lang="zh-CN" altLang="en-US" sz="1600" dirty="0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charset="-122"/>
                <a:cs typeface="微软雅黑" panose="020B0503020204020204" charset="-122"/>
              </a:rPr>
              <a:t>不足</a:t>
            </a:r>
            <a:endParaRPr lang="zh-CN" altLang="en-US" sz="1600" dirty="0">
              <a:solidFill>
                <a:schemeClr val="lt1"/>
              </a:solidFill>
              <a:latin typeface="Arial" panose="020B0604020202020204" pitchFamily="34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4" name="PA_淘宝网chenying0907出品 962"/>
          <p:cNvSpPr/>
          <p:nvPr>
            <p:custDataLst>
              <p:tags r:id="rId16"/>
            </p:custDataLst>
          </p:nvPr>
        </p:nvSpPr>
        <p:spPr>
          <a:xfrm>
            <a:off x="6983095" y="4812030"/>
            <a:ext cx="952500" cy="628015"/>
          </a:xfrm>
          <a:prstGeom prst="rect">
            <a:avLst/>
          </a:prstGeom>
          <a:ln w="12700">
            <a:miter lim="400000"/>
          </a:ln>
        </p:spPr>
        <p:txBody>
          <a:bodyPr wrap="square" lIns="90000" tIns="46800" rIns="90000" bIns="0" anchor="b" anchorCtr="0">
            <a:normAutofit lnSpcReduction="20000"/>
          </a:bodyPr>
          <a:lstStyle>
            <a:lvl1pPr defTabSz="4572000">
              <a:defRPr sz="7200">
                <a:solidFill>
                  <a:srgbClr val="FFFFFF"/>
                </a:solidFill>
                <a:latin typeface="Montserrat-Bold"/>
                <a:ea typeface="Montserrat-Bold"/>
                <a:cs typeface="Montserrat-Bold"/>
                <a:sym typeface="Montserrat-Bold"/>
              </a:defRPr>
            </a:lvl1pPr>
          </a:lstStyle>
          <a:p>
            <a:pPr algn="ctr" fontAlgn="auto">
              <a:lnSpc>
                <a:spcPct val="100000"/>
              </a:lnSpc>
            </a:pPr>
            <a:r>
              <a:rPr lang="en-US" altLang="zh-CN" sz="4000" dirty="0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微软雅黑" panose="020B0503020204020204" charset="-122"/>
              </a:rPr>
              <a:t>05</a:t>
            </a:r>
            <a:endParaRPr lang="en-US" altLang="zh-CN" sz="4000" dirty="0">
              <a:solidFill>
                <a:schemeClr val="lt1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  <a:sym typeface="微软雅黑" panose="020B0503020204020204" charset="-122"/>
            </a:endParaRPr>
          </a:p>
        </p:txBody>
      </p:sp>
    </p:spTree>
    <p:custDataLst>
      <p:tags r:id="rId17"/>
    </p:custData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文本框 529"/>
          <p:cNvSpPr txBox="1"/>
          <p:nvPr>
            <p:custDataLst>
              <p:tags r:id="rId1"/>
            </p:custDataLst>
          </p:nvPr>
        </p:nvSpPr>
        <p:spPr>
          <a:xfrm>
            <a:off x="2417039" y="2661903"/>
            <a:ext cx="1561801" cy="1021959"/>
          </a:xfrm>
          <a:prstGeom prst="rect">
            <a:avLst/>
          </a:prstGeom>
          <a:noFill/>
        </p:spPr>
        <p:txBody>
          <a:bodyPr wrap="square" rtlCol="0" anchor="b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6000" b="1" spc="300" dirty="0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  <a:tileRect/>
                </a:gradFill>
                <a:effectLst>
                  <a:outerShdw blurRad="152400" sx="102000" sy="102000" algn="ctr" rotWithShape="0">
                    <a:srgbClr val="00EDB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微软雅黑" panose="020B0503020204020204" charset="-122"/>
              </a:rPr>
              <a:t>1.</a:t>
            </a:r>
            <a:endParaRPr lang="zh-CN" altLang="en-US" sz="6000" b="1" spc="300" dirty="0">
              <a:gradFill flip="none" rotWithShape="1">
                <a:gsLst>
                  <a:gs pos="0">
                    <a:schemeClr val="accent1"/>
                  </a:gs>
                  <a:gs pos="100000">
                    <a:schemeClr val="accent2"/>
                  </a:gs>
                </a:gsLst>
                <a:lin ang="0" scaled="0"/>
                <a:tileRect/>
              </a:gradFill>
              <a:effectLst>
                <a:outerShdw blurRad="152400" sx="102000" sy="102000" algn="ctr" rotWithShape="0">
                  <a:srgbClr val="00EDB0">
                    <a:alpha val="30000"/>
                  </a:srgbClr>
                </a:outerShdw>
              </a:effectLst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" name="标题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3930616" y="2687883"/>
            <a:ext cx="5572869" cy="860632"/>
          </a:xfrm>
          <a:prstGeom prst="rect">
            <a:avLst/>
          </a:prstGeom>
        </p:spPr>
        <p:txBody>
          <a:bodyPr vert="horz" lIns="90000" tIns="46800" rIns="90000" bIns="0" rtlCol="0" anchor="b" anchorCtr="0">
            <a:normAutofit fontScale="90000"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4800" b="1" u="none" strike="noStrike" kern="1200" cap="none" spc="300" normalizeH="0" baseline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  <a:cs typeface="+mj-cs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-US" sz="4800" dirty="0">
                <a:gradFill>
                  <a:gsLst>
                    <a:gs pos="0">
                      <a:schemeClr val="lt1"/>
                    </a:gs>
                    <a:gs pos="100000">
                      <a:schemeClr val="accent2"/>
                    </a:gs>
                  </a:gsLst>
                  <a:lin ang="0" scaled="0"/>
                </a:gradFill>
              </a:rPr>
              <a:t>研究缘起与</a:t>
            </a:r>
            <a:r>
              <a:rPr lang="zh-CN" altLang="en-US" sz="4800" dirty="0">
                <a:gradFill>
                  <a:gsLst>
                    <a:gs pos="0">
                      <a:schemeClr val="lt1"/>
                    </a:gs>
                    <a:gs pos="100000">
                      <a:schemeClr val="accent2"/>
                    </a:gs>
                  </a:gsLst>
                  <a:lin ang="0" scaled="0"/>
                </a:gradFill>
              </a:rPr>
              <a:t>研究</a:t>
            </a:r>
            <a:r>
              <a:rPr lang="zh-CN" altLang="en-US" sz="4800" dirty="0">
                <a:gradFill>
                  <a:gsLst>
                    <a:gs pos="0">
                      <a:schemeClr val="lt1"/>
                    </a:gs>
                    <a:gs pos="100000">
                      <a:schemeClr val="accent2"/>
                    </a:gs>
                  </a:gsLst>
                  <a:lin ang="0" scaled="0"/>
                </a:gradFill>
              </a:rPr>
              <a:t>意义</a:t>
            </a:r>
            <a:endParaRPr lang="zh-CN" altLang="en-US" sz="4800" dirty="0">
              <a:gradFill>
                <a:gsLst>
                  <a:gs pos="0">
                    <a:schemeClr val="lt1"/>
                  </a:gs>
                  <a:gs pos="100000">
                    <a:schemeClr val="accent2"/>
                  </a:gs>
                </a:gsLst>
                <a:lin ang="0" scaled="0"/>
              </a:gradFill>
            </a:endParaRPr>
          </a:p>
        </p:txBody>
      </p:sp>
    </p:spTree>
    <p:custDataLst>
      <p:tags r:id="rId3"/>
    </p:custData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/>
          <p:nvPr userDrawn="1">
            <p:custDataLst>
              <p:tags r:id="rId1"/>
            </p:custDataLst>
          </p:nvPr>
        </p:nvPicPr>
        <p:blipFill>
          <a:blip r:embed="rId2" r:link="rId3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4"/>
            </p:custDataLst>
          </p:nvPr>
        </p:nvPicPr>
        <p:blipFill>
          <a:blip r:embed="rId5" r:link="rId6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2" name="Shape 0"/>
          <p:cNvSpPr/>
          <p:nvPr>
            <p:custDataLst>
              <p:tags r:id="rId7"/>
            </p:custDataLst>
          </p:nvPr>
        </p:nvSpPr>
        <p:spPr>
          <a:xfrm>
            <a:off x="1191260" y="1929130"/>
            <a:ext cx="4984750" cy="3945255"/>
          </a:xfrm>
          <a:custGeom>
            <a:avLst/>
            <a:gdLst/>
            <a:ahLst/>
            <a:cxnLst/>
            <a:rect l="l" t="t" r="r" b="b"/>
            <a:pathLst>
              <a:path w="4984750" h="3945255">
                <a:moveTo>
                  <a:pt x="0" y="0"/>
                </a:moveTo>
                <a:lnTo>
                  <a:pt x="4984750" y="0"/>
                </a:lnTo>
                <a:lnTo>
                  <a:pt x="4117340" y="3945255"/>
                </a:lnTo>
                <a:lnTo>
                  <a:pt x="0" y="394525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381000">
            <a:solidFill>
              <a:schemeClr val="accent1">
                <a:lumMod val="60000"/>
                <a:lumOff val="40000"/>
              </a:schemeClr>
            </a:solidFill>
            <a:prstDash val="solid"/>
          </a:ln>
        </p:spPr>
      </p:sp>
      <p:sp>
        <p:nvSpPr>
          <p:cNvPr id="3" name="Text 1"/>
          <p:cNvSpPr/>
          <p:nvPr>
            <p:custDataLst>
              <p:tags r:id="rId8"/>
            </p:custDataLst>
          </p:nvPr>
        </p:nvSpPr>
        <p:spPr>
          <a:xfrm>
            <a:off x="1191260" y="1929130"/>
            <a:ext cx="4984750" cy="394525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hape 2"/>
          <p:cNvSpPr/>
          <p:nvPr>
            <p:custDataLst>
              <p:tags r:id="rId9"/>
            </p:custDataLst>
          </p:nvPr>
        </p:nvSpPr>
        <p:spPr>
          <a:xfrm>
            <a:off x="5900420" y="1929130"/>
            <a:ext cx="4963795" cy="3945255"/>
          </a:xfrm>
          <a:custGeom>
            <a:avLst/>
            <a:gdLst/>
            <a:ahLst/>
            <a:cxnLst/>
            <a:rect l="l" t="t" r="r" b="b"/>
            <a:pathLst>
              <a:path w="4963795" h="3945255">
                <a:moveTo>
                  <a:pt x="867410" y="0"/>
                </a:moveTo>
                <a:lnTo>
                  <a:pt x="4963795" y="0"/>
                </a:lnTo>
                <a:lnTo>
                  <a:pt x="4963795" y="3945255"/>
                </a:lnTo>
                <a:lnTo>
                  <a:pt x="0" y="3945255"/>
                </a:lnTo>
                <a:lnTo>
                  <a:pt x="867410" y="0"/>
                </a:lnTo>
                <a:close/>
              </a:path>
            </a:pathLst>
          </a:custGeom>
          <a:solidFill>
            <a:schemeClr val="accent2"/>
          </a:solidFill>
          <a:ln w="381000">
            <a:solidFill>
              <a:schemeClr val="accent2">
                <a:lumMod val="60000"/>
                <a:lumOff val="40000"/>
              </a:schemeClr>
            </a:solidFill>
            <a:prstDash val="solid"/>
          </a:ln>
        </p:spPr>
      </p:sp>
      <p:sp>
        <p:nvSpPr>
          <p:cNvPr id="5" name="Text 3"/>
          <p:cNvSpPr/>
          <p:nvPr>
            <p:custDataLst>
              <p:tags r:id="rId10"/>
            </p:custDataLst>
          </p:nvPr>
        </p:nvSpPr>
        <p:spPr>
          <a:xfrm>
            <a:off x="5900420" y="1929130"/>
            <a:ext cx="4963795" cy="394525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 4"/>
          <p:cNvSpPr/>
          <p:nvPr/>
        </p:nvSpPr>
        <p:spPr>
          <a:xfrm>
            <a:off x="988060" y="704215"/>
            <a:ext cx="10534650" cy="5835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en-US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歌单为何值得被数据解剖</a:t>
            </a:r>
            <a:endParaRPr lang="en-US" sz="32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8" name="Text 5"/>
          <p:cNvSpPr/>
          <p:nvPr/>
        </p:nvSpPr>
        <p:spPr>
          <a:xfrm>
            <a:off x="1498600" y="2254885"/>
            <a:ext cx="4935220" cy="368935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歌单的多重属性</a:t>
            </a:r>
            <a:endParaRPr lang="en-US" sz="24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9" name="Text 6"/>
          <p:cNvSpPr/>
          <p:nvPr/>
        </p:nvSpPr>
        <p:spPr>
          <a:xfrm>
            <a:off x="1498600" y="2900680"/>
            <a:ext cx="4190281" cy="20770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8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歌单不仅是音乐的集合，更是情绪、场景与身份的混合体。在算法推荐时代，它</a:t>
            </a:r>
            <a:endParaRPr lang="en-US" sz="18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  <a:p>
            <a:pPr algn="just">
              <a:lnSpc>
                <a:spcPct val="150000"/>
              </a:lnSpc>
            </a:pPr>
            <a:r>
              <a:rPr lang="en-US" sz="18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成为平台、创作者与听众三方博弈的</a:t>
            </a:r>
            <a:endParaRPr lang="en-US" sz="18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  <a:p>
            <a:pPr algn="just">
              <a:lnSpc>
                <a:spcPct val="150000"/>
              </a:lnSpc>
            </a:pPr>
            <a:r>
              <a:rPr lang="en-US" sz="18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核心载体，承载着情感共鸣与个性</a:t>
            </a:r>
            <a:endParaRPr lang="en-US" sz="18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  <a:p>
            <a:pPr algn="just">
              <a:lnSpc>
                <a:spcPct val="150000"/>
              </a:lnSpc>
            </a:pPr>
            <a:r>
              <a:rPr lang="en-US" sz="18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化表达的双重使命。</a:t>
            </a:r>
            <a:endParaRPr lang="en-US" sz="18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869940" y="2254885"/>
            <a:ext cx="4617720" cy="368935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分析目标</a:t>
            </a:r>
            <a:endParaRPr lang="en-US" sz="24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6433904" y="2900680"/>
            <a:ext cx="4190281" cy="166179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18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     本次分析旨在用公开数据拆解播放量 </a:t>
            </a:r>
            <a:endParaRPr lang="en-US" sz="18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  <a:p>
            <a:pPr algn="just">
              <a:lnSpc>
                <a:spcPct val="150000"/>
              </a:lnSpc>
            </a:pPr>
            <a:r>
              <a:rPr lang="en-US" sz="18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   背后的因果链，帮助平台发现高潜力内</a:t>
            </a:r>
            <a:endParaRPr lang="en-US" sz="18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  <a:p>
            <a:pPr algn="just">
              <a:lnSpc>
                <a:spcPct val="150000"/>
              </a:lnSpc>
            </a:pPr>
            <a:r>
              <a:rPr lang="en-US" sz="18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  容，创作者低成本试错，用户快速过滤噪音，为各方提供可复制的成功模式。</a:t>
            </a:r>
            <a:endParaRPr lang="en-US" sz="18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</p:spTree>
    <p:custDataLst>
      <p:tags r:id="rId11"/>
    </p:custData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文本框 529"/>
          <p:cNvSpPr txBox="1"/>
          <p:nvPr>
            <p:custDataLst>
              <p:tags r:id="rId1"/>
            </p:custDataLst>
          </p:nvPr>
        </p:nvSpPr>
        <p:spPr>
          <a:xfrm>
            <a:off x="2417039" y="2661903"/>
            <a:ext cx="1561801" cy="1021959"/>
          </a:xfrm>
          <a:prstGeom prst="rect">
            <a:avLst/>
          </a:prstGeom>
          <a:noFill/>
        </p:spPr>
        <p:txBody>
          <a:bodyPr wrap="square" rtlCol="0" anchor="b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6000" b="1" spc="300" dirty="0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  <a:tileRect/>
                </a:gradFill>
                <a:effectLst>
                  <a:outerShdw blurRad="152400" sx="102000" sy="102000" algn="ctr" rotWithShape="0">
                    <a:srgbClr val="00EDB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微软雅黑" panose="020B0503020204020204" charset="-122"/>
              </a:rPr>
              <a:t>2.</a:t>
            </a:r>
            <a:endParaRPr lang="en-US" altLang="zh-CN" sz="6000" b="1" spc="300" dirty="0">
              <a:gradFill flip="none" rotWithShape="1">
                <a:gsLst>
                  <a:gs pos="0">
                    <a:schemeClr val="accent1"/>
                  </a:gs>
                  <a:gs pos="100000">
                    <a:schemeClr val="accent2"/>
                  </a:gs>
                </a:gsLst>
                <a:lin ang="0" scaled="0"/>
                <a:tileRect/>
              </a:gradFill>
              <a:effectLst>
                <a:outerShdw blurRad="152400" sx="102000" sy="102000" algn="ctr" rotWithShape="0">
                  <a:srgbClr val="00EDB0">
                    <a:alpha val="30000"/>
                  </a:srgbClr>
                </a:outerShdw>
              </a:effectLst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" name="标题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3930616" y="2687883"/>
            <a:ext cx="5572869" cy="860632"/>
          </a:xfrm>
          <a:prstGeom prst="rect">
            <a:avLst/>
          </a:prstGeom>
        </p:spPr>
        <p:txBody>
          <a:bodyPr vert="horz" lIns="90000" tIns="46800" rIns="90000" bIns="0" rtlCol="0" anchor="b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4800" b="1" u="none" strike="noStrike" kern="1200" cap="none" spc="300" normalizeH="0" baseline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  <a:cs typeface="+mj-cs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zh-CN" altLang="en-US" sz="4800" dirty="0">
                <a:gradFill>
                  <a:gsLst>
                    <a:gs pos="0">
                      <a:schemeClr val="lt1"/>
                    </a:gs>
                    <a:gs pos="100000">
                      <a:schemeClr val="accent2"/>
                    </a:gs>
                  </a:gsLst>
                  <a:lin ang="0" scaled="0"/>
                </a:gradFill>
              </a:rPr>
              <a:t>数据</a:t>
            </a:r>
            <a:r>
              <a:rPr lang="zh-CN" altLang="en-US" sz="4800" dirty="0">
                <a:gradFill>
                  <a:gsLst>
                    <a:gs pos="0">
                      <a:schemeClr val="lt1"/>
                    </a:gs>
                    <a:gs pos="100000">
                      <a:schemeClr val="accent2"/>
                    </a:gs>
                  </a:gsLst>
                  <a:lin ang="0" scaled="0"/>
                </a:gradFill>
              </a:rPr>
              <a:t>概述</a:t>
            </a:r>
            <a:endParaRPr lang="zh-CN" altLang="en-US" sz="4800" dirty="0">
              <a:gradFill>
                <a:gsLst>
                  <a:gs pos="0">
                    <a:schemeClr val="lt1"/>
                  </a:gs>
                  <a:gs pos="100000">
                    <a:schemeClr val="accent2"/>
                  </a:gs>
                </a:gsLst>
                <a:lin ang="0" scaled="0"/>
              </a:gradFill>
            </a:endParaRPr>
          </a:p>
        </p:txBody>
      </p:sp>
    </p:spTree>
    <p:custDataLst>
      <p:tags r:id="rId3"/>
    </p:custData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6"/>
          <p:cNvSpPr txBox="1"/>
          <p:nvPr>
            <p:custDataLst>
              <p:tags r:id="rId1"/>
            </p:custDataLst>
          </p:nvPr>
        </p:nvSpPr>
        <p:spPr>
          <a:xfrm>
            <a:off x="608965" y="2580005"/>
            <a:ext cx="10973435" cy="3585210"/>
          </a:xfrm>
          <a:prstGeom prst="rect">
            <a:avLst/>
          </a:prstGeom>
          <a:noFill/>
          <a:ln w="3175">
            <a:noFill/>
            <a:prstDash val="dash"/>
          </a:ln>
        </p:spPr>
        <p:txBody>
          <a:bodyPr wrap="square" lIns="90170" tIns="46990" rIns="90170" bIns="46990" anchor="t" anchorCtr="0">
            <a:normAutofit/>
          </a:bodyPr>
          <a:lstStyle>
            <a:lvl1pPr algn="l" defTabSz="913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45" b="0" kern="1200" cap="none" spc="-49" baseline="0" dirty="0" smtClean="0">
                <a:ln w="3175">
                  <a:noFill/>
                </a:ln>
                <a:solidFill>
                  <a:sysClr val="windowText" lastClr="000000"/>
                </a:solidFill>
                <a:effectLst/>
                <a:latin typeface="Arial" panose="020B0604020202020204" pitchFamily="34" charset="0"/>
                <a:ea typeface="微软雅黑" panose="020B0503020204020204" charset="-122"/>
                <a:cs typeface="Segoe UI" panose="020B0502040204020203" pitchFamily="34" charset="0"/>
              </a:defRPr>
            </a:lvl1pPr>
          </a:lstStyle>
          <a:p>
            <a:pPr algn="just">
              <a:lnSpc>
                <a:spcPct val="130000"/>
              </a:lnSpc>
              <a:spcAft>
                <a:spcPts val="800"/>
              </a:spcAft>
            </a:pP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原始数据集总共包含</a:t>
            </a: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2048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个歌单数据，给出了每个歌单的</a:t>
            </a: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79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个相关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特征；</a:t>
            </a:r>
            <a:endParaRPr lang="zh-CN" altLang="en-US" sz="1800" spc="50" dirty="0">
              <a:ln w="3175">
                <a:noFill/>
                <a:prstDash val="dash"/>
              </a:ln>
              <a:solidFill>
                <a:schemeClr val="bg1"/>
              </a:solidFill>
              <a:cs typeface="微软雅黑" panose="020B0503020204020204" charset="-122"/>
            </a:endParaRPr>
          </a:p>
          <a:p>
            <a:pPr algn="just">
              <a:lnSpc>
                <a:spcPct val="130000"/>
              </a:lnSpc>
              <a:spcAft>
                <a:spcPts val="800"/>
              </a:spcAft>
            </a:pP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其数据内容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可概括为：</a:t>
            </a:r>
            <a:endParaRPr lang="zh-CN" altLang="en-US" sz="1800" spc="50" dirty="0">
              <a:ln w="3175">
                <a:noFill/>
                <a:prstDash val="dash"/>
              </a:ln>
              <a:solidFill>
                <a:schemeClr val="bg1"/>
              </a:solidFill>
              <a:cs typeface="微软雅黑" panose="020B0503020204020204" charset="-122"/>
            </a:endParaRPr>
          </a:p>
          <a:p>
            <a:pPr algn="just">
              <a:lnSpc>
                <a:spcPct val="130000"/>
              </a:lnSpc>
              <a:spcAft>
                <a:spcPts val="800"/>
              </a:spcAft>
            </a:pP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A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：歌单名称；</a:t>
            </a: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B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：作者名称；</a:t>
            </a: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C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：创作时间；</a:t>
            </a: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D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：内容简介；</a:t>
            </a: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E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：播放量；</a:t>
            </a: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F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：收藏量；</a:t>
            </a: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G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：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分享量；</a:t>
            </a:r>
            <a:endParaRPr lang="zh-CN" altLang="en-US" sz="1800" spc="50" dirty="0">
              <a:ln w="3175">
                <a:noFill/>
                <a:prstDash val="dash"/>
              </a:ln>
              <a:solidFill>
                <a:schemeClr val="bg1"/>
              </a:solidFill>
              <a:cs typeface="微软雅黑" panose="020B0503020204020204" charset="-122"/>
            </a:endParaRPr>
          </a:p>
          <a:p>
            <a:pPr algn="just">
              <a:lnSpc>
                <a:spcPct val="130000"/>
              </a:lnSpc>
              <a:spcAft>
                <a:spcPts val="800"/>
              </a:spcAft>
            </a:pP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H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：评论数；</a:t>
            </a: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I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：歌曲上的标签；</a:t>
            </a: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J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：粉丝量；</a:t>
            </a: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K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：等级；</a:t>
            </a: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L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：作者发布歌单数；</a:t>
            </a: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M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：作者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身份；</a:t>
            </a:r>
            <a:endParaRPr lang="zh-CN" altLang="en-US" sz="1800" spc="50" dirty="0">
              <a:ln w="3175">
                <a:noFill/>
                <a:prstDash val="dash"/>
              </a:ln>
              <a:solidFill>
                <a:schemeClr val="bg1"/>
              </a:solidFill>
              <a:cs typeface="微软雅黑" panose="020B0503020204020204" charset="-122"/>
            </a:endParaRPr>
          </a:p>
          <a:p>
            <a:pPr algn="just">
              <a:lnSpc>
                <a:spcPct val="130000"/>
              </a:lnSpc>
              <a:spcAft>
                <a:spcPts val="800"/>
              </a:spcAft>
            </a:pP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N~AK: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描述歌单名称的数据；</a:t>
            </a: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AL~BB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：描述内容简介的数据；</a:t>
            </a: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BC~BV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：描述标签的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数据；</a:t>
            </a:r>
            <a:endParaRPr lang="zh-CN" altLang="en-US" sz="1800" spc="50" dirty="0">
              <a:ln w="3175">
                <a:noFill/>
                <a:prstDash val="dash"/>
              </a:ln>
              <a:solidFill>
                <a:schemeClr val="bg1"/>
              </a:solidFill>
              <a:cs typeface="微软雅黑" panose="020B0503020204020204" charset="-122"/>
            </a:endParaRPr>
          </a:p>
          <a:p>
            <a:pPr algn="just">
              <a:lnSpc>
                <a:spcPct val="130000"/>
              </a:lnSpc>
              <a:spcAft>
                <a:spcPts val="800"/>
              </a:spcAft>
            </a:pP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BW~BX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：描述歌单的数据；</a:t>
            </a:r>
            <a:r>
              <a:rPr altLang="zh-CN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BY~CA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：描述作者身份的</a:t>
            </a:r>
            <a:r>
              <a:rPr lang="zh-CN" altLang="en-US" sz="1800" spc="5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数据</a:t>
            </a:r>
            <a:endParaRPr lang="zh-CN" altLang="en-US" sz="1800" spc="50" dirty="0">
              <a:ln w="3175">
                <a:noFill/>
                <a:prstDash val="dash"/>
              </a:ln>
              <a:solidFill>
                <a:schemeClr val="bg1"/>
              </a:solidFill>
              <a:cs typeface="微软雅黑" panose="020B0503020204020204" charset="-122"/>
            </a:endParaRPr>
          </a:p>
        </p:txBody>
      </p:sp>
      <p:sp>
        <p:nvSpPr>
          <p:cNvPr id="7" name="Title 6"/>
          <p:cNvSpPr txBox="1"/>
          <p:nvPr>
            <p:custDataLst>
              <p:tags r:id="rId2"/>
            </p:custDataLst>
          </p:nvPr>
        </p:nvSpPr>
        <p:spPr>
          <a:xfrm>
            <a:off x="609600" y="1796415"/>
            <a:ext cx="10973435" cy="619125"/>
          </a:xfrm>
          <a:prstGeom prst="rect">
            <a:avLst/>
          </a:prstGeom>
          <a:noFill/>
          <a:ln w="3175">
            <a:noFill/>
            <a:prstDash val="dash"/>
          </a:ln>
        </p:spPr>
        <p:txBody>
          <a:bodyPr wrap="square" lIns="90170" tIns="46990" rIns="90170" bIns="46990" anchor="t" anchorCtr="0">
            <a:normAutofit/>
          </a:bodyPr>
          <a:lstStyle>
            <a:lvl1pPr algn="l" defTabSz="913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745" b="0" kern="1200" cap="none" spc="-49" baseline="0" dirty="0" smtClean="0">
                <a:ln w="3175">
                  <a:noFill/>
                </a:ln>
                <a:solidFill>
                  <a:sysClr val="windowText" lastClr="000000"/>
                </a:solidFill>
                <a:effectLst/>
                <a:latin typeface="Arial" panose="020B0604020202020204" pitchFamily="34" charset="0"/>
                <a:ea typeface="微软雅黑" panose="020B0503020204020204" charset="-122"/>
                <a:cs typeface="Segoe UI" panose="020B0502040204020203" pitchFamily="34" charset="0"/>
              </a:defRPr>
            </a:lvl1pPr>
          </a:lstStyle>
          <a:p>
            <a:pPr>
              <a:lnSpc>
                <a:spcPct val="100000"/>
              </a:lnSpc>
              <a:spcAft>
                <a:spcPts val="800"/>
              </a:spcAft>
            </a:pPr>
            <a:r>
              <a:rPr lang="zh-CN" altLang="en-US" sz="3200" b="1" spc="30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数据</a:t>
            </a:r>
            <a:r>
              <a:rPr lang="zh-CN" altLang="en-US" sz="3200" b="1" spc="300" dirty="0">
                <a:ln w="3175">
                  <a:noFill/>
                  <a:prstDash val="dash"/>
                </a:ln>
                <a:solidFill>
                  <a:schemeClr val="bg1"/>
                </a:solidFill>
                <a:cs typeface="微软雅黑" panose="020B0503020204020204" charset="-122"/>
              </a:rPr>
              <a:t>概述</a:t>
            </a:r>
            <a:endParaRPr lang="zh-CN" altLang="en-US" sz="3200" b="1" spc="300" dirty="0">
              <a:ln w="3175">
                <a:noFill/>
                <a:prstDash val="dash"/>
              </a:ln>
              <a:solidFill>
                <a:schemeClr val="bg1"/>
              </a:solidFill>
              <a:cs typeface="微软雅黑" panose="020B050302020402020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623570"/>
            <a:ext cx="8910320" cy="83629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文本框 529"/>
          <p:cNvSpPr txBox="1"/>
          <p:nvPr>
            <p:custDataLst>
              <p:tags r:id="rId1"/>
            </p:custDataLst>
          </p:nvPr>
        </p:nvSpPr>
        <p:spPr>
          <a:xfrm>
            <a:off x="2417039" y="2661903"/>
            <a:ext cx="1561801" cy="1021959"/>
          </a:xfrm>
          <a:prstGeom prst="rect">
            <a:avLst/>
          </a:prstGeom>
          <a:noFill/>
        </p:spPr>
        <p:txBody>
          <a:bodyPr wrap="square" rtlCol="0" anchor="b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6000" b="1" spc="300" dirty="0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  <a:tileRect/>
                </a:gradFill>
                <a:effectLst>
                  <a:outerShdw blurRad="152400" sx="102000" sy="102000" algn="ctr" rotWithShape="0">
                    <a:srgbClr val="00EDB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微软雅黑" panose="020B0503020204020204" charset="-122"/>
              </a:rPr>
              <a:t>3.</a:t>
            </a:r>
            <a:endParaRPr lang="en-US" altLang="zh-CN" sz="6000" b="1" spc="300" dirty="0">
              <a:gradFill flip="none" rotWithShape="1">
                <a:gsLst>
                  <a:gs pos="0">
                    <a:schemeClr val="accent1"/>
                  </a:gs>
                  <a:gs pos="100000">
                    <a:schemeClr val="accent2"/>
                  </a:gs>
                </a:gsLst>
                <a:lin ang="0" scaled="0"/>
                <a:tileRect/>
              </a:gradFill>
              <a:effectLst>
                <a:outerShdw blurRad="152400" sx="102000" sy="102000" algn="ctr" rotWithShape="0">
                  <a:srgbClr val="00EDB0">
                    <a:alpha val="30000"/>
                  </a:srgbClr>
                </a:outerShdw>
              </a:effectLst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" name="标题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3930616" y="2687883"/>
            <a:ext cx="5572869" cy="860632"/>
          </a:xfrm>
          <a:prstGeom prst="rect">
            <a:avLst/>
          </a:prstGeom>
        </p:spPr>
        <p:txBody>
          <a:bodyPr vert="horz" lIns="90000" tIns="46800" rIns="90000" bIns="0" rtlCol="0" anchor="b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4800" b="1" u="none" strike="noStrike" kern="1200" cap="none" spc="300" normalizeH="0" baseline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  <a:cs typeface="+mj-cs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zh-CN" altLang="en-US" sz="4800" dirty="0">
                <a:gradFill>
                  <a:gsLst>
                    <a:gs pos="0">
                      <a:schemeClr val="lt1"/>
                    </a:gs>
                    <a:gs pos="100000">
                      <a:schemeClr val="accent2"/>
                    </a:gs>
                  </a:gsLst>
                  <a:lin ang="0" scaled="0"/>
                </a:gradFill>
              </a:rPr>
              <a:t>描述性</a:t>
            </a:r>
            <a:r>
              <a:rPr lang="zh-CN" altLang="en-US" sz="4800" dirty="0">
                <a:gradFill>
                  <a:gsLst>
                    <a:gs pos="0">
                      <a:schemeClr val="lt1"/>
                    </a:gs>
                    <a:gs pos="100000">
                      <a:schemeClr val="accent2"/>
                    </a:gs>
                  </a:gsLst>
                  <a:lin ang="0" scaled="0"/>
                </a:gradFill>
              </a:rPr>
              <a:t>分析</a:t>
            </a:r>
            <a:endParaRPr lang="zh-CN" altLang="en-US" sz="4800" dirty="0">
              <a:gradFill>
                <a:gsLst>
                  <a:gs pos="0">
                    <a:schemeClr val="lt1"/>
                  </a:gs>
                  <a:gs pos="100000">
                    <a:schemeClr val="accent2"/>
                  </a:gs>
                </a:gsLst>
                <a:lin ang="0" scaled="0"/>
              </a:gradFill>
            </a:endParaRPr>
          </a:p>
        </p:txBody>
      </p:sp>
    </p:spTree>
    <p:custDataLst>
      <p:tags r:id="rId3"/>
    </p:custData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zh-CN"/>
              <a:t>数据</a:t>
            </a:r>
            <a:r>
              <a:rPr lang="zh-CN" altLang="zh-CN"/>
              <a:t>预处理</a:t>
            </a:r>
            <a:endParaRPr lang="zh-CN" altLang="zh-CN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3"/>
            <p:custDataLst>
              <p:tags r:id="rId2"/>
            </p:custDataLst>
          </p:nvPr>
        </p:nvSpPr>
        <p:spPr>
          <a:xfrm>
            <a:off x="586740" y="1769110"/>
            <a:ext cx="3956685" cy="4088130"/>
          </a:xfrm>
        </p:spPr>
        <p:txBody>
          <a:bodyPr/>
          <a:lstStyle/>
          <a:p>
            <a:pPr>
              <a:buFont typeface="Wingdings" panose="05000000000000000000" charset="0"/>
              <a:buChar char="p"/>
            </a:pPr>
            <a:r>
              <a:rPr lang="zh-CN" altLang="en-US"/>
              <a:t>通过检测变量缺失值，我们发现只有歌单简介（</a:t>
            </a:r>
            <a:r>
              <a:rPr lang="en-US" altLang="zh-CN"/>
              <a:t>introduction</a:t>
            </a:r>
            <a:r>
              <a:rPr lang="zh-CN" altLang="en-US"/>
              <a:t>列）的数据存在缺失值，故通过</a:t>
            </a:r>
            <a:r>
              <a:rPr lang="en-US" altLang="zh-CN"/>
              <a:t>“</a:t>
            </a:r>
            <a:r>
              <a:rPr lang="zh-CN" altLang="en-US"/>
              <a:t>无简介</a:t>
            </a:r>
            <a:r>
              <a:rPr lang="en-US" altLang="zh-CN"/>
              <a:t>”</a:t>
            </a:r>
            <a:r>
              <a:rPr lang="zh-CN" altLang="en-US"/>
              <a:t>对其原本</a:t>
            </a:r>
            <a:r>
              <a:rPr lang="en-US" altLang="zh-CN"/>
              <a:t>NA</a:t>
            </a:r>
            <a:r>
              <a:rPr lang="zh-CN" altLang="en-US"/>
              <a:t>内容</a:t>
            </a:r>
            <a:r>
              <a:rPr lang="zh-CN" altLang="en-US"/>
              <a:t>填充。</a:t>
            </a:r>
            <a:endParaRPr lang="zh-CN" altLang="en-US"/>
          </a:p>
        </p:txBody>
      </p:sp>
      <p:pic>
        <p:nvPicPr>
          <p:cNvPr id="8" name="内容占位符 7" descr="plot_zoom_png"/>
          <p:cNvPicPr>
            <a:picLocks noChangeAspect="1"/>
          </p:cNvPicPr>
          <p:nvPr>
            <p:ph sz="quarter" idx="14"/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048375" y="770255"/>
            <a:ext cx="4584700" cy="508762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zh-CN"/>
              <a:t>数据</a:t>
            </a:r>
            <a:r>
              <a:rPr lang="zh-CN" altLang="zh-CN"/>
              <a:t>预处理</a:t>
            </a:r>
            <a:endParaRPr lang="zh-CN" altLang="zh-CN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3"/>
            <p:custDataLst>
              <p:tags r:id="rId2"/>
            </p:custDataLst>
          </p:nvPr>
        </p:nvSpPr>
        <p:spPr>
          <a:xfrm>
            <a:off x="586740" y="1769110"/>
            <a:ext cx="3956685" cy="4088130"/>
          </a:xfrm>
        </p:spPr>
        <p:txBody>
          <a:bodyPr/>
          <a:lstStyle/>
          <a:p>
            <a:pPr>
              <a:buFont typeface="Wingdings" panose="05000000000000000000" charset="0"/>
              <a:buChar char="p"/>
            </a:pPr>
            <a:r>
              <a:rPr lang="zh-CN" altLang="en-US"/>
              <a:t>对播放量（</a:t>
            </a:r>
            <a:r>
              <a:rPr lang="en-US" altLang="zh-CN"/>
              <a:t>play_count</a:t>
            </a:r>
            <a:r>
              <a:rPr lang="zh-CN" altLang="en-US"/>
              <a:t>列</a:t>
            </a:r>
            <a:r>
              <a:rPr lang="en-US" altLang="zh-CN"/>
              <a:t>)</a:t>
            </a:r>
            <a:r>
              <a:rPr lang="zh-CN" altLang="en-US"/>
              <a:t>的数据基础信息进行提取。</a:t>
            </a:r>
            <a:endParaRPr lang="zh-CN" altLang="en-US"/>
          </a:p>
          <a:p>
            <a:pPr>
              <a:buFont typeface="Wingdings" panose="05000000000000000000" charset="0"/>
              <a:buChar char="p"/>
            </a:pPr>
            <a:r>
              <a:rPr lang="zh-CN" altLang="en-US"/>
              <a:t>通过使用核密度估计的方法，来估计播放量的分布趋势。</a:t>
            </a:r>
            <a:endParaRPr lang="zh-CN" altLang="en-US"/>
          </a:p>
          <a:p>
            <a:pPr>
              <a:buFont typeface="Wingdings" panose="05000000000000000000" charset="0"/>
              <a:buChar char="p"/>
            </a:pPr>
            <a:r>
              <a:rPr lang="zh-CN" altLang="en-US"/>
              <a:t>考虑到播放量呈长尾分布，即少部分歌单拥有高播放量，而大部分歌单拥有低播放量，加之检测其偏度</a:t>
            </a:r>
            <a:r>
              <a:rPr lang="zh-CN" altLang="en-US"/>
              <a:t>为</a:t>
            </a:r>
            <a:r>
              <a:rPr lang="en-US" altLang="zh-CN"/>
              <a:t>8.969987</a:t>
            </a:r>
            <a:r>
              <a:rPr lang="zh-CN" altLang="en-US"/>
              <a:t>，可以得到在后续的线性拟合回归过程中需要对播放量进行</a:t>
            </a:r>
            <a:r>
              <a:rPr lang="en-US" altLang="zh-CN"/>
              <a:t>log</a:t>
            </a:r>
            <a:r>
              <a:rPr lang="zh-CN" altLang="en-US"/>
              <a:t>变换。</a:t>
            </a:r>
            <a:endParaRPr lang="zh-CN" altLang="en-US"/>
          </a:p>
        </p:txBody>
      </p:sp>
      <p:pic>
        <p:nvPicPr>
          <p:cNvPr id="3" name="内容占位符 2"/>
          <p:cNvPicPr>
            <a:picLocks noChangeAspect="1"/>
          </p:cNvPicPr>
          <p:nvPr>
            <p:ph sz="quarter" idx="14"/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5299710" y="941705"/>
            <a:ext cx="5728970" cy="4730115"/>
          </a:xfrm>
          <a:prstGeom prst="rect">
            <a:avLst/>
          </a:prstGeom>
        </p:spPr>
      </p:pic>
      <p:pic>
        <p:nvPicPr>
          <p:cNvPr id="7" name="图片 6" descr="核密度估计play_coun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4005" y="584200"/>
            <a:ext cx="5028565" cy="5580380"/>
          </a:xfrm>
          <a:prstGeom prst="rect">
            <a:avLst/>
          </a:prstGeom>
        </p:spPr>
      </p:pic>
      <p:pic>
        <p:nvPicPr>
          <p:cNvPr id="9" name="图片 8" descr="箱型图play_cou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6565" y="770255"/>
            <a:ext cx="4950460" cy="5361305"/>
          </a:xfrm>
          <a:prstGeom prst="rect">
            <a:avLst/>
          </a:prstGeom>
        </p:spPr>
      </p:pic>
      <p:pic>
        <p:nvPicPr>
          <p:cNvPr id="10" name="图片 9" descr="核密度估计log play_coun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85105" y="551815"/>
            <a:ext cx="5452745" cy="5753735"/>
          </a:xfrm>
          <a:prstGeom prst="rect">
            <a:avLst/>
          </a:prstGeom>
        </p:spPr>
      </p:pic>
      <p:pic>
        <p:nvPicPr>
          <p:cNvPr id="11" name="图片 10" descr="箱型图log play_coun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5105" y="551815"/>
            <a:ext cx="5615305" cy="5925185"/>
          </a:xfrm>
          <a:prstGeom prst="rect">
            <a:avLst/>
          </a:prstGeom>
        </p:spPr>
      </p:pic>
    </p:spTree>
    <p:custDataLst>
      <p:tags r:id="rId9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zh-CN"/>
              <a:t>数据</a:t>
            </a:r>
            <a:r>
              <a:rPr lang="zh-CN" altLang="zh-CN"/>
              <a:t>预处理</a:t>
            </a:r>
            <a:endParaRPr lang="zh-CN" altLang="zh-CN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3"/>
            <p:custDataLst>
              <p:tags r:id="rId2"/>
            </p:custDataLst>
          </p:nvPr>
        </p:nvSpPr>
        <p:spPr>
          <a:xfrm>
            <a:off x="586740" y="1769110"/>
            <a:ext cx="3956685" cy="4088130"/>
          </a:xfrm>
        </p:spPr>
        <p:txBody>
          <a:bodyPr/>
          <a:lstStyle/>
          <a:p>
            <a:pPr>
              <a:buFont typeface="Wingdings" panose="05000000000000000000" charset="0"/>
              <a:buChar char="p"/>
            </a:pPr>
            <a:r>
              <a:rPr lang="zh-CN" altLang="en-US"/>
              <a:t>通过提取歌单标题（</a:t>
            </a:r>
            <a:r>
              <a:rPr lang="en-US" altLang="zh-CN"/>
              <a:t>name</a:t>
            </a:r>
            <a:r>
              <a:rPr lang="zh-CN" altLang="en-US"/>
              <a:t>列）和歌单简介列的文本，去除无实意词语、连接性词语以及标点符号，然后统计其中高频出现词语。</a:t>
            </a:r>
            <a:endParaRPr lang="zh-CN" altLang="en-US"/>
          </a:p>
        </p:txBody>
      </p:sp>
      <p:sp>
        <p:nvSpPr>
          <p:cNvPr id="2" name="内容占位符 1"/>
          <p:cNvSpPr/>
          <p:nvPr>
            <p:ph sz="quarter" idx="14"/>
            <p:custDataLst>
              <p:tags r:id="rId3"/>
            </p:custDataLst>
          </p:nvPr>
        </p:nvSpPr>
        <p:spPr/>
        <p:txBody>
          <a:bodyPr/>
          <a:p>
            <a:r>
              <a:rPr lang="zh-CN" altLang="en-US"/>
              <a:t>左图为标题热词，右图为简介</a:t>
            </a:r>
            <a:r>
              <a:rPr lang="zh-CN" altLang="en-US"/>
              <a:t>热词</a:t>
            </a:r>
            <a:endParaRPr lang="zh-CN" altLang="en-US"/>
          </a:p>
        </p:txBody>
      </p:sp>
      <p:pic>
        <p:nvPicPr>
          <p:cNvPr id="3" name="图片 2" descr="标题热词"/>
          <p:cNvPicPr>
            <a:picLocks noChangeAspect="1"/>
          </p:cNvPicPr>
          <p:nvPr/>
        </p:nvPicPr>
        <p:blipFill>
          <a:blip r:embed="rId4"/>
          <a:srcRect l="26123" t="25936" r="24514" b="23954"/>
          <a:stretch>
            <a:fillRect/>
          </a:stretch>
        </p:blipFill>
        <p:spPr>
          <a:xfrm>
            <a:off x="5100955" y="1498600"/>
            <a:ext cx="3286125" cy="2999740"/>
          </a:xfrm>
          <a:prstGeom prst="rect">
            <a:avLst/>
          </a:prstGeom>
        </p:spPr>
      </p:pic>
      <p:pic>
        <p:nvPicPr>
          <p:cNvPr id="4" name="图片 3" descr="简介热词"/>
          <p:cNvPicPr>
            <a:picLocks noChangeAspect="1"/>
          </p:cNvPicPr>
          <p:nvPr/>
        </p:nvPicPr>
        <p:blipFill>
          <a:blip r:embed="rId5"/>
          <a:srcRect l="32811" t="29837" r="30284" b="31275"/>
          <a:stretch>
            <a:fillRect/>
          </a:stretch>
        </p:blipFill>
        <p:spPr>
          <a:xfrm>
            <a:off x="8627110" y="1498600"/>
            <a:ext cx="3185160" cy="301752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文本框 529"/>
          <p:cNvSpPr txBox="1"/>
          <p:nvPr>
            <p:custDataLst>
              <p:tags r:id="rId1"/>
            </p:custDataLst>
          </p:nvPr>
        </p:nvSpPr>
        <p:spPr>
          <a:xfrm>
            <a:off x="2417039" y="2661903"/>
            <a:ext cx="1561801" cy="1021959"/>
          </a:xfrm>
          <a:prstGeom prst="rect">
            <a:avLst/>
          </a:prstGeom>
          <a:noFill/>
        </p:spPr>
        <p:txBody>
          <a:bodyPr wrap="square" rtlCol="0" anchor="b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6000" b="1" spc="300" dirty="0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  <a:tileRect/>
                </a:gradFill>
                <a:effectLst>
                  <a:outerShdw blurRad="152400" sx="102000" sy="102000" algn="ctr" rotWithShape="0">
                    <a:srgbClr val="00EDB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微软雅黑" panose="020B0503020204020204" charset="-122"/>
              </a:rPr>
              <a:t>4.</a:t>
            </a:r>
            <a:endParaRPr lang="zh-CN" altLang="en-US" sz="6000" b="1" spc="300" dirty="0">
              <a:gradFill flip="none" rotWithShape="1">
                <a:gsLst>
                  <a:gs pos="0">
                    <a:schemeClr val="accent1"/>
                  </a:gs>
                  <a:gs pos="100000">
                    <a:schemeClr val="accent2"/>
                  </a:gs>
                </a:gsLst>
                <a:lin ang="0" scaled="0"/>
                <a:tileRect/>
              </a:gradFill>
              <a:effectLst>
                <a:outerShdw blurRad="152400" sx="102000" sy="102000" algn="ctr" rotWithShape="0">
                  <a:srgbClr val="00EDB0">
                    <a:alpha val="30000"/>
                  </a:srgbClr>
                </a:outerShdw>
              </a:effectLst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" name="标题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3930616" y="2687883"/>
            <a:ext cx="5572869" cy="860632"/>
          </a:xfrm>
          <a:prstGeom prst="rect">
            <a:avLst/>
          </a:prstGeom>
        </p:spPr>
        <p:txBody>
          <a:bodyPr vert="horz" lIns="90000" tIns="46800" rIns="90000" bIns="0" rtlCol="0" anchor="b" anchorCtr="0">
            <a:normAutofit fontScale="90000"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4800" b="1" u="none" strike="noStrike" kern="1200" cap="none" spc="300" normalizeH="0" baseline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  <a:cs typeface="+mj-cs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zh-CN" altLang="en-US" sz="4800" dirty="0">
                <a:gradFill>
                  <a:gsLst>
                    <a:gs pos="0">
                      <a:schemeClr val="lt1"/>
                    </a:gs>
                    <a:gs pos="100000">
                      <a:schemeClr val="accent2"/>
                    </a:gs>
                  </a:gsLst>
                  <a:lin ang="0" scaled="0"/>
                </a:gradFill>
              </a:rPr>
              <a:t>核心指标的详细</a:t>
            </a:r>
            <a:r>
              <a:rPr lang="zh-CN" altLang="en-US" sz="4800" dirty="0">
                <a:gradFill>
                  <a:gsLst>
                    <a:gs pos="0">
                      <a:schemeClr val="lt1"/>
                    </a:gs>
                    <a:gs pos="100000">
                      <a:schemeClr val="accent2"/>
                    </a:gs>
                  </a:gsLst>
                  <a:lin ang="0" scaled="0"/>
                </a:gradFill>
              </a:rPr>
              <a:t>分析</a:t>
            </a:r>
            <a:endParaRPr lang="zh-CN" altLang="en-US" sz="4800" dirty="0">
              <a:gradFill>
                <a:gsLst>
                  <a:gs pos="0">
                    <a:schemeClr val="lt1"/>
                  </a:gs>
                  <a:gs pos="100000">
                    <a:schemeClr val="accent2"/>
                  </a:gs>
                </a:gsLst>
                <a:lin ang="0" scaled="0"/>
              </a:gradFill>
            </a:endParaRPr>
          </a:p>
        </p:txBody>
      </p:sp>
    </p:spTree>
    <p:custDataLst>
      <p:tags r:id="rId3"/>
    </p:custData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/>
          <p:cNvSpPr/>
          <p:nvPr/>
        </p:nvSpPr>
        <p:spPr>
          <a:xfrm>
            <a:off x="5066030" y="2399030"/>
            <a:ext cx="2059305" cy="2059305"/>
          </a:xfrm>
          <a:prstGeom prst="ellipse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1" name="图片 20"/>
          <p:cNvPicPr/>
          <p:nvPr userDrawn="1">
            <p:custDataLst>
              <p:tags r:id="rId1"/>
            </p:custDataLst>
          </p:nvPr>
        </p:nvPicPr>
        <p:blipFill>
          <a:blip r:embed="rId2" r:link="rId3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20" name="图片 19"/>
          <p:cNvPicPr/>
          <p:nvPr userDrawn="1">
            <p:custDataLst>
              <p:tags r:id="rId4"/>
            </p:custDataLst>
          </p:nvPr>
        </p:nvPicPr>
        <p:blipFill>
          <a:blip r:embed="rId5" r:link="rId6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pic>
        <p:nvPicPr>
          <p:cNvPr id="8" name="Image 2" descr="https://kimi-img.moonshot.cn/pub/slides/slides_tmpl/image/25-09-04-16:27:03-d2skqlu1bb2p4onbqhlg.sv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746230" y="6421120"/>
            <a:ext cx="328930" cy="328930"/>
          </a:xfrm>
          <a:prstGeom prst="rect">
            <a:avLst/>
          </a:prstGeom>
        </p:spPr>
      </p:pic>
      <p:sp>
        <p:nvSpPr>
          <p:cNvPr id="9" name="Shape 4"/>
          <p:cNvSpPr/>
          <p:nvPr>
            <p:custDataLst>
              <p:tags r:id="rId10"/>
            </p:custDataLst>
          </p:nvPr>
        </p:nvSpPr>
        <p:spPr>
          <a:xfrm>
            <a:off x="11513820" y="6417945"/>
            <a:ext cx="347345" cy="343535"/>
          </a:xfrm>
          <a:prstGeom prst="ellipse">
            <a:avLst/>
          </a:prstGeom>
          <a:solidFill>
            <a:schemeClr val="accent1"/>
          </a:solidFill>
        </p:spPr>
      </p:sp>
      <p:sp>
        <p:nvSpPr>
          <p:cNvPr id="10" name="Text 5"/>
          <p:cNvSpPr/>
          <p:nvPr>
            <p:custDataLst>
              <p:tags r:id="rId11"/>
            </p:custDataLst>
          </p:nvPr>
        </p:nvSpPr>
        <p:spPr>
          <a:xfrm>
            <a:off x="11513820" y="6417945"/>
            <a:ext cx="347345" cy="34353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1" name="Image 3" descr="https://kimi-img.moonshot.cn/pub/slides/slides_tmpl/image/25-09-04-16:27:03-d2skqlu1bb2p4onbqhl0.svg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330305" y="6432550"/>
            <a:ext cx="328930" cy="32893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509260" y="3228975"/>
            <a:ext cx="1172845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播放量</a:t>
            </a:r>
            <a:endParaRPr lang="zh-CN" altLang="en-US" sz="20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3" name="圆角矩形 2"/>
          <p:cNvSpPr/>
          <p:nvPr/>
        </p:nvSpPr>
        <p:spPr>
          <a:xfrm>
            <a:off x="1577340" y="1421130"/>
            <a:ext cx="2859405" cy="977900"/>
          </a:xfrm>
          <a:prstGeom prst="round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圆角矩形 3"/>
          <p:cNvSpPr/>
          <p:nvPr/>
        </p:nvSpPr>
        <p:spPr>
          <a:xfrm>
            <a:off x="1577340" y="4458335"/>
            <a:ext cx="2859405" cy="977900"/>
          </a:xfrm>
          <a:prstGeom prst="round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7754620" y="1421130"/>
            <a:ext cx="2859405" cy="977900"/>
          </a:xfrm>
          <a:prstGeom prst="round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7754620" y="4458335"/>
            <a:ext cx="2859405" cy="977900"/>
          </a:xfrm>
          <a:prstGeom prst="round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Text 9"/>
          <p:cNvSpPr/>
          <p:nvPr/>
        </p:nvSpPr>
        <p:spPr>
          <a:xfrm>
            <a:off x="2357120" y="1711008"/>
            <a:ext cx="1299845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结果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信息</a:t>
            </a:r>
            <a:endParaRPr lang="zh-CN" altLang="en-US" sz="20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931670" y="4748213"/>
            <a:ext cx="2150745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播放量自身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分布</a:t>
            </a:r>
            <a:endParaRPr lang="zh-CN" altLang="en-US" sz="20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22" name="Text 9"/>
          <p:cNvSpPr/>
          <p:nvPr/>
        </p:nvSpPr>
        <p:spPr>
          <a:xfrm>
            <a:off x="8494395" y="1711960"/>
            <a:ext cx="1380490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标签信息</a:t>
            </a:r>
            <a:endParaRPr lang="zh-CN" altLang="en-US" sz="20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23" name="Text 9"/>
          <p:cNvSpPr/>
          <p:nvPr/>
        </p:nvSpPr>
        <p:spPr>
          <a:xfrm>
            <a:off x="8630285" y="4748213"/>
            <a:ext cx="1244600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歌单信息</a:t>
            </a:r>
            <a:endParaRPr lang="zh-CN" altLang="en-US" sz="20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</p:spTree>
    <p:custDataLst>
      <p:tags r:id="rId14"/>
    </p:custData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/>
          <p:cNvSpPr/>
          <p:nvPr/>
        </p:nvSpPr>
        <p:spPr>
          <a:xfrm>
            <a:off x="5066030" y="2399030"/>
            <a:ext cx="2059305" cy="2059305"/>
          </a:xfrm>
          <a:prstGeom prst="ellipse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1" name="图片 20"/>
          <p:cNvPicPr/>
          <p:nvPr userDrawn="1">
            <p:custDataLst>
              <p:tags r:id="rId1"/>
            </p:custDataLst>
          </p:nvPr>
        </p:nvPicPr>
        <p:blipFill>
          <a:blip r:embed="rId2" r:link="rId3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20" name="图片 19"/>
          <p:cNvPicPr/>
          <p:nvPr userDrawn="1">
            <p:custDataLst>
              <p:tags r:id="rId4"/>
            </p:custDataLst>
          </p:nvPr>
        </p:nvPicPr>
        <p:blipFill>
          <a:blip r:embed="rId5" r:link="rId6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pic>
        <p:nvPicPr>
          <p:cNvPr id="8" name="Image 2" descr="https://kimi-img.moonshot.cn/pub/slides/slides_tmpl/image/25-09-04-16:27:03-d2skqlu1bb2p4onbqhlg.sv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746230" y="6421120"/>
            <a:ext cx="328930" cy="328930"/>
          </a:xfrm>
          <a:prstGeom prst="rect">
            <a:avLst/>
          </a:prstGeom>
        </p:spPr>
      </p:pic>
      <p:sp>
        <p:nvSpPr>
          <p:cNvPr id="9" name="Shape 4"/>
          <p:cNvSpPr/>
          <p:nvPr>
            <p:custDataLst>
              <p:tags r:id="rId10"/>
            </p:custDataLst>
          </p:nvPr>
        </p:nvSpPr>
        <p:spPr>
          <a:xfrm>
            <a:off x="11513820" y="6417945"/>
            <a:ext cx="347345" cy="343535"/>
          </a:xfrm>
          <a:prstGeom prst="ellipse">
            <a:avLst/>
          </a:prstGeom>
          <a:solidFill>
            <a:schemeClr val="accent1"/>
          </a:solidFill>
        </p:spPr>
      </p:sp>
      <p:sp>
        <p:nvSpPr>
          <p:cNvPr id="10" name="Text 5"/>
          <p:cNvSpPr/>
          <p:nvPr>
            <p:custDataLst>
              <p:tags r:id="rId11"/>
            </p:custDataLst>
          </p:nvPr>
        </p:nvSpPr>
        <p:spPr>
          <a:xfrm>
            <a:off x="11513820" y="6417945"/>
            <a:ext cx="347345" cy="34353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1" name="Image 3" descr="https://kimi-img.moonshot.cn/pub/slides/slides_tmpl/image/25-09-04-16:27:03-d2skqlu1bb2p4onbqhl0.svg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330305" y="6432550"/>
            <a:ext cx="328930" cy="32893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509260" y="3228975"/>
            <a:ext cx="1172845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播放量</a:t>
            </a:r>
            <a:endParaRPr lang="zh-CN" altLang="en-US" sz="20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3" name="圆角矩形 2"/>
          <p:cNvSpPr/>
          <p:nvPr/>
        </p:nvSpPr>
        <p:spPr>
          <a:xfrm>
            <a:off x="1577340" y="1421130"/>
            <a:ext cx="2859405" cy="977900"/>
          </a:xfrm>
          <a:prstGeom prst="round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圆角矩形 3"/>
          <p:cNvSpPr/>
          <p:nvPr/>
        </p:nvSpPr>
        <p:spPr>
          <a:xfrm>
            <a:off x="1577340" y="4458335"/>
            <a:ext cx="2859405" cy="977900"/>
          </a:xfrm>
          <a:prstGeom prst="round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圆角矩形 4"/>
          <p:cNvSpPr/>
          <p:nvPr/>
        </p:nvSpPr>
        <p:spPr>
          <a:xfrm>
            <a:off x="7754620" y="1421130"/>
            <a:ext cx="2859405" cy="977900"/>
          </a:xfrm>
          <a:prstGeom prst="round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7754620" y="4458335"/>
            <a:ext cx="2859405" cy="977900"/>
          </a:xfrm>
          <a:prstGeom prst="round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Text 9"/>
          <p:cNvSpPr/>
          <p:nvPr/>
        </p:nvSpPr>
        <p:spPr>
          <a:xfrm>
            <a:off x="2357120" y="1711008"/>
            <a:ext cx="1299845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作者信息</a:t>
            </a:r>
            <a:endParaRPr lang="zh-CN" altLang="en-US" sz="20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931670" y="4748213"/>
            <a:ext cx="2150745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文本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分析</a:t>
            </a:r>
            <a:endParaRPr lang="zh-CN" altLang="en-US" sz="20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22" name="Text 9"/>
          <p:cNvSpPr/>
          <p:nvPr/>
        </p:nvSpPr>
        <p:spPr>
          <a:xfrm>
            <a:off x="8494395" y="1711960"/>
            <a:ext cx="1380490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时间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信息</a:t>
            </a:r>
            <a:endParaRPr lang="zh-CN" altLang="en-US" sz="20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23" name="Text 9"/>
          <p:cNvSpPr/>
          <p:nvPr/>
        </p:nvSpPr>
        <p:spPr>
          <a:xfrm>
            <a:off x="8630285" y="4748213"/>
            <a:ext cx="1244600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综合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分析</a:t>
            </a:r>
            <a:endParaRPr lang="zh-CN" altLang="en-US" sz="20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</p:spTree>
    <p:custDataLst>
      <p:tags r:id="rId14"/>
    </p:custData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82930" y="770255"/>
            <a:ext cx="3959860" cy="2569210"/>
          </a:xfrm>
        </p:spPr>
        <p:txBody>
          <a:bodyPr>
            <a:normAutofit fontScale="90000"/>
          </a:bodyPr>
          <a:lstStyle/>
          <a:p>
            <a:r>
              <a:rPr lang="zh-CN" altLang="zh-CN"/>
              <a:t>模块一：</a:t>
            </a:r>
            <a:r>
              <a:rPr lang="zh-CN" altLang="en-US"/>
              <a:t>探究播放量、收藏量、分享量、评论量以及作者粉丝数之间的线性相关关系。</a:t>
            </a:r>
            <a:endParaRPr lang="zh-CN" altLang="en-US"/>
          </a:p>
        </p:txBody>
      </p:sp>
      <p:pic>
        <p:nvPicPr>
          <p:cNvPr id="7" name="内容占位符 6" descr="相关性图表"/>
          <p:cNvPicPr>
            <a:picLocks noChangeAspect="1"/>
          </p:cNvPicPr>
          <p:nvPr>
            <p:ph sz="quarter" idx="14"/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5396230" y="770255"/>
            <a:ext cx="5888355" cy="508762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 descr="标签频率前十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3545" y="894715"/>
            <a:ext cx="5969000" cy="5638800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>
            <a:normAutofit fontScale="90000"/>
          </a:bodyPr>
          <a:lstStyle/>
          <a:p>
            <a:r>
              <a:rPr lang="zh-CN" altLang="zh-CN"/>
              <a:t>模块二：</a:t>
            </a:r>
            <a:r>
              <a:rPr lang="zh-CN" altLang="en-US"/>
              <a:t>高价值标签挖掘</a:t>
            </a:r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3187700" y="1840865"/>
            <a:ext cx="296545" cy="215900"/>
          </a:xfrm>
          <a:prstGeom prst="rect">
            <a:avLst/>
          </a:prstGeom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</a:extLst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矩形 14"/>
          <p:cNvSpPr/>
          <p:nvPr/>
        </p:nvSpPr>
        <p:spPr>
          <a:xfrm>
            <a:off x="3187700" y="2327910"/>
            <a:ext cx="296545" cy="215900"/>
          </a:xfrm>
          <a:prstGeom prst="rect">
            <a:avLst/>
          </a:prstGeom>
          <a:ln>
            <a:solidFill>
              <a:srgbClr val="FF0000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0000"/>
                </a:solidFill>
              </a14:hiddenFill>
            </a:ext>
          </a:extLst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lstStyle/>
          <a:p>
            <a:r>
              <a:rPr lang="zh-CN" altLang="zh-CN"/>
              <a:t>模块二：</a:t>
            </a:r>
            <a:r>
              <a:rPr lang="zh-CN" altLang="en-US"/>
              <a:t>高价值标签挖掘</a:t>
            </a:r>
            <a:endParaRPr lang="zh-CN" altLang="en-US"/>
          </a:p>
        </p:txBody>
      </p:sp>
      <p:sp>
        <p:nvSpPr>
          <p:cNvPr id="4" name="内容占位符 3"/>
          <p:cNvSpPr/>
          <p:nvPr>
            <p:ph sz="quarter" idx="13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内容占位符 4"/>
          <p:cNvSpPr/>
          <p:nvPr>
            <p:ph sz="quarter" idx="14"/>
            <p:custDataLst>
              <p:tags r:id="rId3"/>
            </p:custDataLst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8" name="图片 7" descr="播放量前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675" y="1233170"/>
            <a:ext cx="5347335" cy="4424680"/>
          </a:xfrm>
          <a:prstGeom prst="rect">
            <a:avLst/>
          </a:prstGeom>
        </p:spPr>
      </p:pic>
      <p:pic>
        <p:nvPicPr>
          <p:cNvPr id="9" name="图片 8" descr="播放量前十（次数够）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7280" y="1233170"/>
            <a:ext cx="5605780" cy="442468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lstStyle/>
          <a:p>
            <a:r>
              <a:rPr lang="zh-CN" altLang="zh-CN"/>
              <a:t>模块二：</a:t>
            </a:r>
            <a:r>
              <a:rPr lang="zh-CN" altLang="en-US"/>
              <a:t>高价值标签挖掘</a:t>
            </a:r>
            <a:endParaRPr lang="zh-CN" altLang="en-US"/>
          </a:p>
        </p:txBody>
      </p:sp>
      <p:sp>
        <p:nvSpPr>
          <p:cNvPr id="4" name="内容占位符 3"/>
          <p:cNvSpPr/>
          <p:nvPr>
            <p:ph sz="quarter" idx="13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  <p:sp>
        <p:nvSpPr>
          <p:cNvPr id="5" name="内容占位符 4"/>
          <p:cNvSpPr/>
          <p:nvPr>
            <p:ph sz="quarter" idx="14"/>
            <p:custDataLst>
              <p:tags r:id="rId3"/>
            </p:custDataLst>
          </p:nvPr>
        </p:nvSpPr>
        <p:spPr/>
        <p:txBody>
          <a:bodyPr/>
          <a:p>
            <a:endParaRPr lang="zh-CN" altLang="en-US"/>
          </a:p>
        </p:txBody>
      </p:sp>
      <p:pic>
        <p:nvPicPr>
          <p:cNvPr id="10" name="图片 9" descr="播放量倒十（次数够）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3940" y="1233170"/>
            <a:ext cx="5605145" cy="4423410"/>
          </a:xfrm>
          <a:prstGeom prst="rect">
            <a:avLst/>
          </a:prstGeom>
        </p:spPr>
      </p:pic>
      <p:pic>
        <p:nvPicPr>
          <p:cNvPr id="11" name="图片 10" descr="播放量倒十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755" y="1233170"/>
            <a:ext cx="5516245" cy="4352925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/>
          <p:cNvPicPr/>
          <p:nvPr userDrawn="1">
            <p:custDataLst>
              <p:tags r:id="rId1"/>
            </p:custDataLst>
          </p:nvPr>
        </p:nvPicPr>
        <p:blipFill>
          <a:blip r:embed="rId2" r:link="rId3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16" name="图片 15"/>
          <p:cNvPicPr/>
          <p:nvPr userDrawn="1">
            <p:custDataLst>
              <p:tags r:id="rId4"/>
            </p:custDataLst>
          </p:nvPr>
        </p:nvPicPr>
        <p:blipFill>
          <a:blip r:embed="rId5" r:link="rId6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2" name="Shape 0"/>
          <p:cNvSpPr/>
          <p:nvPr>
            <p:custDataLst>
              <p:tags r:id="rId7"/>
            </p:custDataLst>
          </p:nvPr>
        </p:nvSpPr>
        <p:spPr>
          <a:xfrm>
            <a:off x="1035050" y="1737360"/>
            <a:ext cx="10021570" cy="2055495"/>
          </a:xfrm>
          <a:prstGeom prst="roundRect">
            <a:avLst>
              <a:gd name="adj" fmla="val 11535"/>
            </a:avLst>
          </a:prstGeom>
          <a:solidFill>
            <a:srgbClr val="FFFFFF"/>
          </a:solidFill>
          <a:ln w="3175">
            <a:solidFill>
              <a:schemeClr val="accent1">
                <a:alpha val="20000"/>
              </a:schemeClr>
            </a:solidFill>
            <a:prstDash val="solid"/>
          </a:ln>
        </p:spPr>
      </p:sp>
      <p:sp>
        <p:nvSpPr>
          <p:cNvPr id="3" name="Text 1"/>
          <p:cNvSpPr/>
          <p:nvPr>
            <p:custDataLst>
              <p:tags r:id="rId8"/>
            </p:custDataLst>
          </p:nvPr>
        </p:nvSpPr>
        <p:spPr>
          <a:xfrm>
            <a:off x="1035050" y="1737360"/>
            <a:ext cx="10021570" cy="2055495"/>
          </a:xfrm>
          <a:prstGeom prst="rect">
            <a:avLst/>
          </a:prstGeom>
          <a:noFill/>
        </p:spPr>
        <p:txBody>
          <a:bodyPr wrap="square" lIns="45720" tIns="0" rIns="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hape 2"/>
          <p:cNvSpPr/>
          <p:nvPr>
            <p:custDataLst>
              <p:tags r:id="rId9"/>
            </p:custDataLst>
          </p:nvPr>
        </p:nvSpPr>
        <p:spPr>
          <a:xfrm>
            <a:off x="1035050" y="4036060"/>
            <a:ext cx="10021570" cy="2055495"/>
          </a:xfrm>
          <a:prstGeom prst="roundRect">
            <a:avLst>
              <a:gd name="adj" fmla="val 11535"/>
            </a:avLst>
          </a:prstGeom>
          <a:solidFill>
            <a:srgbClr val="FFFFFF"/>
          </a:solidFill>
          <a:ln w="3175">
            <a:solidFill>
              <a:schemeClr val="accent1">
                <a:alpha val="20000"/>
              </a:schemeClr>
            </a:solidFill>
            <a:prstDash val="solid"/>
          </a:ln>
        </p:spPr>
      </p:sp>
      <p:sp>
        <p:nvSpPr>
          <p:cNvPr id="5" name="Text 3"/>
          <p:cNvSpPr/>
          <p:nvPr>
            <p:custDataLst>
              <p:tags r:id="rId10"/>
            </p:custDataLst>
          </p:nvPr>
        </p:nvSpPr>
        <p:spPr>
          <a:xfrm>
            <a:off x="1035050" y="4036060"/>
            <a:ext cx="10021570" cy="2055495"/>
          </a:xfrm>
          <a:prstGeom prst="rect">
            <a:avLst/>
          </a:prstGeom>
          <a:noFill/>
        </p:spPr>
        <p:txBody>
          <a:bodyPr wrap="square" lIns="45720" tIns="0" rIns="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 4"/>
          <p:cNvSpPr/>
          <p:nvPr/>
        </p:nvSpPr>
        <p:spPr>
          <a:xfrm>
            <a:off x="988060" y="704215"/>
            <a:ext cx="10534650" cy="5835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zh-CN" sz="3200">
                <a:solidFill>
                  <a:schemeClr val="bg1"/>
                </a:solidFill>
                <a:sym typeface="+mn-ea"/>
              </a:rPr>
              <a:t>模块二：</a:t>
            </a:r>
            <a:r>
              <a:rPr lang="zh-CN" altLang="en-US" sz="3200">
                <a:solidFill>
                  <a:schemeClr val="bg1"/>
                </a:solidFill>
                <a:sym typeface="+mn-ea"/>
              </a:rPr>
              <a:t>高价值标签挖掘</a:t>
            </a:r>
            <a:endParaRPr lang="zh-CN" altLang="en-US" sz="32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  <a:sym typeface="+mn-ea"/>
            </a:endParaRPr>
          </a:p>
        </p:txBody>
      </p:sp>
      <p:sp>
        <p:nvSpPr>
          <p:cNvPr id="8" name="Shape 5"/>
          <p:cNvSpPr/>
          <p:nvPr/>
        </p:nvSpPr>
        <p:spPr>
          <a:xfrm>
            <a:off x="1417320" y="2371090"/>
            <a:ext cx="788035" cy="788035"/>
          </a:xfrm>
          <a:prstGeom prst="ellipse">
            <a:avLst/>
          </a:prstGeom>
          <a:gradFill flip="none" rotWithShape="1">
            <a:gsLst>
              <a:gs pos="0">
                <a:srgbClr val="232323"/>
              </a:gs>
              <a:gs pos="100000">
                <a:srgbClr val="1A1A1A"/>
              </a:gs>
            </a:gsLst>
            <a:lin ang="7680000" scaled="1"/>
          </a:gradFill>
        </p:spPr>
      </p:sp>
      <p:sp>
        <p:nvSpPr>
          <p:cNvPr id="9" name="Text 6"/>
          <p:cNvSpPr/>
          <p:nvPr/>
        </p:nvSpPr>
        <p:spPr>
          <a:xfrm>
            <a:off x="1417320" y="2371090"/>
            <a:ext cx="788035" cy="788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01</a:t>
            </a:r>
            <a:endParaRPr lang="en-US" sz="24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2452370" y="2000250"/>
            <a:ext cx="8211820" cy="44196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algn="just">
              <a:lnSpc>
                <a:spcPct val="100000"/>
              </a:lnSpc>
            </a:pPr>
            <a:endParaRPr lang="en-US" sz="2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2452370" y="2515870"/>
            <a:ext cx="8175625" cy="1107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just">
              <a:lnSpc>
                <a:spcPct val="130000"/>
              </a:lnSpc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体现核心价值用户：</a:t>
            </a:r>
            <a:r>
              <a:rPr lang="en-US" altLang="zh-CN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80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后、</a:t>
            </a:r>
            <a:r>
              <a:rPr lang="en-US" altLang="zh-CN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90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just">
              <a:lnSpc>
                <a:spcPct val="130000"/>
              </a:lnSpc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运用场景化、情绪化语言来描述歌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just">
              <a:lnSpc>
                <a:spcPct val="130000"/>
              </a:lnSpc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歌曲语言多为华语、粤语等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熟悉语言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1417320" y="4669790"/>
            <a:ext cx="788035" cy="788035"/>
          </a:xfrm>
          <a:prstGeom prst="ellipse">
            <a:avLst/>
          </a:prstGeom>
          <a:gradFill flip="none" rotWithShape="1">
            <a:gsLst>
              <a:gs pos="0">
                <a:srgbClr val="232323"/>
              </a:gs>
              <a:gs pos="100000">
                <a:srgbClr val="1A1A1A"/>
              </a:gs>
            </a:gsLst>
            <a:lin ang="7680000" scaled="1"/>
          </a:gradFill>
        </p:spPr>
      </p:sp>
      <p:sp>
        <p:nvSpPr>
          <p:cNvPr id="13" name="Text 10"/>
          <p:cNvSpPr/>
          <p:nvPr/>
        </p:nvSpPr>
        <p:spPr>
          <a:xfrm>
            <a:off x="1417320" y="4669790"/>
            <a:ext cx="788035" cy="788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02</a:t>
            </a:r>
            <a:endParaRPr lang="en-US" sz="24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452370" y="4298950"/>
            <a:ext cx="8211820" cy="44196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algn="just">
              <a:lnSpc>
                <a:spcPct val="100000"/>
              </a:lnSpc>
            </a:pPr>
            <a:r>
              <a:rPr lang="zh-CN" altLang="en-US" sz="2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负面标签</a:t>
            </a:r>
            <a:r>
              <a:rPr lang="en-US" sz="2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分析</a:t>
            </a:r>
            <a:endParaRPr lang="en-US" sz="2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2452370" y="4814570"/>
            <a:ext cx="8175625" cy="1107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just">
              <a:lnSpc>
                <a:spcPct val="130000"/>
              </a:lnSpc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多为小众歌曲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风格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just">
              <a:lnSpc>
                <a:spcPct val="130000"/>
              </a:lnSpc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歌曲语言难以被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听懂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just">
              <a:lnSpc>
                <a:spcPct val="130000"/>
              </a:lnSpc>
            </a:pPr>
            <a:r>
              <a:rPr lang="en-US" altLang="zh-CN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00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后、儿童标签过于少见，慎重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使用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 11"/>
          <p:cNvSpPr/>
          <p:nvPr/>
        </p:nvSpPr>
        <p:spPr>
          <a:xfrm>
            <a:off x="2452370" y="2073910"/>
            <a:ext cx="8211820" cy="44196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algn="just">
              <a:lnSpc>
                <a:spcPct val="100000"/>
              </a:lnSpc>
            </a:pPr>
            <a:r>
              <a:rPr lang="zh-CN" altLang="en-US" sz="2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正面标签</a:t>
            </a:r>
            <a:r>
              <a:rPr lang="zh-CN" altLang="en-US" sz="2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分析</a:t>
            </a:r>
            <a:endParaRPr lang="zh-CN" altLang="en-US" sz="2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</p:spTree>
    <p:custDataLst>
      <p:tags r:id="rId11"/>
    </p:custData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82930" y="770255"/>
            <a:ext cx="3959860" cy="2215515"/>
          </a:xfrm>
        </p:spPr>
        <p:txBody>
          <a:bodyPr>
            <a:normAutofit/>
          </a:bodyPr>
          <a:lstStyle/>
          <a:p>
            <a:r>
              <a:rPr lang="zh-CN" altLang="zh-CN">
                <a:sym typeface="+mn-ea"/>
              </a:rPr>
              <a:t>模块三：多元</a:t>
            </a:r>
            <a:r>
              <a:rPr lang="zh-CN" altLang="zh-CN">
                <a:sym typeface="+mn-ea"/>
              </a:rPr>
              <a:t>线性回归进一步分析标签特性</a:t>
            </a:r>
            <a:endParaRPr lang="zh-CN" altLang="zh-CN"/>
          </a:p>
        </p:txBody>
      </p:sp>
      <p:pic>
        <p:nvPicPr>
          <p:cNvPr id="4" name="内容占位符 3" descr="随机森林标签"/>
          <p:cNvPicPr>
            <a:picLocks noChangeAspect="1"/>
          </p:cNvPicPr>
          <p:nvPr>
            <p:ph sz="quarter" idx="14"/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5704205" y="647700"/>
            <a:ext cx="5375910" cy="5561965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5887720" y="1071880"/>
            <a:ext cx="264160" cy="15748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5887720" y="1788160"/>
            <a:ext cx="264160" cy="15748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5887720" y="2103120"/>
            <a:ext cx="264160" cy="15748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5887720" y="1945640"/>
            <a:ext cx="264160" cy="15748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5887720" y="5720080"/>
            <a:ext cx="264160" cy="157480"/>
          </a:xfrm>
          <a:prstGeom prst="rect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5887720" y="1229360"/>
            <a:ext cx="264160" cy="15748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矩形 14"/>
          <p:cNvSpPr/>
          <p:nvPr/>
        </p:nvSpPr>
        <p:spPr>
          <a:xfrm>
            <a:off x="5887720" y="5201920"/>
            <a:ext cx="264160" cy="157480"/>
          </a:xfrm>
          <a:prstGeom prst="rect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矩形 15"/>
          <p:cNvSpPr/>
          <p:nvPr/>
        </p:nvSpPr>
        <p:spPr>
          <a:xfrm>
            <a:off x="5750560" y="5524500"/>
            <a:ext cx="401320" cy="157480"/>
          </a:xfrm>
          <a:prstGeom prst="rect">
            <a:avLst/>
          </a:prstGeom>
          <a:ln>
            <a:solidFill>
              <a:srgbClr val="0070C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4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/>
          <p:cNvPicPr/>
          <p:nvPr userDrawn="1">
            <p:custDataLst>
              <p:tags r:id="rId1"/>
            </p:custDataLst>
          </p:nvPr>
        </p:nvPicPr>
        <p:blipFill>
          <a:blip r:embed="rId2" r:link="rId3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16" name="图片 15"/>
          <p:cNvPicPr/>
          <p:nvPr userDrawn="1">
            <p:custDataLst>
              <p:tags r:id="rId4"/>
            </p:custDataLst>
          </p:nvPr>
        </p:nvPicPr>
        <p:blipFill>
          <a:blip r:embed="rId5" r:link="rId6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2" name="Shape 0"/>
          <p:cNvSpPr/>
          <p:nvPr>
            <p:custDataLst>
              <p:tags r:id="rId7"/>
            </p:custDataLst>
          </p:nvPr>
        </p:nvSpPr>
        <p:spPr>
          <a:xfrm>
            <a:off x="1035050" y="1737360"/>
            <a:ext cx="10021570" cy="2055495"/>
          </a:xfrm>
          <a:prstGeom prst="roundRect">
            <a:avLst>
              <a:gd name="adj" fmla="val 11535"/>
            </a:avLst>
          </a:prstGeom>
          <a:solidFill>
            <a:srgbClr val="FFFFFF"/>
          </a:solidFill>
          <a:ln w="3175">
            <a:solidFill>
              <a:schemeClr val="accent1">
                <a:alpha val="20000"/>
              </a:schemeClr>
            </a:solidFill>
            <a:prstDash val="solid"/>
          </a:ln>
        </p:spPr>
      </p:sp>
      <p:sp>
        <p:nvSpPr>
          <p:cNvPr id="3" name="Text 1"/>
          <p:cNvSpPr/>
          <p:nvPr>
            <p:custDataLst>
              <p:tags r:id="rId8"/>
            </p:custDataLst>
          </p:nvPr>
        </p:nvSpPr>
        <p:spPr>
          <a:xfrm>
            <a:off x="1035050" y="1737360"/>
            <a:ext cx="10021570" cy="2055495"/>
          </a:xfrm>
          <a:prstGeom prst="rect">
            <a:avLst/>
          </a:prstGeom>
          <a:noFill/>
        </p:spPr>
        <p:txBody>
          <a:bodyPr wrap="square" lIns="45720" tIns="0" rIns="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hape 2"/>
          <p:cNvSpPr/>
          <p:nvPr>
            <p:custDataLst>
              <p:tags r:id="rId9"/>
            </p:custDataLst>
          </p:nvPr>
        </p:nvSpPr>
        <p:spPr>
          <a:xfrm>
            <a:off x="1035050" y="4036060"/>
            <a:ext cx="10021570" cy="2055495"/>
          </a:xfrm>
          <a:prstGeom prst="roundRect">
            <a:avLst>
              <a:gd name="adj" fmla="val 11535"/>
            </a:avLst>
          </a:prstGeom>
          <a:solidFill>
            <a:srgbClr val="FFFFFF"/>
          </a:solidFill>
          <a:ln w="3175">
            <a:solidFill>
              <a:schemeClr val="accent1">
                <a:alpha val="20000"/>
              </a:schemeClr>
            </a:solidFill>
            <a:prstDash val="solid"/>
          </a:ln>
        </p:spPr>
      </p:sp>
      <p:sp>
        <p:nvSpPr>
          <p:cNvPr id="5" name="Text 3"/>
          <p:cNvSpPr/>
          <p:nvPr>
            <p:custDataLst>
              <p:tags r:id="rId10"/>
            </p:custDataLst>
          </p:nvPr>
        </p:nvSpPr>
        <p:spPr>
          <a:xfrm>
            <a:off x="1035050" y="4036060"/>
            <a:ext cx="10021570" cy="2055495"/>
          </a:xfrm>
          <a:prstGeom prst="rect">
            <a:avLst/>
          </a:prstGeom>
          <a:noFill/>
        </p:spPr>
        <p:txBody>
          <a:bodyPr wrap="square" lIns="45720" tIns="0" rIns="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 4"/>
          <p:cNvSpPr/>
          <p:nvPr/>
        </p:nvSpPr>
        <p:spPr>
          <a:xfrm>
            <a:off x="988060" y="704215"/>
            <a:ext cx="10534650" cy="5835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zh-CN" sz="3200">
                <a:solidFill>
                  <a:schemeClr val="bg1"/>
                </a:solidFill>
                <a:sym typeface="+mn-ea"/>
              </a:rPr>
              <a:t>模块三：多元线性</a:t>
            </a:r>
            <a:r>
              <a:rPr lang="zh-CN" altLang="zh-CN" sz="3200">
                <a:solidFill>
                  <a:schemeClr val="bg1"/>
                </a:solidFill>
                <a:sym typeface="+mn-ea"/>
              </a:rPr>
              <a:t>回归进一步分析标签特性</a:t>
            </a:r>
            <a:endParaRPr lang="zh-CN" altLang="zh-CN" sz="32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  <a:sym typeface="+mn-ea"/>
            </a:endParaRPr>
          </a:p>
        </p:txBody>
      </p:sp>
      <p:sp>
        <p:nvSpPr>
          <p:cNvPr id="8" name="Shape 5"/>
          <p:cNvSpPr/>
          <p:nvPr/>
        </p:nvSpPr>
        <p:spPr>
          <a:xfrm>
            <a:off x="1417320" y="2371090"/>
            <a:ext cx="788035" cy="788035"/>
          </a:xfrm>
          <a:prstGeom prst="ellipse">
            <a:avLst/>
          </a:prstGeom>
          <a:gradFill flip="none" rotWithShape="1">
            <a:gsLst>
              <a:gs pos="0">
                <a:srgbClr val="232323"/>
              </a:gs>
              <a:gs pos="100000">
                <a:srgbClr val="1A1A1A"/>
              </a:gs>
            </a:gsLst>
            <a:lin ang="7680000" scaled="1"/>
          </a:gradFill>
        </p:spPr>
      </p:sp>
      <p:sp>
        <p:nvSpPr>
          <p:cNvPr id="9" name="Text 6"/>
          <p:cNvSpPr/>
          <p:nvPr/>
        </p:nvSpPr>
        <p:spPr>
          <a:xfrm>
            <a:off x="1417320" y="2371090"/>
            <a:ext cx="788035" cy="788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01</a:t>
            </a:r>
            <a:endParaRPr lang="en-US" sz="24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2452370" y="2000250"/>
            <a:ext cx="8211820" cy="44196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algn="just">
              <a:lnSpc>
                <a:spcPct val="100000"/>
              </a:lnSpc>
            </a:pPr>
            <a:r>
              <a:rPr lang="zh-CN" altLang="en-US" sz="2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显著正面标签与显著负面</a:t>
            </a:r>
            <a:r>
              <a:rPr lang="zh-CN" altLang="en-US" sz="2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标签</a:t>
            </a:r>
            <a:endParaRPr lang="zh-CN" altLang="en-US" sz="2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2452370" y="2515870"/>
            <a:ext cx="8175625" cy="1107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just">
              <a:lnSpc>
                <a:spcPct val="130000"/>
              </a:lnSpc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显著正面：华语、散步、民谣、粤语、欧美、流行、电子、轻音乐、古风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just">
              <a:lnSpc>
                <a:spcPct val="130000"/>
              </a:lnSpc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显著负面：蓝调、</a:t>
            </a:r>
            <a:r>
              <a:rPr lang="en-US" altLang="zh-CN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NewAge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、民族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1417320" y="4669790"/>
            <a:ext cx="788035" cy="788035"/>
          </a:xfrm>
          <a:prstGeom prst="ellipse">
            <a:avLst/>
          </a:prstGeom>
          <a:gradFill flip="none" rotWithShape="1">
            <a:gsLst>
              <a:gs pos="0">
                <a:srgbClr val="232323"/>
              </a:gs>
              <a:gs pos="100000">
                <a:srgbClr val="1A1A1A"/>
              </a:gs>
            </a:gsLst>
            <a:lin ang="7680000" scaled="1"/>
          </a:gradFill>
        </p:spPr>
      </p:sp>
      <p:sp>
        <p:nvSpPr>
          <p:cNvPr id="13" name="Text 10"/>
          <p:cNvSpPr/>
          <p:nvPr/>
        </p:nvSpPr>
        <p:spPr>
          <a:xfrm>
            <a:off x="1417320" y="4669790"/>
            <a:ext cx="788035" cy="788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02</a:t>
            </a:r>
            <a:endParaRPr lang="en-US" sz="24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452370" y="4298950"/>
            <a:ext cx="8211820" cy="44196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algn="just">
              <a:lnSpc>
                <a:spcPct val="100000"/>
              </a:lnSpc>
            </a:pPr>
            <a:r>
              <a:rPr lang="zh-CN" altLang="en-US" sz="2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背后原因解析及</a:t>
            </a:r>
            <a:r>
              <a:rPr lang="zh-CN" altLang="en-US" sz="2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建议</a:t>
            </a:r>
            <a:endParaRPr lang="zh-CN" altLang="en-US" sz="2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2452370" y="4814570"/>
            <a:ext cx="8175625" cy="1107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algn="just">
              <a:lnSpc>
                <a:spcPct val="130000"/>
              </a:lnSpc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背后原因：体现当代人的音乐偏好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just">
              <a:lnSpc>
                <a:spcPct val="130000"/>
              </a:lnSpc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建议：也可选择非显著正面标签，但置信区间过于宽泛以至于难以确保其效果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可靠性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11"/>
    </p:custData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/>
          <p:cNvPicPr/>
          <p:nvPr userDrawn="1">
            <p:custDataLst>
              <p:tags r:id="rId1"/>
            </p:custDataLst>
          </p:nvPr>
        </p:nvPicPr>
        <p:blipFill>
          <a:blip r:embed="rId2" r:link="rId3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14" name="图片 13"/>
          <p:cNvPicPr/>
          <p:nvPr userDrawn="1">
            <p:custDataLst>
              <p:tags r:id="rId4"/>
            </p:custDataLst>
          </p:nvPr>
        </p:nvPicPr>
        <p:blipFill>
          <a:blip r:embed="rId5" r:link="rId6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88060" y="513715"/>
            <a:ext cx="10534650" cy="5835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en-US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模块四：异常值和高杠杆值</a:t>
            </a:r>
            <a:r>
              <a:rPr lang="zh-CN" altLang="en-US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提取</a:t>
            </a:r>
            <a:endParaRPr lang="zh-CN" altLang="en-US" sz="32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8" name="Text 3"/>
          <p:cNvSpPr/>
          <p:nvPr/>
        </p:nvSpPr>
        <p:spPr>
          <a:xfrm>
            <a:off x="5762625" y="1425575"/>
            <a:ext cx="5760085" cy="10147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通过检测</a:t>
            </a:r>
            <a:r>
              <a:rPr lang="en-US" altLang="zh-CN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cook’s distance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，发现编号为</a:t>
            </a:r>
            <a:r>
              <a:rPr lang="en-US" altLang="zh-CN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906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和</a:t>
            </a:r>
            <a:r>
              <a:rPr lang="en-US" altLang="zh-CN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1808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的歌单具有较高的</a:t>
            </a:r>
            <a:r>
              <a:rPr lang="en-US" altLang="zh-CN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cook’s distance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，同时提取出</a:t>
            </a:r>
            <a:r>
              <a:rPr lang="en-US" altLang="zh-CN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47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个高异常值点，</a:t>
            </a:r>
            <a:r>
              <a:rPr lang="en-US" altLang="zh-CN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74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个高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杠杆点。</a:t>
            </a:r>
            <a:endParaRPr lang="zh-CN" altLang="en-US" sz="20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pic>
        <p:nvPicPr>
          <p:cNvPr id="4" name="图片 3" descr="Cook's distanc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060" y="1425575"/>
            <a:ext cx="4177030" cy="432181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88835" y="2541905"/>
            <a:ext cx="2908300" cy="2089785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73750" y="4733290"/>
            <a:ext cx="5364480" cy="1836420"/>
          </a:xfrm>
          <a:prstGeom prst="rect">
            <a:avLst/>
          </a:prstGeom>
        </p:spPr>
      </p:pic>
    </p:spTree>
    <p:custDataLst>
      <p:tags r:id="rId10"/>
    </p:custData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片 17"/>
          <p:cNvPicPr/>
          <p:nvPr userDrawn="1">
            <p:custDataLst>
              <p:tags r:id="rId1"/>
            </p:custDataLst>
          </p:nvPr>
        </p:nvPicPr>
        <p:blipFill>
          <a:blip r:embed="rId2" r:link="rId3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17" name="图片 16"/>
          <p:cNvPicPr/>
          <p:nvPr userDrawn="1">
            <p:custDataLst>
              <p:tags r:id="rId4"/>
            </p:custDataLst>
          </p:nvPr>
        </p:nvPicPr>
        <p:blipFill>
          <a:blip r:embed="rId5" r:link="rId6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7545" y="2375535"/>
            <a:ext cx="3484880" cy="3801110"/>
          </a:xfrm>
          <a:prstGeom prst="rect">
            <a:avLst/>
          </a:prstGeom>
          <a:solidFill>
            <a:srgbClr val="FFFFFF"/>
          </a:solidFill>
          <a:effectLst>
            <a:outerShdw blurRad="241300" dist="26941" dir="2700000" algn="bl" rotWithShape="0">
              <a:srgbClr val="000000">
                <a:alpha val="40000"/>
              </a:srgbClr>
            </a:outerShdw>
          </a:effectLst>
        </p:spPr>
      </p:sp>
      <p:sp>
        <p:nvSpPr>
          <p:cNvPr id="4" name="Text 1"/>
          <p:cNvSpPr/>
          <p:nvPr>
            <p:custDataLst>
              <p:tags r:id="rId7"/>
            </p:custDataLst>
          </p:nvPr>
        </p:nvSpPr>
        <p:spPr>
          <a:xfrm>
            <a:off x="677545" y="2375535"/>
            <a:ext cx="3484880" cy="380111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Shape 2"/>
          <p:cNvSpPr/>
          <p:nvPr/>
        </p:nvSpPr>
        <p:spPr>
          <a:xfrm>
            <a:off x="4353560" y="2375535"/>
            <a:ext cx="3484880" cy="3801110"/>
          </a:xfrm>
          <a:prstGeom prst="rect">
            <a:avLst/>
          </a:prstGeom>
          <a:solidFill>
            <a:srgbClr val="FFFFFF"/>
          </a:solidFill>
          <a:effectLst>
            <a:outerShdw blurRad="241300" dist="26941" dir="2700000" algn="bl" rotWithShape="0">
              <a:srgbClr val="000000">
                <a:alpha val="40000"/>
              </a:srgbClr>
            </a:outerShdw>
          </a:effectLst>
        </p:spPr>
      </p:sp>
      <p:sp>
        <p:nvSpPr>
          <p:cNvPr id="6" name="Text 3"/>
          <p:cNvSpPr/>
          <p:nvPr>
            <p:custDataLst>
              <p:tags r:id="rId8"/>
            </p:custDataLst>
          </p:nvPr>
        </p:nvSpPr>
        <p:spPr>
          <a:xfrm>
            <a:off x="4353560" y="2375535"/>
            <a:ext cx="3484880" cy="380111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Shape 4"/>
          <p:cNvSpPr/>
          <p:nvPr/>
        </p:nvSpPr>
        <p:spPr>
          <a:xfrm>
            <a:off x="8029575" y="2375535"/>
            <a:ext cx="3484880" cy="3801110"/>
          </a:xfrm>
          <a:prstGeom prst="rect">
            <a:avLst/>
          </a:prstGeom>
          <a:solidFill>
            <a:srgbClr val="FFFFFF"/>
          </a:solidFill>
          <a:effectLst>
            <a:outerShdw blurRad="241300" dist="26941" dir="2700000" algn="bl" rotWithShape="0">
              <a:srgbClr val="000000">
                <a:alpha val="4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88060" y="513715"/>
            <a:ext cx="10534650" cy="5835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en-US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  <a:sym typeface="+mn-ea"/>
              </a:rPr>
              <a:t>模块五：</a:t>
            </a:r>
            <a:r>
              <a:rPr lang="en-US" altLang="zh-CN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  <a:sym typeface="+mn-ea"/>
              </a:rPr>
              <a:t>k-means</a:t>
            </a:r>
            <a:r>
              <a:rPr lang="zh-CN" altLang="en-US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  <a:sym typeface="+mn-ea"/>
              </a:rPr>
              <a:t>聚类</a:t>
            </a:r>
            <a:endParaRPr lang="en-US" sz="32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718185" y="2499082"/>
            <a:ext cx="3137535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数据</a:t>
            </a: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预处理</a:t>
            </a:r>
            <a:endParaRPr lang="zh-CN" altLang="en-US" sz="20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759099" y="3483091"/>
            <a:ext cx="3089022" cy="10604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通过模块四中提取出来的异常值点，将这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47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个异常值点去掉可使聚类效果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更好。</a:t>
            </a:r>
            <a:endParaRPr lang="zh-CN" altLang="en-US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526915" y="2499082"/>
            <a:ext cx="3137535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聚类</a:t>
            </a:r>
            <a:r>
              <a:rPr 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处理</a:t>
            </a:r>
            <a:endParaRPr lang="en-US" sz="20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4567829" y="3483202"/>
            <a:ext cx="3089022" cy="17068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通过肘部算法确定聚类数量，然后通过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k-means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聚类方法，分别处理去除异常值点和未去除的，通过解释比例进行对数据的比较，同时提取每一个聚类的聚类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范围。</a:t>
            </a:r>
            <a:endParaRPr lang="zh-CN" altLang="en-US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8173085" y="2495272"/>
            <a:ext cx="3137535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结果</a:t>
            </a: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分析</a:t>
            </a:r>
            <a:endParaRPr lang="zh-CN" altLang="en-US" sz="20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8213999" y="3479169"/>
            <a:ext cx="3089022" cy="17068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通过肘部算法，为保证解释比例，选择了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k=4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，聚类效果如后图所展示，解释比例分别为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89.53%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，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88.07%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，证明了去除异常值可以更好的解释，提取的聚类范围为去除异常值的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范围。</a:t>
            </a:r>
            <a:endParaRPr lang="zh-CN" altLang="en-US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</p:spTree>
    <p:custDataLst>
      <p:tags r:id="rId9"/>
    </p:custData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Text 6"/>
          <p:cNvSpPr/>
          <p:nvPr/>
        </p:nvSpPr>
        <p:spPr>
          <a:xfrm>
            <a:off x="988060" y="513715"/>
            <a:ext cx="10534650" cy="5835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en-US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  <a:sym typeface="+mn-ea"/>
              </a:rPr>
              <a:t>模块五：</a:t>
            </a:r>
            <a:r>
              <a:rPr lang="en-US" altLang="zh-CN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  <a:sym typeface="+mn-ea"/>
              </a:rPr>
              <a:t>k-means</a:t>
            </a:r>
            <a:r>
              <a:rPr lang="zh-CN" altLang="en-US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  <a:sym typeface="+mn-ea"/>
              </a:rPr>
              <a:t>聚类</a:t>
            </a:r>
            <a:endParaRPr lang="en-US" sz="32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pic>
        <p:nvPicPr>
          <p:cNvPr id="2" name="图片 1" descr="肘部算法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060" y="1282065"/>
            <a:ext cx="4960620" cy="513270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155" y="2228850"/>
            <a:ext cx="5267325" cy="24003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Text 6"/>
          <p:cNvSpPr/>
          <p:nvPr/>
        </p:nvSpPr>
        <p:spPr>
          <a:xfrm>
            <a:off x="988060" y="513715"/>
            <a:ext cx="10534650" cy="5835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en-US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  <a:sym typeface="+mn-ea"/>
              </a:rPr>
              <a:t>模块五：</a:t>
            </a:r>
            <a:r>
              <a:rPr lang="en-US" altLang="zh-CN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  <a:sym typeface="+mn-ea"/>
              </a:rPr>
              <a:t>k-means</a:t>
            </a:r>
            <a:r>
              <a:rPr lang="zh-CN" altLang="en-US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  <a:sym typeface="+mn-ea"/>
              </a:rPr>
              <a:t>聚类</a:t>
            </a:r>
            <a:endParaRPr lang="en-US" sz="32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pic>
        <p:nvPicPr>
          <p:cNvPr id="3" name="图片 2" descr="聚类（去除异常值）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060" y="1287780"/>
            <a:ext cx="4910455" cy="5080635"/>
          </a:xfrm>
          <a:prstGeom prst="rect">
            <a:avLst/>
          </a:prstGeom>
        </p:spPr>
      </p:pic>
      <p:pic>
        <p:nvPicPr>
          <p:cNvPr id="4" name="图片 3" descr="聚类（未去除异常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9710" y="1287780"/>
            <a:ext cx="4902200" cy="50723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图片 20"/>
          <p:cNvPicPr/>
          <p:nvPr userDrawn="1">
            <p:custDataLst>
              <p:tags r:id="rId1"/>
            </p:custDataLst>
          </p:nvPr>
        </p:nvPicPr>
        <p:blipFill>
          <a:blip r:embed="rId2" r:link="rId3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20" name="图片 19"/>
          <p:cNvPicPr/>
          <p:nvPr userDrawn="1">
            <p:custDataLst>
              <p:tags r:id="rId4"/>
            </p:custDataLst>
          </p:nvPr>
        </p:nvPicPr>
        <p:blipFill>
          <a:blip r:embed="rId5" r:link="rId6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988060" y="704215"/>
            <a:ext cx="10534650" cy="5835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en-US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模块六：日均</a:t>
            </a:r>
            <a:r>
              <a:rPr lang="zh-CN" altLang="en-US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播放量</a:t>
            </a:r>
            <a:endParaRPr lang="zh-CN" altLang="en-US" sz="32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3" name="Shape 1"/>
          <p:cNvSpPr/>
          <p:nvPr>
            <p:custDataLst>
              <p:tags r:id="rId7"/>
            </p:custDataLst>
          </p:nvPr>
        </p:nvSpPr>
        <p:spPr>
          <a:xfrm rot="300000">
            <a:off x="1297305" y="1967230"/>
            <a:ext cx="4190365" cy="3338830"/>
          </a:xfrm>
          <a:prstGeom prst="roundRect">
            <a:avLst>
              <a:gd name="adj" fmla="val 6666"/>
            </a:avLst>
          </a:prstGeom>
          <a:solidFill>
            <a:schemeClr val="accent1">
              <a:lumMod val="60000"/>
              <a:lumOff val="40000"/>
            </a:schemeClr>
          </a:solidFill>
        </p:spPr>
      </p:sp>
      <p:sp>
        <p:nvSpPr>
          <p:cNvPr id="4" name="Text 2"/>
          <p:cNvSpPr/>
          <p:nvPr>
            <p:custDataLst>
              <p:tags r:id="rId8"/>
            </p:custDataLst>
          </p:nvPr>
        </p:nvSpPr>
        <p:spPr>
          <a:xfrm rot="300000">
            <a:off x="1297305" y="1967230"/>
            <a:ext cx="4190365" cy="333883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Shape 3"/>
          <p:cNvSpPr/>
          <p:nvPr>
            <p:custDataLst>
              <p:tags r:id="rId9"/>
            </p:custDataLst>
          </p:nvPr>
        </p:nvSpPr>
        <p:spPr>
          <a:xfrm>
            <a:off x="1419225" y="2094230"/>
            <a:ext cx="4190365" cy="3460115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/>
          <p:nvPr>
            <p:custDataLst>
              <p:tags r:id="rId10"/>
            </p:custDataLst>
          </p:nvPr>
        </p:nvSpPr>
        <p:spPr>
          <a:xfrm>
            <a:off x="1419225" y="2094230"/>
            <a:ext cx="4190365" cy="346011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Shape 5"/>
          <p:cNvSpPr/>
          <p:nvPr>
            <p:custDataLst>
              <p:tags r:id="rId11"/>
            </p:custDataLst>
          </p:nvPr>
        </p:nvSpPr>
        <p:spPr>
          <a:xfrm>
            <a:off x="5147945" y="2302510"/>
            <a:ext cx="289560" cy="289560"/>
          </a:xfrm>
          <a:prstGeom prst="ellipse">
            <a:avLst/>
          </a:prstGeom>
          <a:solidFill>
            <a:schemeClr val="accent1"/>
          </a:solidFill>
        </p:spPr>
      </p:sp>
      <p:sp>
        <p:nvSpPr>
          <p:cNvPr id="8" name="Text 6"/>
          <p:cNvSpPr/>
          <p:nvPr>
            <p:custDataLst>
              <p:tags r:id="rId12"/>
            </p:custDataLst>
          </p:nvPr>
        </p:nvSpPr>
        <p:spPr>
          <a:xfrm>
            <a:off x="5147945" y="2302510"/>
            <a:ext cx="289560" cy="28956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 8"/>
          <p:cNvSpPr/>
          <p:nvPr>
            <p:custDataLst>
              <p:tags r:id="rId13"/>
            </p:custDataLst>
          </p:nvPr>
        </p:nvSpPr>
        <p:spPr>
          <a:xfrm rot="300000">
            <a:off x="6483985" y="1967230"/>
            <a:ext cx="4190365" cy="333883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 10"/>
          <p:cNvSpPr/>
          <p:nvPr>
            <p:custDataLst>
              <p:tags r:id="rId14"/>
            </p:custDataLst>
          </p:nvPr>
        </p:nvSpPr>
        <p:spPr>
          <a:xfrm>
            <a:off x="6605905" y="2094230"/>
            <a:ext cx="4190365" cy="346011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Shape 11"/>
          <p:cNvSpPr/>
          <p:nvPr>
            <p:custDataLst>
              <p:tags r:id="rId15"/>
            </p:custDataLst>
          </p:nvPr>
        </p:nvSpPr>
        <p:spPr>
          <a:xfrm>
            <a:off x="10334625" y="2302510"/>
            <a:ext cx="289560" cy="289560"/>
          </a:xfrm>
          <a:prstGeom prst="ellipse">
            <a:avLst/>
          </a:prstGeom>
          <a:solidFill>
            <a:schemeClr val="accent2"/>
          </a:solidFill>
        </p:spPr>
      </p:sp>
      <p:sp>
        <p:nvSpPr>
          <p:cNvPr id="14" name="Text 12"/>
          <p:cNvSpPr/>
          <p:nvPr>
            <p:custDataLst>
              <p:tags r:id="rId16"/>
            </p:custDataLst>
          </p:nvPr>
        </p:nvSpPr>
        <p:spPr>
          <a:xfrm>
            <a:off x="10334625" y="2302510"/>
            <a:ext cx="289560" cy="28956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1720850" y="2320290"/>
            <a:ext cx="3184100" cy="368935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en-US" sz="2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探究</a:t>
            </a:r>
            <a:r>
              <a:rPr lang="zh-CN" altLang="en-US" sz="2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原因</a:t>
            </a:r>
            <a:endParaRPr lang="zh-CN" altLang="en-US" sz="2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720850" y="3133090"/>
            <a:ext cx="3639820" cy="15995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对于现存歌单中，部分歌单可能并不优秀，只是因为发行时间早所以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目前播放量高，部分歌单可能实际很优秀，但由于发行时间晚所以目前播放量低，希望可以提供一种能够比较此类问题的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方法。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5" name="图片 14" descr="日均播放量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544945" y="734060"/>
            <a:ext cx="4845050" cy="5013325"/>
          </a:xfrm>
          <a:prstGeom prst="rect">
            <a:avLst/>
          </a:prstGeom>
        </p:spPr>
      </p:pic>
    </p:spTree>
    <p:custDataLst>
      <p:tags r:id="rId18"/>
    </p:custData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>
            <p:custDataLst>
              <p:tags r:id="rId1"/>
            </p:custDataLst>
          </p:nvPr>
        </p:nvSpPr>
        <p:spPr>
          <a:xfrm>
            <a:off x="-1270" y="-3175"/>
            <a:ext cx="12224385" cy="385508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</p:sp>
      <p:sp>
        <p:nvSpPr>
          <p:cNvPr id="18" name="圆角矩形 17"/>
          <p:cNvSpPr/>
          <p:nvPr/>
        </p:nvSpPr>
        <p:spPr>
          <a:xfrm>
            <a:off x="627380" y="1760220"/>
            <a:ext cx="2626995" cy="1252220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7" name="图片 16"/>
          <p:cNvPicPr/>
          <p:nvPr userDrawn="1">
            <p:custDataLst>
              <p:tags r:id="rId2"/>
            </p:custDataLst>
          </p:nvPr>
        </p:nvPicPr>
        <p:blipFill>
          <a:blip r:embed="rId3" r:link="rId4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16" name="图片 15"/>
          <p:cNvPicPr/>
          <p:nvPr userDrawn="1">
            <p:custDataLst>
              <p:tags r:id="rId5"/>
            </p:custDataLst>
          </p:nvPr>
        </p:nvPicPr>
        <p:blipFill>
          <a:blip r:embed="rId6" r:link="rId7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3" name="Text 1"/>
          <p:cNvSpPr/>
          <p:nvPr>
            <p:custDataLst>
              <p:tags r:id="rId8"/>
            </p:custDataLst>
          </p:nvPr>
        </p:nvSpPr>
        <p:spPr>
          <a:xfrm>
            <a:off x="-1270" y="-3175"/>
            <a:ext cx="12224385" cy="385508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Shape 2"/>
          <p:cNvSpPr/>
          <p:nvPr/>
        </p:nvSpPr>
        <p:spPr>
          <a:xfrm>
            <a:off x="10494645" y="950595"/>
            <a:ext cx="108000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8" name="Text 3"/>
          <p:cNvSpPr/>
          <p:nvPr/>
        </p:nvSpPr>
        <p:spPr>
          <a:xfrm>
            <a:off x="988695" y="367665"/>
            <a:ext cx="6344285" cy="5835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zh-CN" altLang="en-US" sz="32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模块七：歌单信息</a:t>
            </a:r>
            <a:r>
              <a:rPr lang="zh-CN" altLang="en-US" sz="32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分析</a:t>
            </a:r>
            <a:endParaRPr lang="zh-CN" altLang="en-US" sz="32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9" name="Image 3" descr="https://kimi-img.moonshot.cn/pub/slides/slides_tmpl/image/25-09-04-16:27:03-d2skqlu1bb2p4onbqhig.pn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429577" y="434657"/>
            <a:ext cx="533400" cy="36830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768350" y="2167890"/>
            <a:ext cx="3408680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定义初始回归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公式</a:t>
            </a:r>
            <a:endParaRPr lang="zh-CN" altLang="en-US" sz="20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Text 5"/>
          <p:cNvSpPr/>
          <p:nvPr/>
        </p:nvSpPr>
        <p:spPr>
          <a:xfrm>
            <a:off x="627380" y="4206875"/>
            <a:ext cx="2634615" cy="102044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noAutofit/>
          </a:bodyPr>
          <a:lstStyle/>
          <a:p>
            <a:pPr algn="just">
              <a:lnSpc>
                <a:spcPct val="120000"/>
              </a:lnSpc>
            </a:pPr>
            <a:r>
              <a:rPr lang="en-US" altLang="zh-CN" sz="14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log</a:t>
            </a:r>
            <a:r>
              <a:rPr lang="zh-CN" altLang="en-US" sz="14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播放量</a:t>
            </a:r>
            <a:r>
              <a:rPr lang="en-US" altLang="zh-CN" sz="14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~ </a:t>
            </a:r>
            <a:r>
              <a:rPr lang="zh-CN" altLang="en-US" sz="14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标题长度</a:t>
            </a:r>
            <a:r>
              <a:rPr lang="en-US" altLang="zh-CN" sz="14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+ </a:t>
            </a:r>
            <a:r>
              <a:rPr lang="zh-CN" altLang="en-US" sz="14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简介长度</a:t>
            </a:r>
            <a:r>
              <a:rPr lang="en-US" altLang="zh-CN" sz="14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+ </a:t>
            </a:r>
            <a:r>
              <a:rPr lang="zh-CN" altLang="en-US" sz="14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歌曲总数</a:t>
            </a:r>
            <a:r>
              <a:rPr lang="en-US" altLang="zh-CN" sz="14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+ </a:t>
            </a:r>
            <a:r>
              <a:rPr lang="zh-CN" altLang="en-US" sz="14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热门歌手数</a:t>
            </a:r>
            <a:endParaRPr lang="zh-CN" altLang="en-US" sz="14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4460875" y="1760220"/>
            <a:ext cx="2626995" cy="1252220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Text 6"/>
          <p:cNvSpPr/>
          <p:nvPr/>
        </p:nvSpPr>
        <p:spPr>
          <a:xfrm>
            <a:off x="4579620" y="2167890"/>
            <a:ext cx="3408680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stepAIC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减少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参量</a:t>
            </a:r>
            <a:endParaRPr lang="zh-CN" altLang="en-US" sz="20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8294370" y="1760220"/>
            <a:ext cx="2626995" cy="1252220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Text 8"/>
          <p:cNvSpPr/>
          <p:nvPr/>
        </p:nvSpPr>
        <p:spPr>
          <a:xfrm>
            <a:off x="8294370" y="2167890"/>
            <a:ext cx="3408680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Anova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完成模型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比较</a:t>
            </a:r>
            <a:endParaRPr lang="zh-CN" altLang="en-US" sz="20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70960" y="4206875"/>
            <a:ext cx="3646805" cy="934085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36865" y="4206875"/>
            <a:ext cx="3928745" cy="833120"/>
          </a:xfrm>
          <a:prstGeom prst="rect">
            <a:avLst/>
          </a:prstGeom>
        </p:spPr>
      </p:pic>
    </p:spTree>
    <p:custDataLst>
      <p:tags r:id="rId12"/>
    </p:custData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/>
          <p:cNvPicPr/>
          <p:nvPr userDrawn="1">
            <p:custDataLst>
              <p:tags r:id="rId1"/>
            </p:custDataLst>
          </p:nvPr>
        </p:nvPicPr>
        <p:blipFill>
          <a:blip r:embed="rId2" r:link="rId3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14" name="图片 13"/>
          <p:cNvPicPr/>
          <p:nvPr userDrawn="1">
            <p:custDataLst>
              <p:tags r:id="rId4"/>
            </p:custDataLst>
          </p:nvPr>
        </p:nvPicPr>
        <p:blipFill>
          <a:blip r:embed="rId5" r:link="rId6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2" name="Shape 0"/>
          <p:cNvSpPr/>
          <p:nvPr>
            <p:custDataLst>
              <p:tags r:id="rId7"/>
            </p:custDataLst>
          </p:nvPr>
        </p:nvSpPr>
        <p:spPr>
          <a:xfrm flipH="1">
            <a:off x="0" y="1424940"/>
            <a:ext cx="7891780" cy="182880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</p:sp>
      <p:sp>
        <p:nvSpPr>
          <p:cNvPr id="3" name="Text 1"/>
          <p:cNvSpPr/>
          <p:nvPr>
            <p:custDataLst>
              <p:tags r:id="rId8"/>
            </p:custDataLst>
          </p:nvPr>
        </p:nvSpPr>
        <p:spPr>
          <a:xfrm>
            <a:off x="0" y="1424940"/>
            <a:ext cx="7891780" cy="182880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 3"/>
          <p:cNvSpPr/>
          <p:nvPr/>
        </p:nvSpPr>
        <p:spPr>
          <a:xfrm>
            <a:off x="988060" y="513715"/>
            <a:ext cx="10534650" cy="5835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模块八：</a:t>
            </a:r>
            <a:r>
              <a:rPr lang="zh-CN" altLang="en-US" sz="32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作者信息分析</a:t>
            </a:r>
            <a:endParaRPr lang="zh-CN" altLang="en-US" sz="32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8" name="Text 4"/>
          <p:cNvSpPr/>
          <p:nvPr/>
        </p:nvSpPr>
        <p:spPr>
          <a:xfrm>
            <a:off x="648335" y="1595755"/>
            <a:ext cx="6416040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回归模型</a:t>
            </a:r>
            <a:endParaRPr lang="en-US" sz="20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9" name="Text 5"/>
          <p:cNvSpPr/>
          <p:nvPr/>
        </p:nvSpPr>
        <p:spPr>
          <a:xfrm>
            <a:off x="648335" y="1999615"/>
            <a:ext cx="6416040" cy="127444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 algn="just">
              <a:lnSpc>
                <a:spcPct val="110000"/>
              </a:lnSpc>
              <a:buFont typeface="Wingdings" panose="05000000000000000000" charset="0"/>
              <a:buChar char="p"/>
            </a:pP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初始模型为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log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播放量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~ 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粉丝数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* 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作者等级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* 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作者歌单数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+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达人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* 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认证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* 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音乐人</a:t>
            </a:r>
            <a:endParaRPr lang="en-US" altLang="zh-CN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algn="just">
              <a:lnSpc>
                <a:spcPct val="110000"/>
              </a:lnSpc>
              <a:buFont typeface="Wingdings" panose="05000000000000000000" charset="0"/>
              <a:buChar char="p"/>
            </a:pPr>
            <a:r>
              <a:rPr 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stepAIC简化后的回归模型为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：</a:t>
            </a:r>
            <a:r>
              <a:rPr 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log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播放量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~ (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粉丝数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+ 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作者等级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+ 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作者歌单数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)^2 +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达人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* 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认证</a:t>
            </a:r>
            <a:endParaRPr lang="en-US" altLang="zh-CN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just">
              <a:lnSpc>
                <a:spcPct val="110000"/>
              </a:lnSpc>
            </a:pPr>
            <a:endParaRPr lang="en-US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Text 6"/>
          <p:cNvSpPr/>
          <p:nvPr/>
        </p:nvSpPr>
        <p:spPr>
          <a:xfrm>
            <a:off x="648335" y="3294380"/>
            <a:ext cx="6416040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en-US" sz="20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原因分析</a:t>
            </a:r>
            <a:endParaRPr lang="zh-CN" altLang="en-US" sz="20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648335" y="3679190"/>
            <a:ext cx="6416040" cy="19837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 algn="just">
              <a:lnSpc>
                <a:spcPct val="110000"/>
              </a:lnSpc>
              <a:buFont typeface="Wingdings" panose="05000000000000000000" charset="0"/>
              <a:buChar char="p"/>
            </a:pPr>
            <a:r>
              <a:rPr lang="zh-CN" altLang="en-US" sz="14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粉丝数和播放量呈正相关，而作者等级和作者歌单数与播放量呈负相关。除了作者歌单数，另外两者效果均不显著。由于等级会随着发的歌单数增加而增加，而如果在这之前依旧没有积攒足够的粉丝数的话，代表该创作者的歌单并不受到大众欢迎，所以针对这些等级和歌单数很高但粉丝量不高的作者，他们不具有推荐价值，其中歌单数越多概效果约为</a:t>
            </a:r>
            <a:r>
              <a:rPr lang="zh-CN" altLang="en-US" sz="14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显著。</a:t>
            </a:r>
            <a:endParaRPr lang="zh-CN" altLang="en-US" sz="14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algn="just">
              <a:lnSpc>
                <a:spcPct val="110000"/>
              </a:lnSpc>
              <a:buFont typeface="Wingdings" panose="05000000000000000000" charset="0"/>
              <a:buChar char="p"/>
            </a:pPr>
            <a:r>
              <a:rPr lang="zh-CN" altLang="en-US" sz="14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认证和达人均有效提升播放量，但同时拥有会造成一定效果衰减，而音乐人身份几乎无用。故而优秀创作者常常获得认证和达人身份其中之一，而同时获得两者虽依旧有效，但效果</a:t>
            </a:r>
            <a:r>
              <a:rPr lang="zh-CN" altLang="en-US" sz="14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衰弱。</a:t>
            </a:r>
            <a:endParaRPr lang="zh-CN" altLang="en-US" sz="14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64375" y="1080770"/>
            <a:ext cx="4951730" cy="339915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77815" y="5443220"/>
            <a:ext cx="6304280" cy="1132205"/>
          </a:xfrm>
          <a:prstGeom prst="rect">
            <a:avLst/>
          </a:prstGeom>
        </p:spPr>
      </p:pic>
    </p:spTree>
    <p:custDataLst>
      <p:tags r:id="rId11"/>
    </p:custData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/>
          <p:nvPr userDrawn="1">
            <p:custDataLst>
              <p:tags r:id="rId1"/>
            </p:custDataLst>
          </p:nvPr>
        </p:nvPicPr>
        <p:blipFill>
          <a:blip r:embed="rId2" r:link="rId3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4"/>
            </p:custDataLst>
          </p:nvPr>
        </p:nvPicPr>
        <p:blipFill>
          <a:blip r:embed="rId5" r:link="rId6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5078730" y="645160"/>
            <a:ext cx="7016115" cy="76327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>
              <a:lnSpc>
                <a:spcPct val="100000"/>
              </a:lnSpc>
            </a:pPr>
            <a:r>
              <a:rPr lang="zh-CN" altLang="en-US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模块九：作者身份的进一步</a:t>
            </a:r>
            <a:r>
              <a:rPr lang="zh-CN" altLang="en-US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分析</a:t>
            </a:r>
            <a:endParaRPr lang="zh-CN" altLang="en-US" sz="32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4" name="Text 1"/>
          <p:cNvSpPr/>
          <p:nvPr/>
        </p:nvSpPr>
        <p:spPr>
          <a:xfrm>
            <a:off x="5165090" y="1962150"/>
            <a:ext cx="6501765" cy="424815"/>
          </a:xfrm>
          <a:prstGeom prst="rect">
            <a:avLst/>
          </a:prstGeom>
          <a:noFill/>
        </p:spPr>
        <p:txBody>
          <a:bodyPr wrap="square" lIns="91440" tIns="45720" rIns="91440" bIns="36195" rtlCol="0" anchor="ctr"/>
          <a:lstStyle/>
          <a:p>
            <a:pPr algn="just">
              <a:lnSpc>
                <a:spcPct val="100000"/>
              </a:lnSpc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作者身份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价值</a:t>
            </a:r>
            <a:endParaRPr lang="zh-CN" altLang="en-US" sz="24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5" name="Shape 2"/>
          <p:cNvSpPr/>
          <p:nvPr/>
        </p:nvSpPr>
        <p:spPr>
          <a:xfrm>
            <a:off x="4451985" y="2406015"/>
            <a:ext cx="6672580" cy="1686560"/>
          </a:xfrm>
          <a:prstGeom prst="rect">
            <a:avLst/>
          </a:prstGeom>
          <a:solidFill>
            <a:srgbClr val="000000">
              <a:alpha val="0"/>
            </a:srgbClr>
          </a:solidFill>
        </p:spPr>
      </p:sp>
      <p:sp>
        <p:nvSpPr>
          <p:cNvPr id="6" name="Text 3"/>
          <p:cNvSpPr/>
          <p:nvPr/>
        </p:nvSpPr>
        <p:spPr>
          <a:xfrm>
            <a:off x="5165090" y="2395220"/>
            <a:ext cx="6672580" cy="1686560"/>
          </a:xfrm>
          <a:prstGeom prst="rect">
            <a:avLst/>
          </a:prstGeom>
          <a:noFill/>
        </p:spPr>
        <p:txBody>
          <a:bodyPr wrap="square" lIns="46990" tIns="90170" rIns="90170" bIns="46990" rtlCol="0" anchor="t"/>
          <a:lstStyle/>
          <a:p>
            <a:pPr algn="just">
              <a:lnSpc>
                <a:spcPct val="120000"/>
              </a:lnSpc>
            </a:pPr>
            <a:r>
              <a:rPr lang="zh-CN" altLang="en-US" sz="18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通过平均播放量进行简单</a:t>
            </a:r>
            <a:r>
              <a:rPr lang="zh-CN" altLang="en-US" sz="18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比较</a:t>
            </a:r>
            <a:endParaRPr lang="zh-CN" altLang="en-US" sz="18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Text 4"/>
          <p:cNvSpPr/>
          <p:nvPr/>
        </p:nvSpPr>
        <p:spPr>
          <a:xfrm>
            <a:off x="5165090" y="3336290"/>
            <a:ext cx="6501765" cy="424815"/>
          </a:xfrm>
          <a:prstGeom prst="rect">
            <a:avLst/>
          </a:prstGeom>
          <a:noFill/>
        </p:spPr>
        <p:txBody>
          <a:bodyPr wrap="square" lIns="91440" tIns="45720" rIns="91440" bIns="36195" rtlCol="0" anchor="ctr"/>
          <a:lstStyle/>
          <a:p>
            <a:pPr>
              <a:lnSpc>
                <a:spcPct val="100000"/>
              </a:lnSpc>
            </a:pP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置换检验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区分</a:t>
            </a:r>
            <a:endParaRPr lang="zh-CN" altLang="en-US" sz="24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451985" y="4566285"/>
            <a:ext cx="6672580" cy="1686560"/>
          </a:xfrm>
          <a:prstGeom prst="rect">
            <a:avLst/>
          </a:prstGeom>
          <a:solidFill>
            <a:srgbClr val="000000">
              <a:alpha val="0"/>
            </a:srgbClr>
          </a:solidFill>
        </p:spPr>
      </p:sp>
      <p:sp>
        <p:nvSpPr>
          <p:cNvPr id="9" name="Text 6"/>
          <p:cNvSpPr/>
          <p:nvPr/>
        </p:nvSpPr>
        <p:spPr>
          <a:xfrm>
            <a:off x="5165090" y="3902710"/>
            <a:ext cx="6672580" cy="1686560"/>
          </a:xfrm>
          <a:prstGeom prst="rect">
            <a:avLst/>
          </a:prstGeom>
          <a:noFill/>
        </p:spPr>
        <p:txBody>
          <a:bodyPr wrap="square" lIns="46990" tIns="90170" rIns="90170" bIns="46990" rtlCol="0" anchor="t"/>
          <a:lstStyle/>
          <a:p>
            <a:pPr algn="just">
              <a:lnSpc>
                <a:spcPct val="120000"/>
              </a:lnSpc>
            </a:pPr>
            <a:r>
              <a:rPr lang="zh-CN" altLang="en-US" sz="18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达人具有明显效果，而认证效果相对不显著，可能代表其提升效果并不显著，但依旧可以看出其对于播放量的</a:t>
            </a:r>
            <a:r>
              <a:rPr lang="zh-CN" altLang="en-US" sz="18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平均提升效果</a:t>
            </a:r>
            <a:r>
              <a:rPr lang="zh-CN" altLang="en-US" sz="18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较高。</a:t>
            </a:r>
            <a:endParaRPr lang="zh-CN" altLang="en-US" sz="18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3" name="图片 12" descr="身份价值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8300" y="1580515"/>
            <a:ext cx="4710430" cy="3936365"/>
          </a:xfrm>
          <a:prstGeom prst="rect">
            <a:avLst/>
          </a:prstGeom>
        </p:spPr>
      </p:pic>
      <p:pic>
        <p:nvPicPr>
          <p:cNvPr id="3" name="图片 2" descr="置换检验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6550" y="1580515"/>
            <a:ext cx="4742180" cy="3789680"/>
          </a:xfrm>
          <a:prstGeom prst="rect">
            <a:avLst/>
          </a:prstGeom>
        </p:spPr>
      </p:pic>
    </p:spTree>
    <p:custDataLst>
      <p:tags r:id="rId9"/>
    </p:custData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lstStyle/>
          <a:p>
            <a:r>
              <a:rPr lang="zh-CN" altLang="zh-CN"/>
              <a:t>模块十：时序</a:t>
            </a:r>
            <a:r>
              <a:rPr lang="zh-CN" altLang="zh-CN"/>
              <a:t>分析</a:t>
            </a:r>
            <a:endParaRPr lang="zh-CN" altLang="zh-CN"/>
          </a:p>
        </p:txBody>
      </p:sp>
      <p:pic>
        <p:nvPicPr>
          <p:cNvPr id="7" name="内容占位符 6" descr="周时序"/>
          <p:cNvPicPr>
            <a:picLocks noChangeAspect="1"/>
          </p:cNvPicPr>
          <p:nvPr>
            <p:ph sz="quarter" idx="13"/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579755" y="1663065"/>
            <a:ext cx="4577715" cy="3826510"/>
          </a:xfrm>
          <a:prstGeom prst="rect">
            <a:avLst/>
          </a:prstGeom>
        </p:spPr>
      </p:pic>
      <p:pic>
        <p:nvPicPr>
          <p:cNvPr id="9" name="内容占位符 8" descr="月时序"/>
          <p:cNvPicPr>
            <a:picLocks noChangeAspect="1"/>
          </p:cNvPicPr>
          <p:nvPr>
            <p:ph sz="quarter" idx="14"/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6374765" y="1663065"/>
            <a:ext cx="4561205" cy="381254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r>
              <a:rPr lang="zh-CN" altLang="en-US"/>
              <a:t>模块十一：文本</a:t>
            </a:r>
            <a:r>
              <a:rPr lang="zh-CN" altLang="en-US"/>
              <a:t>分析</a:t>
            </a:r>
            <a:endParaRPr lang="zh-CN" altLang="en-US"/>
          </a:p>
        </p:txBody>
      </p:sp>
      <p:pic>
        <p:nvPicPr>
          <p:cNvPr id="7" name="内容占位符 6" descr="标题热词价值"/>
          <p:cNvPicPr>
            <a:picLocks noChangeAspect="1"/>
          </p:cNvPicPr>
          <p:nvPr>
            <p:ph sz="quarter" idx="13"/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579755" y="1663065"/>
            <a:ext cx="4617085" cy="3859530"/>
          </a:xfrm>
          <a:prstGeom prst="rect">
            <a:avLst/>
          </a:prstGeom>
        </p:spPr>
      </p:pic>
      <p:pic>
        <p:nvPicPr>
          <p:cNvPr id="8" name="内容占位符 7" descr="简介热词价值"/>
          <p:cNvPicPr>
            <a:picLocks noChangeAspect="1"/>
          </p:cNvPicPr>
          <p:nvPr>
            <p:ph sz="quarter" idx="14"/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6088380" y="1663065"/>
            <a:ext cx="4712970" cy="393954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片 17"/>
          <p:cNvPicPr/>
          <p:nvPr userDrawn="1">
            <p:custDataLst>
              <p:tags r:id="rId1"/>
            </p:custDataLst>
          </p:nvPr>
        </p:nvPicPr>
        <p:blipFill>
          <a:blip r:embed="rId2" r:link="rId3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17" name="图片 16"/>
          <p:cNvPicPr/>
          <p:nvPr userDrawn="1">
            <p:custDataLst>
              <p:tags r:id="rId4"/>
            </p:custDataLst>
          </p:nvPr>
        </p:nvPicPr>
        <p:blipFill>
          <a:blip r:embed="rId5" r:link="rId6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pic>
        <p:nvPicPr>
          <p:cNvPr id="2" name="Image 0" descr="https://kimi-img.moonshot.cn/pub/slides/slides_tmpl/image/25-09-04-16:27:03-d2skqlu1bb2p4onbqhkg.jpg"/>
          <p:cNvPicPr>
            <a:picLocks noChangeAspect="1"/>
          </p:cNvPicPr>
          <p:nvPr/>
        </p:nvPicPr>
        <p:blipFill>
          <a:blip r:embed="rId7"/>
          <a:srcRect t="62" b="62"/>
          <a:stretch>
            <a:fillRect/>
          </a:stretch>
        </p:blipFill>
        <p:spPr>
          <a:xfrm>
            <a:off x="558165" y="1482980"/>
            <a:ext cx="11124000" cy="1735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7545" y="2375535"/>
            <a:ext cx="3484880" cy="3801110"/>
          </a:xfrm>
          <a:prstGeom prst="rect">
            <a:avLst/>
          </a:prstGeom>
          <a:solidFill>
            <a:srgbClr val="FFFFFF"/>
          </a:solidFill>
          <a:effectLst>
            <a:outerShdw blurRad="241300" dist="26941" dir="2700000" algn="bl" rotWithShape="0">
              <a:srgbClr val="000000">
                <a:alpha val="40000"/>
              </a:srgbClr>
            </a:outerShdw>
          </a:effectLst>
        </p:spPr>
      </p:sp>
      <p:sp>
        <p:nvSpPr>
          <p:cNvPr id="4" name="Text 1"/>
          <p:cNvSpPr/>
          <p:nvPr>
            <p:custDataLst>
              <p:tags r:id="rId8"/>
            </p:custDataLst>
          </p:nvPr>
        </p:nvSpPr>
        <p:spPr>
          <a:xfrm>
            <a:off x="677545" y="2375535"/>
            <a:ext cx="3484880" cy="380111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Shape 2"/>
          <p:cNvSpPr/>
          <p:nvPr/>
        </p:nvSpPr>
        <p:spPr>
          <a:xfrm>
            <a:off x="4353560" y="2375535"/>
            <a:ext cx="3484880" cy="3801110"/>
          </a:xfrm>
          <a:prstGeom prst="rect">
            <a:avLst/>
          </a:prstGeom>
          <a:solidFill>
            <a:srgbClr val="FFFFFF"/>
          </a:solidFill>
          <a:effectLst>
            <a:outerShdw blurRad="241300" dist="26941" dir="2700000" algn="bl" rotWithShape="0">
              <a:srgbClr val="000000">
                <a:alpha val="40000"/>
              </a:srgbClr>
            </a:outerShdw>
          </a:effectLst>
        </p:spPr>
      </p:sp>
      <p:sp>
        <p:nvSpPr>
          <p:cNvPr id="6" name="Text 3"/>
          <p:cNvSpPr/>
          <p:nvPr>
            <p:custDataLst>
              <p:tags r:id="rId9"/>
            </p:custDataLst>
          </p:nvPr>
        </p:nvSpPr>
        <p:spPr>
          <a:xfrm>
            <a:off x="4353560" y="2375535"/>
            <a:ext cx="3484880" cy="380111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Shape 4"/>
          <p:cNvSpPr/>
          <p:nvPr/>
        </p:nvSpPr>
        <p:spPr>
          <a:xfrm>
            <a:off x="8029575" y="2375535"/>
            <a:ext cx="3484880" cy="3801110"/>
          </a:xfrm>
          <a:prstGeom prst="rect">
            <a:avLst/>
          </a:prstGeom>
          <a:solidFill>
            <a:srgbClr val="FFFFFF"/>
          </a:solidFill>
          <a:effectLst>
            <a:outerShdw blurRad="241300" dist="26941" dir="2700000" algn="bl" rotWithShape="0">
              <a:srgbClr val="000000">
                <a:alpha val="4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988060" y="513715"/>
            <a:ext cx="10534650" cy="5835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en-US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模块十二：神经网络综合</a:t>
            </a:r>
            <a:r>
              <a:rPr lang="zh-CN" altLang="en-US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分析</a:t>
            </a:r>
            <a:endParaRPr lang="zh-CN" altLang="en-US" sz="32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718185" y="2499082"/>
            <a:ext cx="3137535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PCA</a:t>
            </a: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算法提取主要</a:t>
            </a: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特征</a:t>
            </a:r>
            <a:endParaRPr lang="zh-CN" altLang="en-US" sz="20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759099" y="3483091"/>
            <a:ext cx="3089022" cy="10604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将作者数据以及歌单数据投入其中，由于收藏量、分享量、评论数作为结果信息较为重要直接作为主要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特征。</a:t>
            </a:r>
            <a:endParaRPr lang="zh-CN" altLang="en-US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526915" y="2499082"/>
            <a:ext cx="3137535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构建神经网络</a:t>
            </a: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模型</a:t>
            </a:r>
            <a:endParaRPr lang="zh-CN" altLang="en-US" sz="20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4567829" y="3483202"/>
            <a:ext cx="3089022" cy="10604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归一化操作后，选取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70%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的数据训练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模型，然后反归一化，使用剩下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30%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数据作为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测试</a:t>
            </a:r>
            <a:endParaRPr lang="zh-CN" altLang="en-US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8173085" y="2495272"/>
            <a:ext cx="3137535" cy="39878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绘制误差</a:t>
            </a:r>
            <a:r>
              <a:rPr lang="zh-CN" altLang="en-US" sz="20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矩阵</a:t>
            </a:r>
            <a:endParaRPr lang="zh-CN" altLang="en-US" sz="20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8213999" y="3479169"/>
            <a:ext cx="3089022" cy="1383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根据聚类算法结果分箱，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然后绘制误差矩阵以及拟合结果图，发现预测准确率为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87.32%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，拟合优度为</a:t>
            </a:r>
            <a:r>
              <a:rPr lang="en-US" altLang="zh-CN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0.7410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。故可以认为该算法具有一定</a:t>
            </a:r>
            <a:r>
              <a:rPr lang="zh-CN" altLang="en-US" sz="14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可靠性。</a:t>
            </a:r>
            <a:endParaRPr lang="zh-CN" altLang="en-US" sz="14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</p:spTree>
    <p:custDataLst>
      <p:tags r:id="rId10"/>
    </p:custData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 descr="神经网络拟合图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435" y="1216025"/>
            <a:ext cx="5295900" cy="4425950"/>
          </a:xfrm>
          <a:prstGeom prst="rect">
            <a:avLst/>
          </a:prstGeom>
        </p:spPr>
      </p:pic>
      <p:pic>
        <p:nvPicPr>
          <p:cNvPr id="8" name="图片 7" descr="误差矩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400" y="1216025"/>
            <a:ext cx="5295900" cy="44259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59435" y="244475"/>
            <a:ext cx="10534650" cy="5835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en-US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模块十二：神经网络综合</a:t>
            </a:r>
            <a:r>
              <a:rPr lang="zh-CN" altLang="en-US" sz="32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分析</a:t>
            </a:r>
            <a:endParaRPr lang="zh-CN" altLang="en-US" sz="32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文本框 529"/>
          <p:cNvSpPr txBox="1"/>
          <p:nvPr>
            <p:custDataLst>
              <p:tags r:id="rId1"/>
            </p:custDataLst>
          </p:nvPr>
        </p:nvSpPr>
        <p:spPr>
          <a:xfrm>
            <a:off x="2417039" y="2661903"/>
            <a:ext cx="1561801" cy="1021959"/>
          </a:xfrm>
          <a:prstGeom prst="rect">
            <a:avLst/>
          </a:prstGeom>
          <a:noFill/>
        </p:spPr>
        <p:txBody>
          <a:bodyPr wrap="square" rtlCol="0" anchor="b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sz="6000" b="1" spc="300" dirty="0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  <a:tileRect/>
                </a:gradFill>
                <a:effectLst>
                  <a:outerShdw blurRad="152400" sx="102000" sy="102000" algn="ctr" rotWithShape="0">
                    <a:srgbClr val="00EDB0">
                      <a:alpha val="30000"/>
                    </a:srgbClr>
                  </a:outerShdw>
                </a:effectLst>
                <a:latin typeface="Arial" panose="020B0604020202020204" pitchFamily="34" charset="0"/>
                <a:ea typeface="微软雅黑" panose="020B0503020204020204" charset="-122"/>
              </a:rPr>
              <a:t>5.</a:t>
            </a:r>
            <a:endParaRPr lang="en-US" altLang="zh-CN" sz="6000" b="1" spc="300" dirty="0">
              <a:gradFill flip="none" rotWithShape="1">
                <a:gsLst>
                  <a:gs pos="0">
                    <a:schemeClr val="accent1"/>
                  </a:gs>
                  <a:gs pos="100000">
                    <a:schemeClr val="accent2"/>
                  </a:gs>
                </a:gsLst>
                <a:lin ang="0" scaled="0"/>
                <a:tileRect/>
              </a:gradFill>
              <a:effectLst>
                <a:outerShdw blurRad="152400" sx="102000" sy="102000" algn="ctr" rotWithShape="0">
                  <a:srgbClr val="00EDB0">
                    <a:alpha val="30000"/>
                  </a:srgbClr>
                </a:outerShdw>
              </a:effectLst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" name="标题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3930616" y="2687883"/>
            <a:ext cx="5572869" cy="860632"/>
          </a:xfrm>
          <a:prstGeom prst="rect">
            <a:avLst/>
          </a:prstGeom>
        </p:spPr>
        <p:txBody>
          <a:bodyPr vert="horz" lIns="90000" tIns="46800" rIns="90000" bIns="0" rtlCol="0" anchor="b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4800" b="1" u="none" strike="noStrike" kern="1200" cap="none" spc="300" normalizeH="0" baseline="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0"/>
                </a:gradFill>
                <a:effectLst>
                  <a:outerShdw blurRad="152400" sx="102000" sy="102000" algn="ctr" rotWithShape="0">
                    <a:schemeClr val="accent6">
                      <a:alpha val="30000"/>
                    </a:schemeClr>
                  </a:outerShdw>
                </a:effectLst>
                <a:uFillTx/>
                <a:latin typeface="Arial" panose="020B0604020202020204" pitchFamily="34" charset="0"/>
                <a:ea typeface="汉仪旗黑-85S" panose="00020600040101010101" pitchFamily="18" charset="-122"/>
                <a:cs typeface="+mj-cs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zh-CN" altLang="en-US" sz="4800" dirty="0">
                <a:gradFill>
                  <a:gsLst>
                    <a:gs pos="0">
                      <a:schemeClr val="lt1"/>
                    </a:gs>
                    <a:gs pos="100000">
                      <a:schemeClr val="accent2"/>
                    </a:gs>
                  </a:gsLst>
                  <a:lin ang="0" scaled="0"/>
                </a:gradFill>
              </a:rPr>
              <a:t>结论、展望与</a:t>
            </a:r>
            <a:r>
              <a:rPr lang="zh-CN" altLang="en-US" sz="4800" dirty="0">
                <a:gradFill>
                  <a:gsLst>
                    <a:gs pos="0">
                      <a:schemeClr val="lt1"/>
                    </a:gs>
                    <a:gs pos="100000">
                      <a:schemeClr val="accent2"/>
                    </a:gs>
                  </a:gsLst>
                  <a:lin ang="0" scaled="0"/>
                </a:gradFill>
              </a:rPr>
              <a:t>不足</a:t>
            </a:r>
            <a:endParaRPr lang="zh-CN" altLang="en-US" sz="4800" dirty="0">
              <a:gradFill>
                <a:gsLst>
                  <a:gs pos="0">
                    <a:schemeClr val="lt1"/>
                  </a:gs>
                  <a:gs pos="100000">
                    <a:schemeClr val="accent2"/>
                  </a:gs>
                </a:gsLst>
                <a:lin ang="0" scaled="0"/>
              </a:gradFill>
            </a:endParaRPr>
          </a:p>
        </p:txBody>
      </p:sp>
    </p:spTree>
    <p:custDataLst>
      <p:tags r:id="rId3"/>
    </p:custData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/>
          <p:cNvPicPr/>
          <p:nvPr userDrawn="1">
            <p:custDataLst>
              <p:tags r:id="rId1"/>
            </p:custDataLst>
          </p:nvPr>
        </p:nvPicPr>
        <p:blipFill>
          <a:blip r:embed="rId2" r:link="rId3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16" name="图片 15"/>
          <p:cNvPicPr/>
          <p:nvPr userDrawn="1">
            <p:custDataLst>
              <p:tags r:id="rId4"/>
            </p:custDataLst>
          </p:nvPr>
        </p:nvPicPr>
        <p:blipFill>
          <a:blip r:embed="rId5" r:link="rId6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2" name="Shape 0"/>
          <p:cNvSpPr/>
          <p:nvPr>
            <p:custDataLst>
              <p:tags r:id="rId7"/>
            </p:custDataLst>
          </p:nvPr>
        </p:nvSpPr>
        <p:spPr>
          <a:xfrm>
            <a:off x="1035050" y="1737360"/>
            <a:ext cx="10021570" cy="2055495"/>
          </a:xfrm>
          <a:prstGeom prst="roundRect">
            <a:avLst>
              <a:gd name="adj" fmla="val 11535"/>
            </a:avLst>
          </a:prstGeom>
          <a:solidFill>
            <a:srgbClr val="FFFFFF"/>
          </a:solidFill>
          <a:ln w="3175">
            <a:solidFill>
              <a:schemeClr val="accent1">
                <a:alpha val="20000"/>
              </a:schemeClr>
            </a:solidFill>
            <a:prstDash val="solid"/>
          </a:ln>
        </p:spPr>
      </p:sp>
      <p:sp>
        <p:nvSpPr>
          <p:cNvPr id="3" name="Text 1"/>
          <p:cNvSpPr/>
          <p:nvPr>
            <p:custDataLst>
              <p:tags r:id="rId8"/>
            </p:custDataLst>
          </p:nvPr>
        </p:nvSpPr>
        <p:spPr>
          <a:xfrm>
            <a:off x="1035050" y="1737360"/>
            <a:ext cx="10021570" cy="2055495"/>
          </a:xfrm>
          <a:prstGeom prst="rect">
            <a:avLst/>
          </a:prstGeom>
          <a:noFill/>
        </p:spPr>
        <p:txBody>
          <a:bodyPr wrap="square" lIns="45720" tIns="0" rIns="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hape 2"/>
          <p:cNvSpPr/>
          <p:nvPr>
            <p:custDataLst>
              <p:tags r:id="rId9"/>
            </p:custDataLst>
          </p:nvPr>
        </p:nvSpPr>
        <p:spPr>
          <a:xfrm>
            <a:off x="1035050" y="4036060"/>
            <a:ext cx="10021570" cy="2055495"/>
          </a:xfrm>
          <a:prstGeom prst="roundRect">
            <a:avLst>
              <a:gd name="adj" fmla="val 11535"/>
            </a:avLst>
          </a:prstGeom>
          <a:solidFill>
            <a:srgbClr val="FFFFFF"/>
          </a:solidFill>
          <a:ln w="3175">
            <a:solidFill>
              <a:schemeClr val="accent1">
                <a:alpha val="20000"/>
              </a:schemeClr>
            </a:solidFill>
            <a:prstDash val="solid"/>
          </a:ln>
        </p:spPr>
      </p:sp>
      <p:sp>
        <p:nvSpPr>
          <p:cNvPr id="5" name="Text 3"/>
          <p:cNvSpPr/>
          <p:nvPr>
            <p:custDataLst>
              <p:tags r:id="rId10"/>
            </p:custDataLst>
          </p:nvPr>
        </p:nvSpPr>
        <p:spPr>
          <a:xfrm>
            <a:off x="1035050" y="4036060"/>
            <a:ext cx="10021570" cy="2055495"/>
          </a:xfrm>
          <a:prstGeom prst="rect">
            <a:avLst/>
          </a:prstGeom>
          <a:noFill/>
        </p:spPr>
        <p:txBody>
          <a:bodyPr wrap="square" lIns="45720" tIns="0" rIns="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 4"/>
          <p:cNvSpPr/>
          <p:nvPr/>
        </p:nvSpPr>
        <p:spPr>
          <a:xfrm>
            <a:off x="988060" y="704215"/>
            <a:ext cx="10534650" cy="5835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zh-CN" sz="3200">
                <a:solidFill>
                  <a:schemeClr val="bg1"/>
                </a:solidFill>
                <a:sym typeface="+mn-ea"/>
              </a:rPr>
              <a:t>对于</a:t>
            </a:r>
            <a:r>
              <a:rPr lang="zh-CN" altLang="zh-CN" sz="3200">
                <a:solidFill>
                  <a:schemeClr val="bg1"/>
                </a:solidFill>
                <a:sym typeface="+mn-ea"/>
              </a:rPr>
              <a:t>企业</a:t>
            </a:r>
            <a:endParaRPr lang="zh-CN" altLang="zh-CN" sz="3200">
              <a:solidFill>
                <a:schemeClr val="bg1"/>
              </a:solidFill>
              <a:sym typeface="+mn-ea"/>
            </a:endParaRPr>
          </a:p>
        </p:txBody>
      </p:sp>
      <p:sp>
        <p:nvSpPr>
          <p:cNvPr id="8" name="Shape 5"/>
          <p:cNvSpPr/>
          <p:nvPr/>
        </p:nvSpPr>
        <p:spPr>
          <a:xfrm>
            <a:off x="1417320" y="2371090"/>
            <a:ext cx="788035" cy="788035"/>
          </a:xfrm>
          <a:prstGeom prst="ellipse">
            <a:avLst/>
          </a:prstGeom>
          <a:gradFill flip="none" rotWithShape="1">
            <a:gsLst>
              <a:gs pos="0">
                <a:srgbClr val="232323"/>
              </a:gs>
              <a:gs pos="100000">
                <a:srgbClr val="1A1A1A"/>
              </a:gs>
            </a:gsLst>
            <a:lin ang="7680000" scaled="1"/>
          </a:gradFill>
        </p:spPr>
      </p:sp>
      <p:sp>
        <p:nvSpPr>
          <p:cNvPr id="9" name="Text 6"/>
          <p:cNvSpPr/>
          <p:nvPr/>
        </p:nvSpPr>
        <p:spPr>
          <a:xfrm>
            <a:off x="1417320" y="2371090"/>
            <a:ext cx="788035" cy="788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01</a:t>
            </a:r>
            <a:endParaRPr lang="en-US" sz="24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2452370" y="2000250"/>
            <a:ext cx="8211820" cy="44196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algn="just">
              <a:lnSpc>
                <a:spcPct val="100000"/>
              </a:lnSpc>
            </a:pPr>
            <a:r>
              <a:rPr lang="zh-CN" altLang="en-US" sz="2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歌单</a:t>
            </a:r>
            <a:endParaRPr lang="zh-CN" altLang="en-US" sz="2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2452370" y="2515870"/>
            <a:ext cx="8175625" cy="1107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285750" indent="-285750" algn="just">
              <a:lnSpc>
                <a:spcPct val="130000"/>
              </a:lnSpc>
              <a:buFont typeface="Wingdings" panose="05000000000000000000" charset="0"/>
              <a:buChar char="p"/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收藏数、分享数、评论数</a:t>
            </a:r>
            <a:r>
              <a:rPr lang="en-US" altLang="zh-CN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/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播放量高的歌单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algn="just">
              <a:lnSpc>
                <a:spcPct val="130000"/>
              </a:lnSpc>
              <a:buFont typeface="Wingdings" panose="05000000000000000000" charset="0"/>
              <a:buChar char="p"/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日均播放量处于第二象限的新歌单具有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潜力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algn="just">
              <a:lnSpc>
                <a:spcPct val="130000"/>
              </a:lnSpc>
              <a:buFont typeface="Wingdings" panose="05000000000000000000" charset="0"/>
              <a:buChar char="p"/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选取热门标签内容，热门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时间举办创作对应歌单的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活动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1417320" y="4669790"/>
            <a:ext cx="788035" cy="788035"/>
          </a:xfrm>
          <a:prstGeom prst="ellipse">
            <a:avLst/>
          </a:prstGeom>
          <a:gradFill flip="none" rotWithShape="1">
            <a:gsLst>
              <a:gs pos="0">
                <a:srgbClr val="232323"/>
              </a:gs>
              <a:gs pos="100000">
                <a:srgbClr val="1A1A1A"/>
              </a:gs>
            </a:gsLst>
            <a:lin ang="7680000" scaled="1"/>
          </a:gradFill>
        </p:spPr>
      </p:sp>
      <p:sp>
        <p:nvSpPr>
          <p:cNvPr id="13" name="Text 10"/>
          <p:cNvSpPr/>
          <p:nvPr/>
        </p:nvSpPr>
        <p:spPr>
          <a:xfrm>
            <a:off x="1417320" y="4669790"/>
            <a:ext cx="788035" cy="788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02</a:t>
            </a:r>
            <a:endParaRPr lang="en-US" sz="24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452370" y="4298950"/>
            <a:ext cx="8211820" cy="44196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algn="just">
              <a:lnSpc>
                <a:spcPct val="100000"/>
              </a:lnSpc>
            </a:pPr>
            <a:r>
              <a:rPr lang="zh-CN" altLang="en-US" sz="2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创作</a:t>
            </a:r>
            <a:r>
              <a:rPr lang="zh-CN" altLang="en-US" sz="2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者</a:t>
            </a:r>
            <a:endParaRPr lang="zh-CN" altLang="en-US" sz="2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2452370" y="4814570"/>
            <a:ext cx="8175625" cy="1107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285750" indent="-285750" algn="just">
              <a:lnSpc>
                <a:spcPct val="130000"/>
              </a:lnSpc>
              <a:buFont typeface="Wingdings" panose="05000000000000000000" charset="0"/>
              <a:buChar char="p"/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与日均播放量处于第一象限的老歌单的作者签订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合约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algn="just">
              <a:lnSpc>
                <a:spcPct val="130000"/>
              </a:lnSpc>
              <a:buFont typeface="Wingdings" panose="05000000000000000000" charset="0"/>
              <a:buChar char="p"/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等级和歌单数较低，但粉丝量已经很高的新作者给予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推广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11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99">
        <p:fade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/>
          <p:cNvPicPr/>
          <p:nvPr userDrawn="1">
            <p:custDataLst>
              <p:tags r:id="rId1"/>
            </p:custDataLst>
          </p:nvPr>
        </p:nvPicPr>
        <p:blipFill>
          <a:blip r:embed="rId2" r:link="rId3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16" name="图片 15"/>
          <p:cNvPicPr/>
          <p:nvPr userDrawn="1">
            <p:custDataLst>
              <p:tags r:id="rId4"/>
            </p:custDataLst>
          </p:nvPr>
        </p:nvPicPr>
        <p:blipFill>
          <a:blip r:embed="rId5" r:link="rId6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2" name="Shape 0"/>
          <p:cNvSpPr/>
          <p:nvPr>
            <p:custDataLst>
              <p:tags r:id="rId7"/>
            </p:custDataLst>
          </p:nvPr>
        </p:nvSpPr>
        <p:spPr>
          <a:xfrm>
            <a:off x="1035050" y="1737360"/>
            <a:ext cx="10021570" cy="2055495"/>
          </a:xfrm>
          <a:prstGeom prst="roundRect">
            <a:avLst>
              <a:gd name="adj" fmla="val 11535"/>
            </a:avLst>
          </a:prstGeom>
          <a:solidFill>
            <a:srgbClr val="FFFFFF"/>
          </a:solidFill>
          <a:ln w="3175">
            <a:solidFill>
              <a:schemeClr val="accent1">
                <a:alpha val="20000"/>
              </a:schemeClr>
            </a:solidFill>
            <a:prstDash val="solid"/>
          </a:ln>
        </p:spPr>
      </p:sp>
      <p:sp>
        <p:nvSpPr>
          <p:cNvPr id="3" name="Text 1"/>
          <p:cNvSpPr/>
          <p:nvPr>
            <p:custDataLst>
              <p:tags r:id="rId8"/>
            </p:custDataLst>
          </p:nvPr>
        </p:nvSpPr>
        <p:spPr>
          <a:xfrm>
            <a:off x="1035050" y="1737360"/>
            <a:ext cx="10021570" cy="2055495"/>
          </a:xfrm>
          <a:prstGeom prst="rect">
            <a:avLst/>
          </a:prstGeom>
          <a:noFill/>
        </p:spPr>
        <p:txBody>
          <a:bodyPr wrap="square" lIns="45720" tIns="0" rIns="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hape 2"/>
          <p:cNvSpPr/>
          <p:nvPr>
            <p:custDataLst>
              <p:tags r:id="rId9"/>
            </p:custDataLst>
          </p:nvPr>
        </p:nvSpPr>
        <p:spPr>
          <a:xfrm>
            <a:off x="1035050" y="4036060"/>
            <a:ext cx="10021570" cy="2055495"/>
          </a:xfrm>
          <a:prstGeom prst="roundRect">
            <a:avLst>
              <a:gd name="adj" fmla="val 11535"/>
            </a:avLst>
          </a:prstGeom>
          <a:solidFill>
            <a:srgbClr val="FFFFFF"/>
          </a:solidFill>
          <a:ln w="3175">
            <a:solidFill>
              <a:schemeClr val="accent1">
                <a:alpha val="20000"/>
              </a:schemeClr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5" name="Text 3"/>
          <p:cNvSpPr/>
          <p:nvPr>
            <p:custDataLst>
              <p:tags r:id="rId10"/>
            </p:custDataLst>
          </p:nvPr>
        </p:nvSpPr>
        <p:spPr>
          <a:xfrm>
            <a:off x="1035050" y="4036060"/>
            <a:ext cx="10021570" cy="2055495"/>
          </a:xfrm>
          <a:prstGeom prst="rect">
            <a:avLst/>
          </a:prstGeom>
          <a:noFill/>
        </p:spPr>
        <p:txBody>
          <a:bodyPr wrap="square" lIns="45720" tIns="0" rIns="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 4"/>
          <p:cNvSpPr/>
          <p:nvPr/>
        </p:nvSpPr>
        <p:spPr>
          <a:xfrm>
            <a:off x="492760" y="704215"/>
            <a:ext cx="10534650" cy="5835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zh-CN" altLang="zh-CN" sz="3200">
                <a:solidFill>
                  <a:schemeClr val="bg1"/>
                </a:solidFill>
                <a:sym typeface="+mn-ea"/>
              </a:rPr>
              <a:t>对于</a:t>
            </a:r>
            <a:r>
              <a:rPr lang="zh-CN" altLang="zh-CN" sz="3200">
                <a:solidFill>
                  <a:schemeClr val="bg1"/>
                </a:solidFill>
                <a:sym typeface="+mn-ea"/>
              </a:rPr>
              <a:t>创作者</a:t>
            </a:r>
            <a:endParaRPr lang="zh-CN" altLang="zh-CN" sz="3200">
              <a:solidFill>
                <a:schemeClr val="bg1"/>
              </a:solidFill>
              <a:sym typeface="+mn-ea"/>
            </a:endParaRPr>
          </a:p>
        </p:txBody>
      </p:sp>
      <p:sp>
        <p:nvSpPr>
          <p:cNvPr id="8" name="Shape 5"/>
          <p:cNvSpPr/>
          <p:nvPr/>
        </p:nvSpPr>
        <p:spPr>
          <a:xfrm>
            <a:off x="9839960" y="2399665"/>
            <a:ext cx="788035" cy="788035"/>
          </a:xfrm>
          <a:prstGeom prst="ellipse">
            <a:avLst/>
          </a:prstGeom>
          <a:gradFill flip="none" rotWithShape="1">
            <a:gsLst>
              <a:gs pos="0">
                <a:srgbClr val="232323"/>
              </a:gs>
              <a:gs pos="100000">
                <a:srgbClr val="1A1A1A"/>
              </a:gs>
            </a:gsLst>
            <a:lin ang="7680000" scaled="1"/>
          </a:gradFill>
        </p:spPr>
      </p:sp>
      <p:sp>
        <p:nvSpPr>
          <p:cNvPr id="9" name="Text 6"/>
          <p:cNvSpPr/>
          <p:nvPr/>
        </p:nvSpPr>
        <p:spPr>
          <a:xfrm>
            <a:off x="9839960" y="2399665"/>
            <a:ext cx="788035" cy="788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01</a:t>
            </a:r>
            <a:endParaRPr lang="en-US" sz="24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529080" y="1855470"/>
            <a:ext cx="8211820" cy="44196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algn="l">
              <a:lnSpc>
                <a:spcPct val="100000"/>
              </a:lnSpc>
            </a:pPr>
            <a:r>
              <a:rPr lang="zh-CN" altLang="en-US" sz="2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歌单</a:t>
            </a:r>
            <a:endParaRPr lang="zh-CN" altLang="en-US" sz="2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529080" y="2297430"/>
            <a:ext cx="8175625" cy="1107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p"/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创建歌单时尽量选择热门标签如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华语、热门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歌手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p"/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歌单的标题和简介中尽可能添加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热词，击中搜索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引擎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p"/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尽可能在九月的周日发歌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单，此时为听歌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高峰期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p"/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选择优质歌曲而非依靠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数量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9839960" y="4669790"/>
            <a:ext cx="788035" cy="788035"/>
          </a:xfrm>
          <a:prstGeom prst="ellipse">
            <a:avLst/>
          </a:prstGeom>
          <a:gradFill flip="none" rotWithShape="1">
            <a:gsLst>
              <a:gs pos="0">
                <a:srgbClr val="232323"/>
              </a:gs>
              <a:gs pos="100000">
                <a:srgbClr val="1A1A1A"/>
              </a:gs>
            </a:gsLst>
            <a:lin ang="7680000" scaled="1"/>
          </a:gradFill>
        </p:spPr>
      </p:sp>
      <p:sp>
        <p:nvSpPr>
          <p:cNvPr id="13" name="Text 10"/>
          <p:cNvSpPr/>
          <p:nvPr/>
        </p:nvSpPr>
        <p:spPr>
          <a:xfrm>
            <a:off x="9839960" y="4669790"/>
            <a:ext cx="788035" cy="788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02</a:t>
            </a:r>
            <a:endParaRPr lang="en-US" sz="24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423035" y="4298950"/>
            <a:ext cx="8211820" cy="44196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algn="l">
              <a:lnSpc>
                <a:spcPct val="100000"/>
              </a:lnSpc>
            </a:pPr>
            <a:r>
              <a:rPr lang="zh-CN" altLang="en-US" sz="2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创作者</a:t>
            </a:r>
            <a:endParaRPr lang="zh-CN" altLang="en-US" sz="2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529080" y="4740910"/>
            <a:ext cx="8175625" cy="1107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p"/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少创建劣质歌单，在初期尽可能提升粉丝数而非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歌单数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p"/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在有一定粉丝数情况下，将重心转移至收藏量、分享数、评论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p"/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尽可能获得认证和达人身份其中之一，获得之后对另一身份可以不那么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重视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1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/>
          <p:cNvPicPr/>
          <p:nvPr userDrawn="1">
            <p:custDataLst>
              <p:tags r:id="rId1"/>
            </p:custDataLst>
          </p:nvPr>
        </p:nvPicPr>
        <p:blipFill>
          <a:blip r:embed="rId2" r:link="rId3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16" name="图片 15"/>
          <p:cNvPicPr/>
          <p:nvPr userDrawn="1">
            <p:custDataLst>
              <p:tags r:id="rId4"/>
            </p:custDataLst>
          </p:nvPr>
        </p:nvPicPr>
        <p:blipFill>
          <a:blip r:embed="rId5" r:link="rId6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2" name="Shape 0"/>
          <p:cNvSpPr/>
          <p:nvPr>
            <p:custDataLst>
              <p:tags r:id="rId7"/>
            </p:custDataLst>
          </p:nvPr>
        </p:nvSpPr>
        <p:spPr>
          <a:xfrm>
            <a:off x="1035050" y="2620645"/>
            <a:ext cx="10021570" cy="2055495"/>
          </a:xfrm>
          <a:prstGeom prst="roundRect">
            <a:avLst>
              <a:gd name="adj" fmla="val 11535"/>
            </a:avLst>
          </a:prstGeom>
          <a:solidFill>
            <a:srgbClr val="FFFFFF"/>
          </a:solidFill>
          <a:ln w="3175">
            <a:solidFill>
              <a:schemeClr val="accent1">
                <a:alpha val="20000"/>
              </a:schemeClr>
            </a:solidFill>
            <a:prstDash val="solid"/>
          </a:ln>
        </p:spPr>
      </p:sp>
      <p:sp>
        <p:nvSpPr>
          <p:cNvPr id="3" name="Text 1"/>
          <p:cNvSpPr/>
          <p:nvPr>
            <p:custDataLst>
              <p:tags r:id="rId8"/>
            </p:custDataLst>
          </p:nvPr>
        </p:nvSpPr>
        <p:spPr>
          <a:xfrm>
            <a:off x="1035050" y="1737360"/>
            <a:ext cx="10021570" cy="2055495"/>
          </a:xfrm>
          <a:prstGeom prst="rect">
            <a:avLst/>
          </a:prstGeom>
          <a:noFill/>
        </p:spPr>
        <p:txBody>
          <a:bodyPr wrap="square" lIns="45720" tIns="0" rIns="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 3"/>
          <p:cNvSpPr/>
          <p:nvPr>
            <p:custDataLst>
              <p:tags r:id="rId9"/>
            </p:custDataLst>
          </p:nvPr>
        </p:nvSpPr>
        <p:spPr>
          <a:xfrm>
            <a:off x="1035050" y="4036060"/>
            <a:ext cx="10021570" cy="2055495"/>
          </a:xfrm>
          <a:prstGeom prst="rect">
            <a:avLst/>
          </a:prstGeom>
          <a:noFill/>
        </p:spPr>
        <p:txBody>
          <a:bodyPr wrap="square" lIns="45720" tIns="0" rIns="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 4"/>
          <p:cNvSpPr/>
          <p:nvPr/>
        </p:nvSpPr>
        <p:spPr>
          <a:xfrm>
            <a:off x="988060" y="704215"/>
            <a:ext cx="10534650" cy="5835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>
              <a:lnSpc>
                <a:spcPct val="100000"/>
              </a:lnSpc>
            </a:pPr>
            <a:r>
              <a:rPr lang="zh-CN" altLang="zh-CN" sz="3200">
                <a:solidFill>
                  <a:schemeClr val="bg1"/>
                </a:solidFill>
                <a:sym typeface="+mn-ea"/>
              </a:rPr>
              <a:t>对于</a:t>
            </a:r>
            <a:r>
              <a:rPr lang="zh-CN" altLang="zh-CN" sz="3200">
                <a:solidFill>
                  <a:schemeClr val="bg1"/>
                </a:solidFill>
                <a:sym typeface="+mn-ea"/>
              </a:rPr>
              <a:t>用户</a:t>
            </a:r>
            <a:endParaRPr lang="zh-CN" altLang="zh-CN" sz="3200">
              <a:solidFill>
                <a:schemeClr val="bg1"/>
              </a:solidFill>
              <a:sym typeface="+mn-ea"/>
            </a:endParaRPr>
          </a:p>
        </p:txBody>
      </p:sp>
      <p:sp>
        <p:nvSpPr>
          <p:cNvPr id="8" name="Shape 5"/>
          <p:cNvSpPr/>
          <p:nvPr/>
        </p:nvSpPr>
        <p:spPr>
          <a:xfrm>
            <a:off x="1417320" y="3203575"/>
            <a:ext cx="788035" cy="788035"/>
          </a:xfrm>
          <a:prstGeom prst="ellipse">
            <a:avLst/>
          </a:prstGeom>
          <a:gradFill flip="none" rotWithShape="1">
            <a:gsLst>
              <a:gs pos="0">
                <a:srgbClr val="232323"/>
              </a:gs>
              <a:gs pos="100000">
                <a:srgbClr val="1A1A1A"/>
              </a:gs>
            </a:gsLst>
            <a:lin ang="7680000" scaled="1"/>
          </a:gradFill>
        </p:spPr>
        <p:txBody>
          <a:bodyPr/>
          <a:p>
            <a:endParaRPr lang="zh-CN" altLang="en-US"/>
          </a:p>
        </p:txBody>
      </p:sp>
      <p:sp>
        <p:nvSpPr>
          <p:cNvPr id="9" name="Text 6"/>
          <p:cNvSpPr/>
          <p:nvPr/>
        </p:nvSpPr>
        <p:spPr>
          <a:xfrm>
            <a:off x="1417320" y="3203575"/>
            <a:ext cx="788035" cy="788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01</a:t>
            </a:r>
            <a:endParaRPr lang="en-US" sz="24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2416175" y="2761615"/>
            <a:ext cx="8211820" cy="44196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algn="just">
              <a:lnSpc>
                <a:spcPct val="100000"/>
              </a:lnSpc>
            </a:pPr>
            <a:r>
              <a:rPr lang="zh-CN" altLang="en-US" sz="2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评估歌单</a:t>
            </a:r>
            <a:r>
              <a:rPr lang="zh-CN" altLang="en-US" sz="2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好坏</a:t>
            </a:r>
            <a:endParaRPr lang="zh-CN" altLang="en-US" sz="2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2416175" y="3203575"/>
            <a:ext cx="8175625" cy="1107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285750" indent="-285750" algn="just">
              <a:lnSpc>
                <a:spcPct val="130000"/>
              </a:lnSpc>
              <a:buFont typeface="Wingdings" panose="05000000000000000000" charset="0"/>
              <a:buChar char="p"/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可以使用我们所设立的神经网络算法，来评价一个歌单的播放量高低，以此作为评估歌单好坏的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依据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10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/>
          <p:cNvPicPr/>
          <p:nvPr userDrawn="1">
            <p:custDataLst>
              <p:tags r:id="rId1"/>
            </p:custDataLst>
          </p:nvPr>
        </p:nvPicPr>
        <p:blipFill>
          <a:blip r:embed="rId2" r:link="rId3" cstate="screen"/>
          <a:stretch>
            <a:fillRect/>
          </a:stretch>
        </p:blipFill>
        <p:spPr>
          <a:xfrm>
            <a:off x="86995" y="5747385"/>
            <a:ext cx="1143000" cy="1031240"/>
          </a:xfrm>
          <a:prstGeom prst="rect">
            <a:avLst/>
          </a:prstGeom>
        </p:spPr>
      </p:pic>
      <p:pic>
        <p:nvPicPr>
          <p:cNvPr id="16" name="图片 15"/>
          <p:cNvPicPr/>
          <p:nvPr userDrawn="1">
            <p:custDataLst>
              <p:tags r:id="rId4"/>
            </p:custDataLst>
          </p:nvPr>
        </p:nvPicPr>
        <p:blipFill>
          <a:blip r:embed="rId5" r:link="rId6" cstate="screen"/>
          <a:stretch>
            <a:fillRect/>
          </a:stretch>
        </p:blipFill>
        <p:spPr>
          <a:xfrm>
            <a:off x="11027410" y="6008370"/>
            <a:ext cx="1143000" cy="839470"/>
          </a:xfrm>
          <a:prstGeom prst="rect">
            <a:avLst/>
          </a:prstGeom>
        </p:spPr>
      </p:pic>
      <p:sp>
        <p:nvSpPr>
          <p:cNvPr id="2" name="Shape 0"/>
          <p:cNvSpPr/>
          <p:nvPr>
            <p:custDataLst>
              <p:tags r:id="rId7"/>
            </p:custDataLst>
          </p:nvPr>
        </p:nvSpPr>
        <p:spPr>
          <a:xfrm>
            <a:off x="1035050" y="1737360"/>
            <a:ext cx="10021570" cy="2055495"/>
          </a:xfrm>
          <a:prstGeom prst="roundRect">
            <a:avLst>
              <a:gd name="adj" fmla="val 11535"/>
            </a:avLst>
          </a:prstGeom>
          <a:solidFill>
            <a:srgbClr val="FFFFFF"/>
          </a:solidFill>
          <a:ln w="3175">
            <a:solidFill>
              <a:schemeClr val="accent1">
                <a:alpha val="20000"/>
              </a:schemeClr>
            </a:solidFill>
            <a:prstDash val="solid"/>
          </a:ln>
        </p:spPr>
      </p:sp>
      <p:sp>
        <p:nvSpPr>
          <p:cNvPr id="3" name="Text 1"/>
          <p:cNvSpPr/>
          <p:nvPr>
            <p:custDataLst>
              <p:tags r:id="rId8"/>
            </p:custDataLst>
          </p:nvPr>
        </p:nvSpPr>
        <p:spPr>
          <a:xfrm>
            <a:off x="1035050" y="1737360"/>
            <a:ext cx="10021570" cy="2055495"/>
          </a:xfrm>
          <a:prstGeom prst="rect">
            <a:avLst/>
          </a:prstGeom>
          <a:noFill/>
        </p:spPr>
        <p:txBody>
          <a:bodyPr wrap="square" lIns="45720" tIns="0" rIns="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Shape 2"/>
          <p:cNvSpPr/>
          <p:nvPr>
            <p:custDataLst>
              <p:tags r:id="rId9"/>
            </p:custDataLst>
          </p:nvPr>
        </p:nvSpPr>
        <p:spPr>
          <a:xfrm>
            <a:off x="1035050" y="4036060"/>
            <a:ext cx="10021570" cy="2055495"/>
          </a:xfrm>
          <a:prstGeom prst="roundRect">
            <a:avLst>
              <a:gd name="adj" fmla="val 11535"/>
            </a:avLst>
          </a:prstGeom>
          <a:solidFill>
            <a:srgbClr val="FFFFFF"/>
          </a:solidFill>
          <a:ln w="3175">
            <a:solidFill>
              <a:schemeClr val="accent1">
                <a:alpha val="20000"/>
              </a:schemeClr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5" name="Text 3"/>
          <p:cNvSpPr/>
          <p:nvPr>
            <p:custDataLst>
              <p:tags r:id="rId10"/>
            </p:custDataLst>
          </p:nvPr>
        </p:nvSpPr>
        <p:spPr>
          <a:xfrm>
            <a:off x="1035050" y="4036060"/>
            <a:ext cx="10021570" cy="2055495"/>
          </a:xfrm>
          <a:prstGeom prst="rect">
            <a:avLst/>
          </a:prstGeom>
          <a:noFill/>
        </p:spPr>
        <p:txBody>
          <a:bodyPr wrap="square" lIns="45720" tIns="0" rIns="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solidFill>
                <a:schemeClr val="dk1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Text 4"/>
          <p:cNvSpPr/>
          <p:nvPr/>
        </p:nvSpPr>
        <p:spPr>
          <a:xfrm>
            <a:off x="492760" y="647700"/>
            <a:ext cx="10534650" cy="5835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zh-CN" altLang="zh-CN" sz="3200">
                <a:solidFill>
                  <a:schemeClr val="bg1"/>
                </a:solidFill>
                <a:sym typeface="+mn-ea"/>
              </a:rPr>
              <a:t>展望与</a:t>
            </a:r>
            <a:r>
              <a:rPr lang="zh-CN" altLang="zh-CN" sz="3200">
                <a:solidFill>
                  <a:schemeClr val="bg1"/>
                </a:solidFill>
                <a:sym typeface="+mn-ea"/>
              </a:rPr>
              <a:t>不足</a:t>
            </a:r>
            <a:endParaRPr lang="zh-CN" altLang="zh-CN" sz="3200">
              <a:solidFill>
                <a:schemeClr val="bg1"/>
              </a:solidFill>
              <a:sym typeface="+mn-ea"/>
            </a:endParaRPr>
          </a:p>
        </p:txBody>
      </p:sp>
      <p:sp>
        <p:nvSpPr>
          <p:cNvPr id="8" name="Shape 5"/>
          <p:cNvSpPr/>
          <p:nvPr/>
        </p:nvSpPr>
        <p:spPr>
          <a:xfrm>
            <a:off x="9839960" y="2399665"/>
            <a:ext cx="788035" cy="788035"/>
          </a:xfrm>
          <a:prstGeom prst="ellipse">
            <a:avLst/>
          </a:prstGeom>
          <a:gradFill flip="none" rotWithShape="1">
            <a:gsLst>
              <a:gs pos="0">
                <a:srgbClr val="232323"/>
              </a:gs>
              <a:gs pos="100000">
                <a:srgbClr val="1A1A1A"/>
              </a:gs>
            </a:gsLst>
            <a:lin ang="7680000" scaled="1"/>
          </a:gradFill>
        </p:spPr>
      </p:sp>
      <p:sp>
        <p:nvSpPr>
          <p:cNvPr id="9" name="Text 6"/>
          <p:cNvSpPr/>
          <p:nvPr/>
        </p:nvSpPr>
        <p:spPr>
          <a:xfrm>
            <a:off x="9839960" y="2399665"/>
            <a:ext cx="788035" cy="788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01</a:t>
            </a:r>
            <a:endParaRPr lang="en-US" sz="24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529080" y="1855470"/>
            <a:ext cx="8211820" cy="44196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algn="l">
              <a:lnSpc>
                <a:spcPct val="100000"/>
              </a:lnSpc>
            </a:pPr>
            <a:r>
              <a:rPr lang="zh-CN" altLang="en-US" sz="2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展望</a:t>
            </a:r>
            <a:endParaRPr lang="zh-CN" altLang="en-US" sz="2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529080" y="2297430"/>
            <a:ext cx="8175625" cy="1107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p"/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获得更加近期的数据来验证神经网络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算法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p"/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进一步的展现歌单发布时间与播放量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的周期性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9839960" y="4669790"/>
            <a:ext cx="788035" cy="788035"/>
          </a:xfrm>
          <a:prstGeom prst="ellipse">
            <a:avLst/>
          </a:prstGeom>
          <a:gradFill flip="none" rotWithShape="1">
            <a:gsLst>
              <a:gs pos="0">
                <a:srgbClr val="232323"/>
              </a:gs>
              <a:gs pos="100000">
                <a:srgbClr val="1A1A1A"/>
              </a:gs>
            </a:gsLst>
            <a:lin ang="7680000" scaled="1"/>
          </a:gradFill>
        </p:spPr>
      </p:sp>
      <p:sp>
        <p:nvSpPr>
          <p:cNvPr id="13" name="Text 10"/>
          <p:cNvSpPr/>
          <p:nvPr/>
        </p:nvSpPr>
        <p:spPr>
          <a:xfrm>
            <a:off x="9839960" y="4669790"/>
            <a:ext cx="788035" cy="788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02</a:t>
            </a:r>
            <a:endParaRPr lang="en-US" sz="2400" b="1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423035" y="4298950"/>
            <a:ext cx="8211820" cy="44196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algn="l">
              <a:lnSpc>
                <a:spcPct val="100000"/>
              </a:lnSpc>
            </a:pPr>
            <a:r>
              <a:rPr lang="zh-CN" altLang="en-US" sz="2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MiSans" pitchFamily="34" charset="-120"/>
              </a:rPr>
              <a:t>不足</a:t>
            </a:r>
            <a:endParaRPr lang="zh-CN" altLang="en-US" sz="2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MiSans" pitchFamily="34" charset="-12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529080" y="4740910"/>
            <a:ext cx="8175625" cy="1107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p"/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对于部分耦合效应未进行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考虑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marL="285750" indent="-285750" algn="l">
              <a:lnSpc>
                <a:spcPct val="130000"/>
              </a:lnSpc>
              <a:buFont typeface="Wingdings" panose="05000000000000000000" charset="0"/>
              <a:buChar char="p"/>
            </a:pP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对于部分可能非线性的模型没有进一步的</a:t>
            </a:r>
            <a:r>
              <a:rPr lang="zh-CN" altLang="en-US" sz="1600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探究</a:t>
            </a:r>
            <a:endParaRPr lang="zh-CN" altLang="en-US" sz="1600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11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/>
              <a:t>谢谢收看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zh-CN"/>
              <a:t>Q&amp;</a:t>
            </a:r>
            <a:r>
              <a:rPr lang="en-US" altLang="zh-CN"/>
              <a:t>A</a:t>
            </a:r>
            <a:endParaRPr lang="en-US" altLang="zh-CN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y*1"/>
  <p:tag name="KSO_WM_UNIT_LAYERLEVEL" val="1"/>
  <p:tag name="KSO_WM_TAG_VERSION" val="1.0"/>
  <p:tag name="KSO_WM_BEAUTIFY_FLAG" val="#wm#"/>
  <p:tag name="KSO_WM_SLIDE_BACKGROUND_MASK_FLAG" val="1"/>
  <p:tag name="KSO_WM_UNIT_TYPE" val="y"/>
  <p:tag name="KSO_WM_UNIT_INDEX" val="1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i*1"/>
  <p:tag name="KSO_WM_UNIT_LAYERLEVEL" val="1"/>
  <p:tag name="KSO_WM_TAG_VERSION" val="1.0"/>
  <p:tag name="KSO_WM_BEAUTIFY_FLAG" val="#wm#"/>
  <p:tag name="KSO_WM_SLIDE_BACKGROUND_TYPE" val="frame"/>
  <p:tag name="KSO_WM_SLIDE_BK_DARK_LIGHT" val="1"/>
  <p:tag name="KSO_WM_UNIT_BK_DARK_LIGHT" val="1"/>
  <p:tag name="KSO_WM_UNIT_SUBTYPE" val="h"/>
  <p:tag name="KSO_WM_UNIT_TYPE" val="i"/>
  <p:tag name="KSO_WM_UNIT_INDEX" val="1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leftRight"/>
  <p:tag name="KSO_WM_SLIDE_BK_DARK_LIGHT" val="1"/>
  <p:tag name="KSO_WM_UNIT_BK_DARK_LIGHT" val="1"/>
</p:tagLst>
</file>

<file path=ppt/tags/tag89.xml><?xml version="1.0" encoding="utf-8"?>
<p:tagLst xmlns:p="http://schemas.openxmlformats.org/presentationml/2006/main">
  <p:tag name="KSO_WM_SLIDE_BACKGROUND_TYPE" val="leftRigh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SLIDE_BACKGROUND_TYPE" val="leftRigh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topBottom"/>
  <p:tag name="KSO_WM_SLIDE_BK_DARK_LIGHT" val="1"/>
  <p:tag name="KSO_WM_UNIT_BK_DARK_LIGHT" val="1"/>
</p:tagLst>
</file>

<file path=ppt/tags/tag98.xml><?xml version="1.0" encoding="utf-8"?>
<p:tagLst xmlns:p="http://schemas.openxmlformats.org/presentationml/2006/main">
  <p:tag name="KSO_WM_SLIDE_BACKGROUND_TYPE" val="topBottom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SLIDE_BACKGROUND_TYPE" val="topBottom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UNIT_BK_DARK_LIGHT" val="1"/>
  <p:tag name="KSO_WM_SLIDE_BACKGROUND_TYPE" val="bottomTop"/>
  <p:tag name="KSO_WM_SLIDE_BK_DARK_LIGHT" val="1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navigation"/>
  <p:tag name="KSO_WM_SLIDE_BK_DARK_LIGHT" val="1"/>
  <p:tag name="KSO_WM_UNIT_BK_DARK_LIGHT" val="1"/>
</p:tagLst>
</file>

<file path=ppt/tags/tag116.xml><?xml version="1.0" encoding="utf-8"?>
<p:tagLst xmlns:p="http://schemas.openxmlformats.org/presentationml/2006/main">
  <p:tag name="KSO_WM_SLIDE_BACKGROUND_TYPE" val="navigation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SLIDE_BACKGROUND_TYPE" val="navigation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belt"/>
  <p:tag name="KSO_WM_SLIDE_BK_DARK_LIGHT" val="1"/>
  <p:tag name="KSO_WM_UNIT_BK_DARK_LIGHT" val="1"/>
</p:tagLst>
</file>

<file path=ppt/tags/tag127.xml><?xml version="1.0" encoding="utf-8"?>
<p:tagLst xmlns:p="http://schemas.openxmlformats.org/presentationml/2006/main">
  <p:tag name="KSO_WM_SLIDE_BACKGROUND_TYPE" val="bel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128.xml><?xml version="1.0" encoding="utf-8"?>
<p:tagLst xmlns:p="http://schemas.openxmlformats.org/presentationml/2006/main">
  <p:tag name="KSO_WM_SLIDE_BACKGROUND_TYPE" val="bel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1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1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1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1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3929"/>
</p:tagLst>
</file>

<file path=ppt/tags/tag1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3929"/>
</p:tagLst>
</file>

<file path=ppt/tags/tag1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9.xml><?xml version="1.0" encoding="utf-8"?>
<p:tagLst xmlns:p="http://schemas.openxmlformats.org/presentationml/2006/main">
  <p:tag name="KSO_WM_TEMPLATE_SUBCATEGORY" val="0"/>
  <p:tag name="KSO_WM_TEMPLATE_MASTER_TYPE" val="1"/>
  <p:tag name="KSO_WM_TEMPLATE_COLOR_TYPE" val="1"/>
  <p:tag name="KSO_WM_TAG_VERSION" val="1.0"/>
  <p:tag name="KSO_WM_BEAUTIFY_FLAG" val="#wm#"/>
  <p:tag name="KSO_WM_TEMPLATE_CATEGORY" val="custom"/>
  <p:tag name="KSO_WM_TEMPLATE_INDEX" val="20203929"/>
  <p:tag name="KSO_WM_TEMPLATE_MASTER_THUMB_INDEX" val="12"/>
  <p:tag name="KSO_WM_TEMPLATE_THUMBS_INDEX" val="1、4、7、8、9、10、11、12、13、14、15"/>
</p:tagLst>
</file>

<file path=ppt/tags/tag1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y*1"/>
  <p:tag name="KSO_WM_UNIT_LAYERLEVEL" val="1"/>
  <p:tag name="KSO_WM_TAG_VERSION" val="1.0"/>
  <p:tag name="KSO_WM_BEAUTIFY_FLAG" val="#wm#"/>
  <p:tag name="KSO_WM_SLIDE_BACKGROUND_MASK_FLAG" val="1"/>
  <p:tag name="KSO_WM_UNIT_TYPE" val="y"/>
  <p:tag name="KSO_WM_UNIT_INDEX" val="1"/>
</p:tagLst>
</file>

<file path=ppt/tags/tag1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2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2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2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2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2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2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2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2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2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2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i*1"/>
  <p:tag name="KSO_WM_UNIT_LAYERLEVEL" val="1"/>
  <p:tag name="KSO_WM_TAG_VERSION" val="1.0"/>
  <p:tag name="KSO_WM_BEAUTIFY_FLAG" val="#wm#"/>
  <p:tag name="KSO_WM_SLIDE_BACKGROUND_TYPE" val="frame"/>
  <p:tag name="KSO_WM_SLIDE_BK_DARK_LIGHT" val="1"/>
  <p:tag name="KSO_WM_UNIT_BK_DARK_LIGHT" val="1"/>
  <p:tag name="KSO_WM_UNIT_SUBTYPE" val="h"/>
  <p:tag name="KSO_WM_UNIT_TYPE" val="i"/>
  <p:tag name="KSO_WM_UNIT_INDEX" val="1"/>
</p:tagLst>
</file>

<file path=ppt/tags/tag2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2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2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2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2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2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leftRight"/>
  <p:tag name="KSO_WM_SLIDE_BK_DARK_LIGHT" val="1"/>
  <p:tag name="KSO_WM_UNIT_BK_DARK_LIGHT" val="1"/>
</p:tagLst>
</file>

<file path=ppt/tags/tag228.xml><?xml version="1.0" encoding="utf-8"?>
<p:tagLst xmlns:p="http://schemas.openxmlformats.org/presentationml/2006/main">
  <p:tag name="KSO_WM_SLIDE_BACKGROUND_TYPE" val="leftRigh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229.xml><?xml version="1.0" encoding="utf-8"?>
<p:tagLst xmlns:p="http://schemas.openxmlformats.org/presentationml/2006/main">
  <p:tag name="KSO_WM_SLIDE_BACKGROUND_TYPE" val="leftRigh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2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2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2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2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2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2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2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topBottom"/>
  <p:tag name="KSO_WM_SLIDE_BK_DARK_LIGHT" val="1"/>
  <p:tag name="KSO_WM_UNIT_BK_DARK_LIGHT" val="1"/>
</p:tagLst>
</file>

<file path=ppt/tags/tag237.xml><?xml version="1.0" encoding="utf-8"?>
<p:tagLst xmlns:p="http://schemas.openxmlformats.org/presentationml/2006/main">
  <p:tag name="KSO_WM_SLIDE_BACKGROUND_TYPE" val="topBottom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238.xml><?xml version="1.0" encoding="utf-8"?>
<p:tagLst xmlns:p="http://schemas.openxmlformats.org/presentationml/2006/main">
  <p:tag name="KSO_WM_SLIDE_BACKGROUND_TYPE" val="topBottom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2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2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2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2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2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2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2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2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2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UNIT_BK_DARK_LIGHT" val="1"/>
  <p:tag name="KSO_WM_SLIDE_BACKGROUND_TYPE" val="bottomTop"/>
  <p:tag name="KSO_WM_SLIDE_BK_DARK_LIGHT" val="1"/>
</p:tagLst>
</file>

<file path=ppt/tags/tag2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2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2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2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2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2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2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navigation"/>
  <p:tag name="KSO_WM_SLIDE_BK_DARK_LIGHT" val="1"/>
  <p:tag name="KSO_WM_UNIT_BK_DARK_LIGHT" val="1"/>
</p:tagLst>
</file>

<file path=ppt/tags/tag255.xml><?xml version="1.0" encoding="utf-8"?>
<p:tagLst xmlns:p="http://schemas.openxmlformats.org/presentationml/2006/main">
  <p:tag name="KSO_WM_SLIDE_BACKGROUND_TYPE" val="navigation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256.xml><?xml version="1.0" encoding="utf-8"?>
<p:tagLst xmlns:p="http://schemas.openxmlformats.org/presentationml/2006/main">
  <p:tag name="KSO_WM_SLIDE_BACKGROUND_TYPE" val="navigation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2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2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2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2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2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2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2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2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2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belt"/>
  <p:tag name="KSO_WM_SLIDE_BK_DARK_LIGHT" val="1"/>
  <p:tag name="KSO_WM_UNIT_BK_DARK_LIGHT" val="1"/>
</p:tagLst>
</file>

<file path=ppt/tags/tag266.xml><?xml version="1.0" encoding="utf-8"?>
<p:tagLst xmlns:p="http://schemas.openxmlformats.org/presentationml/2006/main">
  <p:tag name="KSO_WM_SLIDE_BACKGROUND_TYPE" val="bel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267.xml><?xml version="1.0" encoding="utf-8"?>
<p:tagLst xmlns:p="http://schemas.openxmlformats.org/presentationml/2006/main">
  <p:tag name="KSO_WM_SLIDE_BACKGROUND_TYPE" val="bel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2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2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2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2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2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2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3929"/>
</p:tagLst>
</file>

<file path=ppt/tags/tag2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3929"/>
</p:tagLst>
</file>

<file path=ppt/tags/tag2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78.xml><?xml version="1.0" encoding="utf-8"?>
<p:tagLst xmlns:p="http://schemas.openxmlformats.org/presentationml/2006/main">
  <p:tag name="KSO_WM_TEMPLATE_SUBCATEGORY" val="0"/>
  <p:tag name="KSO_WM_TEMPLATE_MASTER_TYPE" val="1"/>
  <p:tag name="KSO_WM_TEMPLATE_COLOR_TYPE" val="1"/>
  <p:tag name="KSO_WM_TAG_VERSION" val="1.0"/>
  <p:tag name="KSO_WM_BEAUTIFY_FLAG" val="#wm#"/>
  <p:tag name="KSO_WM_TEMPLATE_CATEGORY" val="custom"/>
  <p:tag name="KSO_WM_TEMPLATE_INDEX" val="20203929"/>
  <p:tag name="KSO_WM_TEMPLATE_MASTER_THUMB_INDEX" val="12"/>
  <p:tag name="KSO_WM_TEMPLATE_THUMBS_INDEX" val="1、4、7、8、9、10、11、12、13、14、15"/>
</p:tagLst>
</file>

<file path=ppt/tags/tag2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2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y*1"/>
  <p:tag name="KSO_WM_UNIT_LAYERLEVEL" val="1"/>
  <p:tag name="KSO_WM_TAG_VERSION" val="1.0"/>
  <p:tag name="KSO_WM_BEAUTIFY_FLAG" val="#wm#"/>
  <p:tag name="KSO_WM_SLIDE_BACKGROUND_MASK_FLAG" val="1"/>
  <p:tag name="KSO_WM_UNIT_TYPE" val="y"/>
  <p:tag name="KSO_WM_UNIT_INDEX" val="1"/>
</p:tagLst>
</file>

<file path=ppt/tags/tag2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2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2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2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2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2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2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2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2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2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3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3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3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3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3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3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3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3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3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3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3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3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3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3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3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i*1"/>
  <p:tag name="KSO_WM_UNIT_LAYERLEVEL" val="1"/>
  <p:tag name="KSO_WM_TAG_VERSION" val="1.0"/>
  <p:tag name="KSO_WM_BEAUTIFY_FLAG" val="#wm#"/>
  <p:tag name="KSO_WM_SLIDE_BACKGROUND_TYPE" val="frame"/>
  <p:tag name="KSO_WM_SLIDE_BK_DARK_LIGHT" val="1"/>
  <p:tag name="KSO_WM_UNIT_BK_DARK_LIGHT" val="1"/>
  <p:tag name="KSO_WM_UNIT_SUBTYPE" val="h"/>
  <p:tag name="KSO_WM_UNIT_TYPE" val="i"/>
  <p:tag name="KSO_WM_UNIT_INDEX" val="1"/>
</p:tagLst>
</file>

<file path=ppt/tags/tag3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3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3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3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3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3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leftRight"/>
  <p:tag name="KSO_WM_SLIDE_BK_DARK_LIGHT" val="1"/>
  <p:tag name="KSO_WM_UNIT_BK_DARK_LIGHT" val="1"/>
</p:tagLst>
</file>

<file path=ppt/tags/tag367.xml><?xml version="1.0" encoding="utf-8"?>
<p:tagLst xmlns:p="http://schemas.openxmlformats.org/presentationml/2006/main">
  <p:tag name="KSO_WM_SLIDE_BACKGROUND_TYPE" val="leftRigh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368.xml><?xml version="1.0" encoding="utf-8"?>
<p:tagLst xmlns:p="http://schemas.openxmlformats.org/presentationml/2006/main">
  <p:tag name="KSO_WM_SLIDE_BACKGROUND_TYPE" val="leftRigh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3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3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3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3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3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3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3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topBottom"/>
  <p:tag name="KSO_WM_SLIDE_BK_DARK_LIGHT" val="1"/>
  <p:tag name="KSO_WM_UNIT_BK_DARK_LIGHT" val="1"/>
</p:tagLst>
</file>

<file path=ppt/tags/tag376.xml><?xml version="1.0" encoding="utf-8"?>
<p:tagLst xmlns:p="http://schemas.openxmlformats.org/presentationml/2006/main">
  <p:tag name="KSO_WM_SLIDE_BACKGROUND_TYPE" val="topBottom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377.xml><?xml version="1.0" encoding="utf-8"?>
<p:tagLst xmlns:p="http://schemas.openxmlformats.org/presentationml/2006/main">
  <p:tag name="KSO_WM_SLIDE_BACKGROUND_TYPE" val="topBottom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3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3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3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3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3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3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3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3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3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UNIT_BK_DARK_LIGHT" val="1"/>
  <p:tag name="KSO_WM_SLIDE_BACKGROUND_TYPE" val="bottomTop"/>
  <p:tag name="KSO_WM_SLIDE_BK_DARK_LIGHT" val="1"/>
</p:tagLst>
</file>

<file path=ppt/tags/tag3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3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3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3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3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3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3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navigation"/>
  <p:tag name="KSO_WM_SLIDE_BK_DARK_LIGHT" val="1"/>
  <p:tag name="KSO_WM_UNIT_BK_DARK_LIGHT" val="1"/>
</p:tagLst>
</file>

<file path=ppt/tags/tag394.xml><?xml version="1.0" encoding="utf-8"?>
<p:tagLst xmlns:p="http://schemas.openxmlformats.org/presentationml/2006/main">
  <p:tag name="KSO_WM_SLIDE_BACKGROUND_TYPE" val="navigation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395.xml><?xml version="1.0" encoding="utf-8"?>
<p:tagLst xmlns:p="http://schemas.openxmlformats.org/presentationml/2006/main">
  <p:tag name="KSO_WM_SLIDE_BACKGROUND_TYPE" val="navigation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3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3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3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3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4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4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4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4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4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belt"/>
  <p:tag name="KSO_WM_SLIDE_BK_DARK_LIGHT" val="1"/>
  <p:tag name="KSO_WM_UNIT_BK_DARK_LIGHT" val="1"/>
</p:tagLst>
</file>

<file path=ppt/tags/tag405.xml><?xml version="1.0" encoding="utf-8"?>
<p:tagLst xmlns:p="http://schemas.openxmlformats.org/presentationml/2006/main">
  <p:tag name="KSO_WM_SLIDE_BACKGROUND_TYPE" val="bel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406.xml><?xml version="1.0" encoding="utf-8"?>
<p:tagLst xmlns:p="http://schemas.openxmlformats.org/presentationml/2006/main">
  <p:tag name="KSO_WM_SLIDE_BACKGROUND_TYPE" val="bel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4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4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4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4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4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4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3929"/>
</p:tagLst>
</file>

<file path=ppt/tags/tag4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3929"/>
</p:tagLst>
</file>

<file path=ppt/tags/tag4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17.xml><?xml version="1.0" encoding="utf-8"?>
<p:tagLst xmlns:p="http://schemas.openxmlformats.org/presentationml/2006/main">
  <p:tag name="KSO_WM_TEMPLATE_SUBCATEGORY" val="0"/>
  <p:tag name="KSO_WM_TEMPLATE_MASTER_TYPE" val="1"/>
  <p:tag name="KSO_WM_TEMPLATE_COLOR_TYPE" val="1"/>
  <p:tag name="KSO_WM_TAG_VERSION" val="1.0"/>
  <p:tag name="KSO_WM_BEAUTIFY_FLAG" val="#wm#"/>
  <p:tag name="KSO_WM_TEMPLATE_CATEGORY" val="custom"/>
  <p:tag name="KSO_WM_TEMPLATE_INDEX" val="20203929"/>
  <p:tag name="KSO_WM_TEMPLATE_MASTER_THUMB_INDEX" val="12"/>
  <p:tag name="KSO_WM_TEMPLATE_THUMBS_INDEX" val="1、4、7、8、9、10、11、12、13、14、15"/>
</p:tagLst>
</file>

<file path=ppt/tags/tag4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4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y*1"/>
  <p:tag name="KSO_WM_UNIT_LAYERLEVEL" val="1"/>
  <p:tag name="KSO_WM_TAG_VERSION" val="1.0"/>
  <p:tag name="KSO_WM_BEAUTIFY_FLAG" val="#wm#"/>
  <p:tag name="KSO_WM_SLIDE_BACKGROUND_MASK_FLAG" val="1"/>
  <p:tag name="KSO_WM_UNIT_TYPE" val="y"/>
  <p:tag name="KSO_WM_UNIT_INDEX" val="1"/>
</p:tagLst>
</file>

<file path=ppt/tags/tag4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4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4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4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4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4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4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4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4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4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4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4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4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4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4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4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4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4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4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4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4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4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4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4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4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4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4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4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4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4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4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4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4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4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4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i*1"/>
  <p:tag name="KSO_WM_UNIT_LAYERLEVEL" val="1"/>
  <p:tag name="KSO_WM_TAG_VERSION" val="1.0"/>
  <p:tag name="KSO_WM_BEAUTIFY_FLAG" val="#wm#"/>
  <p:tag name="KSO_WM_SLIDE_BACKGROUND_TYPE" val="frame"/>
  <p:tag name="KSO_WM_SLIDE_BK_DARK_LIGHT" val="1"/>
  <p:tag name="KSO_WM_UNIT_BK_DARK_LIGHT" val="1"/>
  <p:tag name="KSO_WM_UNIT_SUBTYPE" val="h"/>
  <p:tag name="KSO_WM_UNIT_TYPE" val="i"/>
  <p:tag name="KSO_WM_UNIT_INDEX" val="1"/>
</p:tagLst>
</file>

<file path=ppt/tags/tag5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5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5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5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5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5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leftRight"/>
  <p:tag name="KSO_WM_SLIDE_BK_DARK_LIGHT" val="1"/>
  <p:tag name="KSO_WM_UNIT_BK_DARK_LIGHT" val="1"/>
</p:tagLst>
</file>

<file path=ppt/tags/tag506.xml><?xml version="1.0" encoding="utf-8"?>
<p:tagLst xmlns:p="http://schemas.openxmlformats.org/presentationml/2006/main">
  <p:tag name="KSO_WM_SLIDE_BACKGROUND_TYPE" val="leftRigh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507.xml><?xml version="1.0" encoding="utf-8"?>
<p:tagLst xmlns:p="http://schemas.openxmlformats.org/presentationml/2006/main">
  <p:tag name="KSO_WM_SLIDE_BACKGROUND_TYPE" val="leftRigh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5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5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5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5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5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5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5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topBottom"/>
  <p:tag name="KSO_WM_SLIDE_BK_DARK_LIGHT" val="1"/>
  <p:tag name="KSO_WM_UNIT_BK_DARK_LIGHT" val="1"/>
</p:tagLst>
</file>

<file path=ppt/tags/tag515.xml><?xml version="1.0" encoding="utf-8"?>
<p:tagLst xmlns:p="http://schemas.openxmlformats.org/presentationml/2006/main">
  <p:tag name="KSO_WM_SLIDE_BACKGROUND_TYPE" val="topBottom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516.xml><?xml version="1.0" encoding="utf-8"?>
<p:tagLst xmlns:p="http://schemas.openxmlformats.org/presentationml/2006/main">
  <p:tag name="KSO_WM_SLIDE_BACKGROUND_TYPE" val="topBottom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5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5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5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5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5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5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5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5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5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UNIT_BK_DARK_LIGHT" val="1"/>
  <p:tag name="KSO_WM_SLIDE_BACKGROUND_TYPE" val="bottomTop"/>
  <p:tag name="KSO_WM_SLIDE_BK_DARK_LIGHT" val="1"/>
</p:tagLst>
</file>

<file path=ppt/tags/tag5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5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5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5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5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5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5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navigation"/>
  <p:tag name="KSO_WM_SLIDE_BK_DARK_LIGHT" val="1"/>
  <p:tag name="KSO_WM_UNIT_BK_DARK_LIGHT" val="1"/>
</p:tagLst>
</file>

<file path=ppt/tags/tag533.xml><?xml version="1.0" encoding="utf-8"?>
<p:tagLst xmlns:p="http://schemas.openxmlformats.org/presentationml/2006/main">
  <p:tag name="KSO_WM_SLIDE_BACKGROUND_TYPE" val="navigation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534.xml><?xml version="1.0" encoding="utf-8"?>
<p:tagLst xmlns:p="http://schemas.openxmlformats.org/presentationml/2006/main">
  <p:tag name="KSO_WM_SLIDE_BACKGROUND_TYPE" val="navigation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5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5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5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5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5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5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5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5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5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belt"/>
  <p:tag name="KSO_WM_SLIDE_BK_DARK_LIGHT" val="1"/>
  <p:tag name="KSO_WM_UNIT_BK_DARK_LIGHT" val="1"/>
</p:tagLst>
</file>

<file path=ppt/tags/tag544.xml><?xml version="1.0" encoding="utf-8"?>
<p:tagLst xmlns:p="http://schemas.openxmlformats.org/presentationml/2006/main">
  <p:tag name="KSO_WM_SLIDE_BACKGROUND_TYPE" val="bel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545.xml><?xml version="1.0" encoding="utf-8"?>
<p:tagLst xmlns:p="http://schemas.openxmlformats.org/presentationml/2006/main">
  <p:tag name="KSO_WM_SLIDE_BACKGROUND_TYPE" val="bel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5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5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5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5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5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5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3929"/>
</p:tagLst>
</file>

<file path=ppt/tags/tag5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3929"/>
</p:tagLst>
</file>

<file path=ppt/tags/tag5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6.xml><?xml version="1.0" encoding="utf-8"?>
<p:tagLst xmlns:p="http://schemas.openxmlformats.org/presentationml/2006/main">
  <p:tag name="KSO_WM_TEMPLATE_SUBCATEGORY" val="0"/>
  <p:tag name="KSO_WM_TEMPLATE_MASTER_TYPE" val="1"/>
  <p:tag name="KSO_WM_TEMPLATE_COLOR_TYPE" val="1"/>
  <p:tag name="KSO_WM_TAG_VERSION" val="1.0"/>
  <p:tag name="KSO_WM_BEAUTIFY_FLAG" val="#wm#"/>
  <p:tag name="KSO_WM_TEMPLATE_CATEGORY" val="custom"/>
  <p:tag name="KSO_WM_TEMPLATE_INDEX" val="20203929"/>
  <p:tag name="KSO_WM_TEMPLATE_MASTER_THUMB_INDEX" val="12"/>
  <p:tag name="KSO_WM_TEMPLATE_THUMBS_INDEX" val="1、4、7、8、9、10、11、12、13、14、15"/>
</p:tagLst>
</file>

<file path=ppt/tags/tag5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5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y*1"/>
  <p:tag name="KSO_WM_UNIT_LAYERLEVEL" val="1"/>
  <p:tag name="KSO_WM_TAG_VERSION" val="1.0"/>
  <p:tag name="KSO_WM_BEAUTIFY_FLAG" val="#wm#"/>
  <p:tag name="KSO_WM_SLIDE_BACKGROUND_MASK_FLAG" val="1"/>
  <p:tag name="KSO_WM_UNIT_TYPE" val="y"/>
  <p:tag name="KSO_WM_UNIT_INDEX" val="1"/>
</p:tagLst>
</file>

<file path=ppt/tags/tag5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5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5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5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5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5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5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5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5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5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5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5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5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5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5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5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5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5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5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5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5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5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5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5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5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5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5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5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5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5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5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5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5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5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5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5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5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5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5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5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5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6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6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6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6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6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6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6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6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6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6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6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6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6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6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6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6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6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6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i*1"/>
  <p:tag name="KSO_WM_UNIT_LAYERLEVEL" val="1"/>
  <p:tag name="KSO_WM_TAG_VERSION" val="1.0"/>
  <p:tag name="KSO_WM_BEAUTIFY_FLAG" val="#wm#"/>
  <p:tag name="KSO_WM_SLIDE_BACKGROUND_TYPE" val="frame"/>
  <p:tag name="KSO_WM_SLIDE_BK_DARK_LIGHT" val="1"/>
  <p:tag name="KSO_WM_UNIT_BK_DARK_LIGHT" val="1"/>
  <p:tag name="KSO_WM_UNIT_SUBTYPE" val="h"/>
  <p:tag name="KSO_WM_UNIT_TYPE" val="i"/>
  <p:tag name="KSO_WM_UNIT_INDEX" val="1"/>
</p:tagLst>
</file>

<file path=ppt/tags/tag6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6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6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6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6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6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leftRight"/>
  <p:tag name="KSO_WM_SLIDE_BK_DARK_LIGHT" val="1"/>
  <p:tag name="KSO_WM_UNIT_BK_DARK_LIGHT" val="1"/>
</p:tagLst>
</file>

<file path=ppt/tags/tag645.xml><?xml version="1.0" encoding="utf-8"?>
<p:tagLst xmlns:p="http://schemas.openxmlformats.org/presentationml/2006/main">
  <p:tag name="KSO_WM_SLIDE_BACKGROUND_TYPE" val="leftRigh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646.xml><?xml version="1.0" encoding="utf-8"?>
<p:tagLst xmlns:p="http://schemas.openxmlformats.org/presentationml/2006/main">
  <p:tag name="KSO_WM_SLIDE_BACKGROUND_TYPE" val="leftRigh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6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6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6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6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6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6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6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topBottom"/>
  <p:tag name="KSO_WM_SLIDE_BK_DARK_LIGHT" val="1"/>
  <p:tag name="KSO_WM_UNIT_BK_DARK_LIGHT" val="1"/>
</p:tagLst>
</file>

<file path=ppt/tags/tag654.xml><?xml version="1.0" encoding="utf-8"?>
<p:tagLst xmlns:p="http://schemas.openxmlformats.org/presentationml/2006/main">
  <p:tag name="KSO_WM_SLIDE_BACKGROUND_TYPE" val="topBottom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655.xml><?xml version="1.0" encoding="utf-8"?>
<p:tagLst xmlns:p="http://schemas.openxmlformats.org/presentationml/2006/main">
  <p:tag name="KSO_WM_SLIDE_BACKGROUND_TYPE" val="topBottom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6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6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6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6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6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6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6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6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6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UNIT_BK_DARK_LIGHT" val="1"/>
  <p:tag name="KSO_WM_SLIDE_BACKGROUND_TYPE" val="bottomTop"/>
  <p:tag name="KSO_WM_SLIDE_BK_DARK_LIGHT" val="1"/>
</p:tagLst>
</file>

<file path=ppt/tags/tag6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6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6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6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6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6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6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navigation"/>
  <p:tag name="KSO_WM_SLIDE_BK_DARK_LIGHT" val="1"/>
  <p:tag name="KSO_WM_UNIT_BK_DARK_LIGHT" val="1"/>
</p:tagLst>
</file>

<file path=ppt/tags/tag672.xml><?xml version="1.0" encoding="utf-8"?>
<p:tagLst xmlns:p="http://schemas.openxmlformats.org/presentationml/2006/main">
  <p:tag name="KSO_WM_SLIDE_BACKGROUND_TYPE" val="navigation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673.xml><?xml version="1.0" encoding="utf-8"?>
<p:tagLst xmlns:p="http://schemas.openxmlformats.org/presentationml/2006/main">
  <p:tag name="KSO_WM_SLIDE_BACKGROUND_TYPE" val="navigation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6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6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6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6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6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6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6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6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6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belt"/>
  <p:tag name="KSO_WM_SLIDE_BK_DARK_LIGHT" val="1"/>
  <p:tag name="KSO_WM_UNIT_BK_DARK_LIGHT" val="1"/>
</p:tagLst>
</file>

<file path=ppt/tags/tag683.xml><?xml version="1.0" encoding="utf-8"?>
<p:tagLst xmlns:p="http://schemas.openxmlformats.org/presentationml/2006/main">
  <p:tag name="KSO_WM_SLIDE_BACKGROUND_TYPE" val="bel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684.xml><?xml version="1.0" encoding="utf-8"?>
<p:tagLst xmlns:p="http://schemas.openxmlformats.org/presentationml/2006/main">
  <p:tag name="KSO_WM_SLIDE_BACKGROUND_TYPE" val="bel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6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6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6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6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6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6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3929"/>
</p:tagLst>
</file>

<file path=ppt/tags/tag6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3929"/>
</p:tagLst>
</file>

<file path=ppt/tags/tag6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95.xml><?xml version="1.0" encoding="utf-8"?>
<p:tagLst xmlns:p="http://schemas.openxmlformats.org/presentationml/2006/main">
  <p:tag name="KSO_WM_TEMPLATE_SUBCATEGORY" val="0"/>
  <p:tag name="KSO_WM_TEMPLATE_MASTER_TYPE" val="1"/>
  <p:tag name="KSO_WM_TEMPLATE_COLOR_TYPE" val="1"/>
  <p:tag name="KSO_WM_TAG_VERSION" val="1.0"/>
  <p:tag name="KSO_WM_BEAUTIFY_FLAG" val="#wm#"/>
  <p:tag name="KSO_WM_TEMPLATE_CATEGORY" val="custom"/>
  <p:tag name="KSO_WM_TEMPLATE_INDEX" val="20203929"/>
  <p:tag name="KSO_WM_TEMPLATE_MASTER_THUMB_INDEX" val="12"/>
  <p:tag name="KSO_WM_TEMPLATE_THUMBS_INDEX" val="1、4、7、8、9、10、11、12、13、14、15"/>
</p:tagLst>
</file>

<file path=ppt/tags/tag6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6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y*1"/>
  <p:tag name="KSO_WM_UNIT_LAYERLEVEL" val="1"/>
  <p:tag name="KSO_WM_TAG_VERSION" val="1.0"/>
  <p:tag name="KSO_WM_BEAUTIFY_FLAG" val="#wm#"/>
  <p:tag name="KSO_WM_SLIDE_BACKGROUND_MASK_FLAG" val="1"/>
  <p:tag name="KSO_WM_UNIT_TYPE" val="y"/>
  <p:tag name="KSO_WM_UNIT_INDEX" val="1"/>
</p:tagLst>
</file>

<file path=ppt/tags/tag6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6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7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7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7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7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7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7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7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7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7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7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7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7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7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7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7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7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7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7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7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7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7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7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7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7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7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7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7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7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7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7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7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7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7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7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7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7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7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7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7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7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7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7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7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7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7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7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7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i*1"/>
  <p:tag name="KSO_WM_UNIT_LAYERLEVEL" val="1"/>
  <p:tag name="KSO_WM_TAG_VERSION" val="1.0"/>
  <p:tag name="KSO_WM_BEAUTIFY_FLAG" val="#wm#"/>
  <p:tag name="KSO_WM_SLIDE_BACKGROUND_TYPE" val="frame"/>
  <p:tag name="KSO_WM_SLIDE_BK_DARK_LIGHT" val="1"/>
  <p:tag name="KSO_WM_UNIT_BK_DARK_LIGHT" val="1"/>
  <p:tag name="KSO_WM_UNIT_SUBTYPE" val="h"/>
  <p:tag name="KSO_WM_UNIT_TYPE" val="i"/>
  <p:tag name="KSO_WM_UNIT_INDEX" val="1"/>
</p:tagLst>
</file>

<file path=ppt/tags/tag7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7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7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7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7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7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leftRight"/>
  <p:tag name="KSO_WM_SLIDE_BK_DARK_LIGHT" val="1"/>
  <p:tag name="KSO_WM_UNIT_BK_DARK_LIGHT" val="1"/>
</p:tagLst>
</file>

<file path=ppt/tags/tag784.xml><?xml version="1.0" encoding="utf-8"?>
<p:tagLst xmlns:p="http://schemas.openxmlformats.org/presentationml/2006/main">
  <p:tag name="KSO_WM_SLIDE_BACKGROUND_TYPE" val="leftRigh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785.xml><?xml version="1.0" encoding="utf-8"?>
<p:tagLst xmlns:p="http://schemas.openxmlformats.org/presentationml/2006/main">
  <p:tag name="KSO_WM_SLIDE_BACKGROUND_TYPE" val="leftRigh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7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7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7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7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7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7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7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topBottom"/>
  <p:tag name="KSO_WM_SLIDE_BK_DARK_LIGHT" val="1"/>
  <p:tag name="KSO_WM_UNIT_BK_DARK_LIGHT" val="1"/>
</p:tagLst>
</file>

<file path=ppt/tags/tag793.xml><?xml version="1.0" encoding="utf-8"?>
<p:tagLst xmlns:p="http://schemas.openxmlformats.org/presentationml/2006/main">
  <p:tag name="KSO_WM_SLIDE_BACKGROUND_TYPE" val="topBottom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794.xml><?xml version="1.0" encoding="utf-8"?>
<p:tagLst xmlns:p="http://schemas.openxmlformats.org/presentationml/2006/main">
  <p:tag name="KSO_WM_SLIDE_BACKGROUND_TYPE" val="topBottom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7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7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7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7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7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8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8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8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8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UNIT_BK_DARK_LIGHT" val="1"/>
  <p:tag name="KSO_WM_SLIDE_BACKGROUND_TYPE" val="bottomTop"/>
  <p:tag name="KSO_WM_SLIDE_BK_DARK_LIGHT" val="1"/>
</p:tagLst>
</file>

<file path=ppt/tags/tag8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8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8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8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8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8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8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navigation"/>
  <p:tag name="KSO_WM_SLIDE_BK_DARK_LIGHT" val="1"/>
  <p:tag name="KSO_WM_UNIT_BK_DARK_LIGHT" val="1"/>
</p:tagLst>
</file>

<file path=ppt/tags/tag811.xml><?xml version="1.0" encoding="utf-8"?>
<p:tagLst xmlns:p="http://schemas.openxmlformats.org/presentationml/2006/main">
  <p:tag name="KSO_WM_SLIDE_BACKGROUND_TYPE" val="navigation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812.xml><?xml version="1.0" encoding="utf-8"?>
<p:tagLst xmlns:p="http://schemas.openxmlformats.org/presentationml/2006/main">
  <p:tag name="KSO_WM_SLIDE_BACKGROUND_TYPE" val="navigation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8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8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8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8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8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8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8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8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8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belt"/>
  <p:tag name="KSO_WM_SLIDE_BK_DARK_LIGHT" val="1"/>
  <p:tag name="KSO_WM_UNIT_BK_DARK_LIGHT" val="1"/>
</p:tagLst>
</file>

<file path=ppt/tags/tag822.xml><?xml version="1.0" encoding="utf-8"?>
<p:tagLst xmlns:p="http://schemas.openxmlformats.org/presentationml/2006/main">
  <p:tag name="KSO_WM_SLIDE_BACKGROUND_TYPE" val="bel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823.xml><?xml version="1.0" encoding="utf-8"?>
<p:tagLst xmlns:p="http://schemas.openxmlformats.org/presentationml/2006/main">
  <p:tag name="KSO_WM_SLIDE_BACKGROUND_TYPE" val="bel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8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8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8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8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8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8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3929"/>
</p:tagLst>
</file>

<file path=ppt/tags/tag8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3929"/>
</p:tagLst>
</file>

<file path=ppt/tags/tag8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34.xml><?xml version="1.0" encoding="utf-8"?>
<p:tagLst xmlns:p="http://schemas.openxmlformats.org/presentationml/2006/main">
  <p:tag name="KSO_WM_TEMPLATE_SUBCATEGORY" val="0"/>
  <p:tag name="KSO_WM_TEMPLATE_MASTER_TYPE" val="1"/>
  <p:tag name="KSO_WM_TEMPLATE_COLOR_TYPE" val="1"/>
  <p:tag name="KSO_WM_TAG_VERSION" val="1.0"/>
  <p:tag name="KSO_WM_BEAUTIFY_FLAG" val="#wm#"/>
  <p:tag name="KSO_WM_TEMPLATE_CATEGORY" val="custom"/>
  <p:tag name="KSO_WM_TEMPLATE_INDEX" val="20203929"/>
  <p:tag name="KSO_WM_TEMPLATE_MASTER_THUMB_INDEX" val="12"/>
  <p:tag name="KSO_WM_TEMPLATE_THUMBS_INDEX" val="1、4、7、8、9、10、11、12、13、14、15"/>
</p:tagLst>
</file>

<file path=ppt/tags/tag8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8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y*1"/>
  <p:tag name="KSO_WM_UNIT_LAYERLEVEL" val="1"/>
  <p:tag name="KSO_WM_TAG_VERSION" val="1.0"/>
  <p:tag name="KSO_WM_BEAUTIFY_FLAG" val="#wm#"/>
  <p:tag name="KSO_WM_SLIDE_BACKGROUND_MASK_FLAG" val="1"/>
  <p:tag name="KSO_WM_UNIT_TYPE" val="y"/>
  <p:tag name="KSO_WM_UNIT_INDEX" val="1"/>
</p:tagLst>
</file>

<file path=ppt/tags/tag8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8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8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8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8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8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8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8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8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8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8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8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8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8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8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8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8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8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8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8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8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8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8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8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8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8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8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8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8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8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8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8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8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8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8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8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9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9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9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9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9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9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i*1"/>
  <p:tag name="KSO_WM_UNIT_LAYERLEVEL" val="1"/>
  <p:tag name="KSO_WM_TAG_VERSION" val="1.0"/>
  <p:tag name="KSO_WM_BEAUTIFY_FLAG" val="#wm#"/>
  <p:tag name="KSO_WM_SLIDE_BACKGROUND_TYPE" val="frame"/>
  <p:tag name="KSO_WM_SLIDE_BK_DARK_LIGHT" val="1"/>
  <p:tag name="KSO_WM_UNIT_BK_DARK_LIGHT" val="1"/>
  <p:tag name="KSO_WM_UNIT_SUBTYPE" val="h"/>
  <p:tag name="KSO_WM_UNIT_TYPE" val="i"/>
  <p:tag name="KSO_WM_UNIT_INDEX" val="1"/>
</p:tagLst>
</file>

<file path=ppt/tags/tag9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9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9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9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9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9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leftRight"/>
  <p:tag name="KSO_WM_SLIDE_BK_DARK_LIGHT" val="1"/>
  <p:tag name="KSO_WM_UNIT_BK_DARK_LIGHT" val="1"/>
</p:tagLst>
</file>

<file path=ppt/tags/tag923.xml><?xml version="1.0" encoding="utf-8"?>
<p:tagLst xmlns:p="http://schemas.openxmlformats.org/presentationml/2006/main">
  <p:tag name="KSO_WM_SLIDE_BACKGROUND_TYPE" val="leftRigh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924.xml><?xml version="1.0" encoding="utf-8"?>
<p:tagLst xmlns:p="http://schemas.openxmlformats.org/presentationml/2006/main">
  <p:tag name="KSO_WM_SLIDE_BACKGROUND_TYPE" val="leftRigh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9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9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9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9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9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9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9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topBottom"/>
  <p:tag name="KSO_WM_SLIDE_BK_DARK_LIGHT" val="1"/>
  <p:tag name="KSO_WM_UNIT_BK_DARK_LIGHT" val="1"/>
</p:tagLst>
</file>

<file path=ppt/tags/tag932.xml><?xml version="1.0" encoding="utf-8"?>
<p:tagLst xmlns:p="http://schemas.openxmlformats.org/presentationml/2006/main">
  <p:tag name="KSO_WM_SLIDE_BACKGROUND_TYPE" val="topBottom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933.xml><?xml version="1.0" encoding="utf-8"?>
<p:tagLst xmlns:p="http://schemas.openxmlformats.org/presentationml/2006/main">
  <p:tag name="KSO_WM_SLIDE_BACKGROUND_TYPE" val="topBottom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9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9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9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9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9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9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9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9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9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UNIT_BK_DARK_LIGHT" val="1"/>
  <p:tag name="KSO_WM_SLIDE_BACKGROUND_TYPE" val="bottomTop"/>
  <p:tag name="KSO_WM_SLIDE_BK_DARK_LIGHT" val="1"/>
</p:tagLst>
</file>

<file path=ppt/tags/tag9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9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9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9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9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9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9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navigation"/>
  <p:tag name="KSO_WM_SLIDE_BK_DARK_LIGHT" val="1"/>
  <p:tag name="KSO_WM_UNIT_BK_DARK_LIGHT" val="1"/>
</p:tagLst>
</file>

<file path=ppt/tags/tag950.xml><?xml version="1.0" encoding="utf-8"?>
<p:tagLst xmlns:p="http://schemas.openxmlformats.org/presentationml/2006/main">
  <p:tag name="KSO_WM_SLIDE_BACKGROUND_TYPE" val="navigation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951.xml><?xml version="1.0" encoding="utf-8"?>
<p:tagLst xmlns:p="http://schemas.openxmlformats.org/presentationml/2006/main">
  <p:tag name="KSO_WM_SLIDE_BACKGROUND_TYPE" val="navigation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9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9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9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9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9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9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9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9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9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belt"/>
  <p:tag name="KSO_WM_SLIDE_BK_DARK_LIGHT" val="1"/>
  <p:tag name="KSO_WM_UNIT_BK_DARK_LIGHT" val="1"/>
</p:tagLst>
</file>

<file path=ppt/tags/tag961.xml><?xml version="1.0" encoding="utf-8"?>
<p:tagLst xmlns:p="http://schemas.openxmlformats.org/presentationml/2006/main">
  <p:tag name="KSO_WM_SLIDE_BACKGROUND_TYPE" val="bel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962.xml><?xml version="1.0" encoding="utf-8"?>
<p:tagLst xmlns:p="http://schemas.openxmlformats.org/presentationml/2006/main">
  <p:tag name="KSO_WM_SLIDE_BACKGROUND_TYPE" val="bel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9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9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9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9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9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9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3929"/>
</p:tagLst>
</file>

<file path=ppt/tags/tag9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3929"/>
</p:tagLst>
</file>

<file path=ppt/tags/tag9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9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9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973.xml><?xml version="1.0" encoding="utf-8"?>
<p:tagLst xmlns:p="http://schemas.openxmlformats.org/presentationml/2006/main">
  <p:tag name="KSO_WM_TEMPLATE_SUBCATEGORY" val="0"/>
  <p:tag name="KSO_WM_TEMPLATE_MASTER_TYPE" val="1"/>
  <p:tag name="KSO_WM_TEMPLATE_COLOR_TYPE" val="1"/>
  <p:tag name="KSO_WM_TAG_VERSION" val="1.0"/>
  <p:tag name="KSO_WM_BEAUTIFY_FLAG" val="#wm#"/>
  <p:tag name="KSO_WM_TEMPLATE_CATEGORY" val="custom"/>
  <p:tag name="KSO_WM_TEMPLATE_INDEX" val="20203929"/>
  <p:tag name="KSO_WM_TEMPLATE_MASTER_THUMB_INDEX" val="12"/>
  <p:tag name="KSO_WM_TEMPLATE_THUMBS_INDEX" val="1、4、7、8、9、10、11、12、13、14、15"/>
</p:tagLst>
</file>

<file path=ppt/tags/tag9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9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y*1"/>
  <p:tag name="KSO_WM_UNIT_LAYERLEVEL" val="1"/>
  <p:tag name="KSO_WM_TAG_VERSION" val="1.0"/>
  <p:tag name="KSO_WM_BEAUTIFY_FLAG" val="#wm#"/>
  <p:tag name="KSO_WM_SLIDE_BACKGROUND_MASK_FLAG" val="1"/>
  <p:tag name="KSO_WM_UNIT_TYPE" val="y"/>
  <p:tag name="KSO_WM_UNIT_INDEX" val="1"/>
</p:tagLst>
</file>

<file path=ppt/tags/tag9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9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9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9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9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9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9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9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9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9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9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9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9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9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9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9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9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9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0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0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0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0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0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0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0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0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0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0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0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0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0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0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0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0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0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10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10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10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10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10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10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i*1"/>
  <p:tag name="KSO_WM_UNIT_LAYERLEVEL" val="1"/>
  <p:tag name="KSO_WM_TAG_VERSION" val="1.0"/>
  <p:tag name="KSO_WM_BEAUTIFY_FLAG" val="#wm#"/>
  <p:tag name="KSO_WM_SLIDE_BACKGROUND_TYPE" val="frame"/>
  <p:tag name="KSO_WM_SLIDE_BK_DARK_LIGHT" val="1"/>
  <p:tag name="KSO_WM_UNIT_BK_DARK_LIGHT" val="1"/>
  <p:tag name="KSO_WM_UNIT_SUBTYPE" val="h"/>
  <p:tag name="KSO_WM_UNIT_TYPE" val="i"/>
  <p:tag name="KSO_WM_UNIT_INDEX" val="1"/>
</p:tagLst>
</file>

<file path=ppt/tags/tag10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10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10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10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10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10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leftRight"/>
  <p:tag name="KSO_WM_SLIDE_BK_DARK_LIGHT" val="1"/>
  <p:tag name="KSO_WM_UNIT_BK_DARK_LIGHT" val="1"/>
</p:tagLst>
</file>

<file path=ppt/tags/tag1062.xml><?xml version="1.0" encoding="utf-8"?>
<p:tagLst xmlns:p="http://schemas.openxmlformats.org/presentationml/2006/main">
  <p:tag name="KSO_WM_SLIDE_BACKGROUND_TYPE" val="leftRigh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1063.xml><?xml version="1.0" encoding="utf-8"?>
<p:tagLst xmlns:p="http://schemas.openxmlformats.org/presentationml/2006/main">
  <p:tag name="KSO_WM_SLIDE_BACKGROUND_TYPE" val="leftRigh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10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10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10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10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10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10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10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topBottom"/>
  <p:tag name="KSO_WM_SLIDE_BK_DARK_LIGHT" val="1"/>
  <p:tag name="KSO_WM_UNIT_BK_DARK_LIGHT" val="1"/>
</p:tagLst>
</file>

<file path=ppt/tags/tag1071.xml><?xml version="1.0" encoding="utf-8"?>
<p:tagLst xmlns:p="http://schemas.openxmlformats.org/presentationml/2006/main">
  <p:tag name="KSO_WM_SLIDE_BACKGROUND_TYPE" val="topBottom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1072.xml><?xml version="1.0" encoding="utf-8"?>
<p:tagLst xmlns:p="http://schemas.openxmlformats.org/presentationml/2006/main">
  <p:tag name="KSO_WM_SLIDE_BACKGROUND_TYPE" val="topBottom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10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10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10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10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10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10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10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0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0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UNIT_BK_DARK_LIGHT" val="1"/>
  <p:tag name="KSO_WM_SLIDE_BACKGROUND_TYPE" val="bottomTop"/>
  <p:tag name="KSO_WM_SLIDE_BK_DARK_LIGHT" val="1"/>
</p:tagLst>
</file>

<file path=ppt/tags/tag10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0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0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0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0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0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0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navigation"/>
  <p:tag name="KSO_WM_SLIDE_BK_DARK_LIGHT" val="1"/>
  <p:tag name="KSO_WM_UNIT_BK_DARK_LIGHT" val="1"/>
</p:tagLst>
</file>

<file path=ppt/tags/tag1089.xml><?xml version="1.0" encoding="utf-8"?>
<p:tagLst xmlns:p="http://schemas.openxmlformats.org/presentationml/2006/main">
  <p:tag name="KSO_WM_SLIDE_BACKGROUND_TYPE" val="navigation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1090.xml><?xml version="1.0" encoding="utf-8"?>
<p:tagLst xmlns:p="http://schemas.openxmlformats.org/presentationml/2006/main">
  <p:tag name="KSO_WM_SLIDE_BACKGROUND_TYPE" val="navigation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10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0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0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0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0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0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0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0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0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belt"/>
  <p:tag name="KSO_WM_SLIDE_BK_DARK_LIGHT" val="1"/>
  <p:tag name="KSO_WM_UNIT_BK_DARK_LIGHT" val="1"/>
</p:tagLst>
</file>

<file path=ppt/tags/tag1100.xml><?xml version="1.0" encoding="utf-8"?>
<p:tagLst xmlns:p="http://schemas.openxmlformats.org/presentationml/2006/main">
  <p:tag name="KSO_WM_SLIDE_BACKGROUND_TYPE" val="bel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1101.xml><?xml version="1.0" encoding="utf-8"?>
<p:tagLst xmlns:p="http://schemas.openxmlformats.org/presentationml/2006/main">
  <p:tag name="KSO_WM_SLIDE_BACKGROUND_TYPE" val="bel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1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1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1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1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1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1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3929"/>
</p:tagLst>
</file>

<file path=ppt/tags/tag1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3929"/>
</p:tagLst>
</file>

<file path=ppt/tags/tag1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112.xml><?xml version="1.0" encoding="utf-8"?>
<p:tagLst xmlns:p="http://schemas.openxmlformats.org/presentationml/2006/main">
  <p:tag name="KSO_WM_TEMPLATE_SUBCATEGORY" val="0"/>
  <p:tag name="KSO_WM_TEMPLATE_MASTER_TYPE" val="1"/>
  <p:tag name="KSO_WM_TEMPLATE_COLOR_TYPE" val="1"/>
  <p:tag name="KSO_WM_TAG_VERSION" val="1.0"/>
  <p:tag name="KSO_WM_BEAUTIFY_FLAG" val="#wm#"/>
  <p:tag name="KSO_WM_TEMPLATE_CATEGORY" val="custom"/>
  <p:tag name="KSO_WM_TEMPLATE_INDEX" val="20203929"/>
  <p:tag name="KSO_WM_TEMPLATE_MASTER_THUMB_INDEX" val="12"/>
  <p:tag name="KSO_WM_TEMPLATE_THUMBS_INDEX" val="1、4、7、8、9、10、11、12、13、14、15"/>
</p:tagLst>
</file>

<file path=ppt/tags/tag1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y*1"/>
  <p:tag name="KSO_WM_UNIT_LAYERLEVEL" val="1"/>
  <p:tag name="KSO_WM_TAG_VERSION" val="1.0"/>
  <p:tag name="KSO_WM_BEAUTIFY_FLAG" val="#wm#"/>
  <p:tag name="KSO_WM_SLIDE_BACKGROUND_MASK_FLAG" val="1"/>
  <p:tag name="KSO_WM_UNIT_TYPE" val="y"/>
  <p:tag name="KSO_WM_UNIT_INDEX" val="1"/>
</p:tagLst>
</file>

<file path=ppt/tags/tag1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1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1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1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1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1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1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1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1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1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1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1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1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1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1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1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1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1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1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1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1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1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1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1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1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1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1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1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1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1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1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1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1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11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11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11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11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11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</p:tagLst>
</file>

<file path=ppt/tags/tag11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i*1"/>
  <p:tag name="KSO_WM_UNIT_LAYERLEVEL" val="1"/>
  <p:tag name="KSO_WM_TAG_VERSION" val="1.0"/>
  <p:tag name="KSO_WM_BEAUTIFY_FLAG" val="#wm#"/>
  <p:tag name="KSO_WM_SLIDE_BACKGROUND_TYPE" val="frame"/>
  <p:tag name="KSO_WM_SLIDE_BK_DARK_LIGHT" val="1"/>
  <p:tag name="KSO_WM_UNIT_BK_DARK_LIGHT" val="1"/>
  <p:tag name="KSO_WM_UNIT_SUBTYPE" val="h"/>
  <p:tag name="KSO_WM_UNIT_TYPE" val="i"/>
  <p:tag name="KSO_WM_UNIT_INDEX" val="1"/>
</p:tagLst>
</file>

<file path=ppt/tags/tag11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11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11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11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11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1"/>
</p:tagLst>
</file>

<file path=ppt/tags/tag12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leftRight"/>
  <p:tag name="KSO_WM_SLIDE_BK_DARK_LIGHT" val="1"/>
  <p:tag name="KSO_WM_UNIT_BK_DARK_LIGHT" val="1"/>
</p:tagLst>
</file>

<file path=ppt/tags/tag1201.xml><?xml version="1.0" encoding="utf-8"?>
<p:tagLst xmlns:p="http://schemas.openxmlformats.org/presentationml/2006/main">
  <p:tag name="KSO_WM_SLIDE_BACKGROUND_TYPE" val="leftRigh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1202.xml><?xml version="1.0" encoding="utf-8"?>
<p:tagLst xmlns:p="http://schemas.openxmlformats.org/presentationml/2006/main">
  <p:tag name="KSO_WM_SLIDE_BACKGROUND_TYPE" val="leftRigh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12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12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12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12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12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12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1"/>
</p:tagLst>
</file>

<file path=ppt/tags/tag12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topBottom"/>
  <p:tag name="KSO_WM_SLIDE_BK_DARK_LIGHT" val="1"/>
  <p:tag name="KSO_WM_UNIT_BK_DARK_LIGHT" val="1"/>
</p:tagLst>
</file>

<file path=ppt/tags/tag1210.xml><?xml version="1.0" encoding="utf-8"?>
<p:tagLst xmlns:p="http://schemas.openxmlformats.org/presentationml/2006/main">
  <p:tag name="KSO_WM_SLIDE_BACKGROUND_TYPE" val="topBottom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1211.xml><?xml version="1.0" encoding="utf-8"?>
<p:tagLst xmlns:p="http://schemas.openxmlformats.org/presentationml/2006/main">
  <p:tag name="KSO_WM_SLIDE_BACKGROUND_TYPE" val="topBottom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12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12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12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12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12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12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1"/>
</p:tagLst>
</file>

<file path=ppt/tags/tag12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2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2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UNIT_BK_DARK_LIGHT" val="1"/>
  <p:tag name="KSO_WM_SLIDE_BACKGROUND_TYPE" val="bottomTop"/>
  <p:tag name="KSO_WM_SLIDE_BK_DARK_LIGHT" val="1"/>
</p:tagLst>
</file>

<file path=ppt/tags/tag12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2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2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2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2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2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1"/>
</p:tagLst>
</file>

<file path=ppt/tags/tag12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navigation"/>
  <p:tag name="KSO_WM_SLIDE_BK_DARK_LIGHT" val="1"/>
  <p:tag name="KSO_WM_UNIT_BK_DARK_LIGHT" val="1"/>
</p:tagLst>
</file>

<file path=ppt/tags/tag1228.xml><?xml version="1.0" encoding="utf-8"?>
<p:tagLst xmlns:p="http://schemas.openxmlformats.org/presentationml/2006/main">
  <p:tag name="KSO_WM_SLIDE_BACKGROUND_TYPE" val="navigation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1229.xml><?xml version="1.0" encoding="utf-8"?>
<p:tagLst xmlns:p="http://schemas.openxmlformats.org/presentationml/2006/main">
  <p:tag name="KSO_WM_SLIDE_BACKGROUND_TYPE" val="navigation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12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2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2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2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2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2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2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2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2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belt"/>
  <p:tag name="KSO_WM_SLIDE_BK_DARK_LIGHT" val="1"/>
  <p:tag name="KSO_WM_UNIT_BK_DARK_LIGHT" val="1"/>
</p:tagLst>
</file>

<file path=ppt/tags/tag1239.xml><?xml version="1.0" encoding="utf-8"?>
<p:tagLst xmlns:p="http://schemas.openxmlformats.org/presentationml/2006/main">
  <p:tag name="KSO_WM_SLIDE_BACKGROUND_TYPE" val="bel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1240.xml><?xml version="1.0" encoding="utf-8"?>
<p:tagLst xmlns:p="http://schemas.openxmlformats.org/presentationml/2006/main">
  <p:tag name="KSO_WM_SLIDE_BACKGROUND_TYPE" val="belt"/>
  <p:tag name="KSO_WM_SLIDE_BK_DARK_LIGHT" val="1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12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12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12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12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12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1"/>
</p:tagLst>
</file>

<file path=ppt/tags/tag12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3929"/>
</p:tagLst>
</file>

<file path=ppt/tags/tag12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3929"/>
</p:tagLst>
</file>

<file path=ppt/tags/tag12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51.xml><?xml version="1.0" encoding="utf-8"?>
<p:tagLst xmlns:p="http://schemas.openxmlformats.org/presentationml/2006/main">
  <p:tag name="KSO_WM_TEMPLATE_SUBCATEGORY" val="0"/>
  <p:tag name="KSO_WM_TEMPLATE_MASTER_TYPE" val="1"/>
  <p:tag name="KSO_WM_TEMPLATE_COLOR_TYPE" val="1"/>
  <p:tag name="KSO_WM_TAG_VERSION" val="1.0"/>
  <p:tag name="KSO_WM_BEAUTIFY_FLAG" val="#wm#"/>
  <p:tag name="KSO_WM_TEMPLATE_CATEGORY" val="custom"/>
  <p:tag name="KSO_WM_TEMPLATE_INDEX" val="20203929"/>
  <p:tag name="KSO_WM_TEMPLATE_MASTER_THUMB_INDEX" val="12"/>
  <p:tag name="KSO_WM_TEMPLATE_THUMBS_INDEX" val="1、4、7、8、9、10、11、12、13、14、15"/>
</p:tagLst>
</file>

<file path=ppt/tags/tag1252.xml><?xml version="1.0" encoding="utf-8"?>
<p:tagLst xmlns:p="http://schemas.openxmlformats.org/presentationml/2006/main">
  <p:tag name="KSO_WM_UNIT_ISCONTENTSTITLE" val="0"/>
  <p:tag name="KSO_WM_UNIT_PRESET_TEXT" val="数据商务风格通用型PPT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3929_1*a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ISNUMDGMTITLE" val="0"/>
  <p:tag name="KSO_WM_UNIT_TEXT_SHADOW_SCHEMECOLOR_INDEX_BRIGHTNESS" val="0"/>
  <p:tag name="KSO_WM_UNIT_TEXT_SHADOW_SCHEMECOLOR_INDEX" val="10"/>
</p:tagLst>
</file>

<file path=ppt/tags/tag1253.xml><?xml version="1.0" encoding="utf-8"?>
<p:tagLst xmlns:p="http://schemas.openxmlformats.org/presentationml/2006/main">
  <p:tag name="KSO_WM_UNIT_ISCONTENTSTITLE" val="0"/>
  <p:tag name="KSO_WM_UNIT_PRESET_TEXT" val="202X-202X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3929_1*b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ISNUMDGMTITLE" val="0"/>
  <p:tag name="KSO_WM_UNIT_TEXT_FILL_FORE_SCHEMECOLOR_INDEX_BRIGHTNESS" val="0"/>
  <p:tag name="KSO_WM_UNIT_TEXT_FILL_FORE_SCHEMECOLOR_INDEX" val="14"/>
  <p:tag name="KSO_WM_UNIT_TEXT_FILL_TYPE" val="1"/>
</p:tagLst>
</file>

<file path=ppt/tags/tag1254.xml><?xml version="1.0" encoding="utf-8"?>
<p:tagLst xmlns:p="http://schemas.openxmlformats.org/presentationml/2006/main">
  <p:tag name="KSO_WM_SLIDE_ID" val="custom20203929_1"/>
  <p:tag name="KSO_WM_TEMPLATE_SUBCATEGORY" val="0"/>
  <p:tag name="KSO_WM_TEMPLATE_MASTER_TYPE" val="1"/>
  <p:tag name="KSO_WM_TEMPLATE_COLOR_TYPE" val="1"/>
  <p:tag name="KSO_WM_SLIDE_TYPE" val="title"/>
  <p:tag name="KSO_WM_SLIDE_SUBTYPE" val="pureTxt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3929"/>
  <p:tag name="KSO_WM_SLIDE_LAYOUT" val="a_b"/>
  <p:tag name="KSO_WM_SLIDE_LAYOUT_CNT" val="1_1"/>
  <p:tag name="KSO_WM_TEMPLATE_MASTER_THUMB_INDEX" val="12"/>
  <p:tag name="KSO_WM_TEMPLATE_THUMBS_INDEX" val="1、4、7、8、9、10、11、12、13、14、15"/>
</p:tagLst>
</file>

<file path=ppt/tags/tag12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1"/>
  <p:tag name="KSO_WM_UNIT_ID" val="custom20203929_6*l_h_i*1_3_1"/>
  <p:tag name="KSO_WM_TEMPLATE_CATEGORY" val="custom"/>
  <p:tag name="KSO_WM_TEMPLATE_INDEX" val="20203929"/>
  <p:tag name="KSO_WM_UNIT_LAYERLEVEL" val="1_1_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  <p:tag name="KSO_WM_DIAGRAM_VIRTUALLY_FRAME" val="{&quot;height&quot;:322.1994488188976,&quot;left&quot;:492.9264566929134,&quot;top&quot;:151.55,&quot;width&quot;:419.88811023622037}"/>
</p:tagLst>
</file>

<file path=ppt/tags/tag1256.xml><?xml version="1.0" encoding="utf-8"?>
<p:tagLst xmlns:p="http://schemas.openxmlformats.org/presentationml/2006/main">
  <p:tag name="PA" val="v3.0.1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custom20203929_6*l_h_f*1_3_1"/>
  <p:tag name="KSO_WM_TEMPLATE_CATEGORY" val="custom"/>
  <p:tag name="KSO_WM_TEMPLATE_INDEX" val="20203929"/>
  <p:tag name="KSO_WM_UNIT_LAYERLEVEL" val="1_1_1"/>
  <p:tag name="KSO_WM_TAG_VERSION" val="1.0"/>
  <p:tag name="KSO_WM_BEAUTIFY_FLAG" val="#wm#"/>
  <p:tag name="KSO_WM_UNIT_PRESET_TEXT" val="单击此处添加标题"/>
  <p:tag name="KSO_WM_UNIT_VALUE" val="7"/>
  <p:tag name="KSO_WM_UNIT_TEXT_FILL_FORE_SCHEMECOLOR_INDEX" val="14"/>
  <p:tag name="KSO_WM_UNIT_TEXT_FILL_TYPE" val="1"/>
  <p:tag name="KSO_WM_UNIT_USESOURCEFORMAT_APPLY" val="1"/>
  <p:tag name="KSO_WM_UNIT_SUBTYPE" val="a"/>
  <p:tag name="KSO_WM_DIAGRAM_VIRTUALLY_FRAME" val="{&quot;height&quot;:322.1994488188976,&quot;left&quot;:492.9264566929134,&quot;top&quot;:151.55,&quot;width&quot;:419.88811023622037}"/>
</p:tagLst>
</file>

<file path=ppt/tags/tag1257.xml><?xml version="1.0" encoding="utf-8"?>
<p:tagLst xmlns:p="http://schemas.openxmlformats.org/presentationml/2006/main">
  <p:tag name="PA" val="v3.0.1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3_2"/>
  <p:tag name="KSO_WM_UNIT_ID" val="custom20203929_6*l_h_i*1_3_2"/>
  <p:tag name="KSO_WM_TEMPLATE_CATEGORY" val="custom"/>
  <p:tag name="KSO_WM_TEMPLATE_INDEX" val="20203929"/>
  <p:tag name="KSO_WM_UNIT_LAYERLEVEL" val="1_1_1"/>
  <p:tag name="KSO_WM_TAG_VERSION" val="1.0"/>
  <p:tag name="KSO_WM_BEAUTIFY_FLAG" val="#wm#"/>
  <p:tag name="KSO_WM_UNIT_TEXT_FILL_FORE_SCHEMECOLOR_INDEX" val="5"/>
  <p:tag name="KSO_WM_UNIT_TEXT_FILL_TYPE" val="1"/>
  <p:tag name="KSO_WM_UNIT_USESOURCEFORMAT_APPLY" val="1"/>
  <p:tag name="KSO_WM_DIAGRAM_VIRTUALLY_FRAME" val="{&quot;height&quot;:322.1994488188976,&quot;left&quot;:492.9264566929134,&quot;top&quot;:151.55,&quot;width&quot;:419.88811023622037}"/>
</p:tagLst>
</file>

<file path=ppt/tags/tag12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1"/>
  <p:tag name="KSO_WM_UNIT_ID" val="custom20203929_6*l_h_i*1_1_1"/>
  <p:tag name="KSO_WM_TEMPLATE_CATEGORY" val="custom"/>
  <p:tag name="KSO_WM_TEMPLATE_INDEX" val="20203929"/>
  <p:tag name="KSO_WM_UNIT_LAYERLEVEL" val="1_1_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  <p:tag name="KSO_WM_DIAGRAM_VIRTUALLY_FRAME" val="{&quot;height&quot;:322.1994488188976,&quot;left&quot;:492.9264566929134,&quot;top&quot;:151.55,&quot;width&quot;:419.88811023622037}"/>
</p:tagLst>
</file>

<file path=ppt/tags/tag1259.xml><?xml version="1.0" encoding="utf-8"?>
<p:tagLst xmlns:p="http://schemas.openxmlformats.org/presentationml/2006/main">
  <p:tag name="PA" val="v3.0.1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custom20203929_6*l_h_f*1_1_1"/>
  <p:tag name="KSO_WM_TEMPLATE_CATEGORY" val="custom"/>
  <p:tag name="KSO_WM_TEMPLATE_INDEX" val="20203929"/>
  <p:tag name="KSO_WM_UNIT_LAYERLEVEL" val="1_1_1"/>
  <p:tag name="KSO_WM_TAG_VERSION" val="1.0"/>
  <p:tag name="KSO_WM_BEAUTIFY_FLAG" val="#wm#"/>
  <p:tag name="KSO_WM_UNIT_PRESET_TEXT" val="单击此处添加标题"/>
  <p:tag name="KSO_WM_UNIT_VALUE" val="7"/>
  <p:tag name="KSO_WM_UNIT_TEXT_FILL_FORE_SCHEMECOLOR_INDEX" val="14"/>
  <p:tag name="KSO_WM_UNIT_TEXT_FILL_TYPE" val="1"/>
  <p:tag name="KSO_WM_UNIT_USESOURCEFORMAT_APPLY" val="1"/>
  <p:tag name="KSO_WM_UNIT_SUBTYPE" val="a"/>
  <p:tag name="KSO_WM_DIAGRAM_VIRTUALLY_FRAME" val="{&quot;height&quot;:322.1994488188976,&quot;left&quot;:492.9264566929134,&quot;top&quot;:151.55,&quot;width&quot;:419.88811023622037}"/>
</p:tagLst>
</file>

<file path=ppt/tags/tag1260.xml><?xml version="1.0" encoding="utf-8"?>
<p:tagLst xmlns:p="http://schemas.openxmlformats.org/presentationml/2006/main">
  <p:tag name="PA" val="v3.0.1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1_2"/>
  <p:tag name="KSO_WM_UNIT_ID" val="custom20203929_6*l_h_i*1_1_2"/>
  <p:tag name="KSO_WM_TEMPLATE_CATEGORY" val="custom"/>
  <p:tag name="KSO_WM_TEMPLATE_INDEX" val="20203929"/>
  <p:tag name="KSO_WM_UNIT_LAYERLEVEL" val="1_1_1"/>
  <p:tag name="KSO_WM_TAG_VERSION" val="1.0"/>
  <p:tag name="KSO_WM_BEAUTIFY_FLAG" val="#wm#"/>
  <p:tag name="KSO_WM_UNIT_TEXT_FILL_FORE_SCHEMECOLOR_INDEX" val="5"/>
  <p:tag name="KSO_WM_UNIT_TEXT_FILL_TYPE" val="1"/>
  <p:tag name="KSO_WM_UNIT_USESOURCEFORMAT_APPLY" val="1"/>
  <p:tag name="KSO_WM_DIAGRAM_VIRTUALLY_FRAME" val="{&quot;height&quot;:322.1994488188976,&quot;left&quot;:492.9264566929134,&quot;top&quot;:151.55,&quot;width&quot;:419.88811023622037}"/>
</p:tagLst>
</file>

<file path=ppt/tags/tag12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1"/>
  <p:tag name="KSO_WM_UNIT_ID" val="custom20203929_6*l_h_i*1_2_1"/>
  <p:tag name="KSO_WM_TEMPLATE_CATEGORY" val="custom"/>
  <p:tag name="KSO_WM_TEMPLATE_INDEX" val="20203929"/>
  <p:tag name="KSO_WM_UNIT_LAYERLEVEL" val="1_1_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  <p:tag name="KSO_WM_DIAGRAM_VIRTUALLY_FRAME" val="{&quot;height&quot;:322.1994488188976,&quot;left&quot;:492.9264566929134,&quot;top&quot;:151.55,&quot;width&quot;:419.88811023622037}"/>
</p:tagLst>
</file>

<file path=ppt/tags/tag1262.xml><?xml version="1.0" encoding="utf-8"?>
<p:tagLst xmlns:p="http://schemas.openxmlformats.org/presentationml/2006/main">
  <p:tag name="PA" val="v3.0.1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custom20203929_6*l_h_f*1_2_1"/>
  <p:tag name="KSO_WM_TEMPLATE_CATEGORY" val="custom"/>
  <p:tag name="KSO_WM_TEMPLATE_INDEX" val="20203929"/>
  <p:tag name="KSO_WM_UNIT_LAYERLEVEL" val="1_1_1"/>
  <p:tag name="KSO_WM_TAG_VERSION" val="1.0"/>
  <p:tag name="KSO_WM_BEAUTIFY_FLAG" val="#wm#"/>
  <p:tag name="KSO_WM_UNIT_PRESET_TEXT" val="单击此处添加标题"/>
  <p:tag name="KSO_WM_UNIT_VALUE" val="7"/>
  <p:tag name="KSO_WM_UNIT_TEXT_FILL_FORE_SCHEMECOLOR_INDEX" val="14"/>
  <p:tag name="KSO_WM_UNIT_TEXT_FILL_TYPE" val="1"/>
  <p:tag name="KSO_WM_UNIT_USESOURCEFORMAT_APPLY" val="1"/>
  <p:tag name="KSO_WM_UNIT_SUBTYPE" val="a"/>
  <p:tag name="KSO_WM_DIAGRAM_VIRTUALLY_FRAME" val="{&quot;height&quot;:322.1994488188976,&quot;left&quot;:492.9264566929134,&quot;top&quot;:151.55,&quot;width&quot;:419.88811023622037}"/>
</p:tagLst>
</file>

<file path=ppt/tags/tag1263.xml><?xml version="1.0" encoding="utf-8"?>
<p:tagLst xmlns:p="http://schemas.openxmlformats.org/presentationml/2006/main">
  <p:tag name="PA" val="v3.0.1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2_2"/>
  <p:tag name="KSO_WM_UNIT_ID" val="custom20203929_6*l_h_i*1_2_2"/>
  <p:tag name="KSO_WM_TEMPLATE_CATEGORY" val="custom"/>
  <p:tag name="KSO_WM_TEMPLATE_INDEX" val="20203929"/>
  <p:tag name="KSO_WM_UNIT_LAYERLEVEL" val="1_1_1"/>
  <p:tag name="KSO_WM_TAG_VERSION" val="1.0"/>
  <p:tag name="KSO_WM_BEAUTIFY_FLAG" val="#wm#"/>
  <p:tag name="KSO_WM_UNIT_TEXT_FILL_FORE_SCHEMECOLOR_INDEX" val="5"/>
  <p:tag name="KSO_WM_UNIT_TEXT_FILL_TYPE" val="1"/>
  <p:tag name="KSO_WM_UNIT_USESOURCEFORMAT_APPLY" val="1"/>
  <p:tag name="KSO_WM_DIAGRAM_VIRTUALLY_FRAME" val="{&quot;height&quot;:322.1994488188976,&quot;left&quot;:492.9264566929134,&quot;top&quot;:151.55,&quot;width&quot;:419.88811023622037}"/>
</p:tagLst>
</file>

<file path=ppt/tags/tag12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4_1"/>
  <p:tag name="KSO_WM_UNIT_ID" val="custom20203929_6*l_h_i*1_4_1"/>
  <p:tag name="KSO_WM_TEMPLATE_CATEGORY" val="custom"/>
  <p:tag name="KSO_WM_TEMPLATE_INDEX" val="20203929"/>
  <p:tag name="KSO_WM_UNIT_LAYERLEVEL" val="1_1_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  <p:tag name="KSO_WM_DIAGRAM_VIRTUALLY_FRAME" val="{&quot;height&quot;:322.1994488188976,&quot;left&quot;:492.9264566929134,&quot;top&quot;:151.55,&quot;width&quot;:419.88811023622037}"/>
</p:tagLst>
</file>

<file path=ppt/tags/tag1265.xml><?xml version="1.0" encoding="utf-8"?>
<p:tagLst xmlns:p="http://schemas.openxmlformats.org/presentationml/2006/main">
  <p:tag name="PA" val="v3.0.1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4_1"/>
  <p:tag name="KSO_WM_UNIT_ID" val="custom20203929_6*l_h_f*1_4_1"/>
  <p:tag name="KSO_WM_TEMPLATE_CATEGORY" val="custom"/>
  <p:tag name="KSO_WM_TEMPLATE_INDEX" val="20203929"/>
  <p:tag name="KSO_WM_UNIT_LAYERLEVEL" val="1_1_1"/>
  <p:tag name="KSO_WM_TAG_VERSION" val="1.0"/>
  <p:tag name="KSO_WM_BEAUTIFY_FLAG" val="#wm#"/>
  <p:tag name="KSO_WM_UNIT_PRESET_TEXT" val="单击此处添加标题"/>
  <p:tag name="KSO_WM_UNIT_VALUE" val="7"/>
  <p:tag name="KSO_WM_UNIT_TEXT_FILL_FORE_SCHEMECOLOR_INDEX" val="14"/>
  <p:tag name="KSO_WM_UNIT_TEXT_FILL_TYPE" val="1"/>
  <p:tag name="KSO_WM_UNIT_USESOURCEFORMAT_APPLY" val="1"/>
  <p:tag name="KSO_WM_UNIT_SUBTYPE" val="a"/>
  <p:tag name="KSO_WM_DIAGRAM_VIRTUALLY_FRAME" val="{&quot;height&quot;:322.1994488188976,&quot;left&quot;:492.9264566929134,&quot;top&quot;:151.55,&quot;width&quot;:419.88811023622037}"/>
</p:tagLst>
</file>

<file path=ppt/tags/tag1266.xml><?xml version="1.0" encoding="utf-8"?>
<p:tagLst xmlns:p="http://schemas.openxmlformats.org/presentationml/2006/main">
  <p:tag name="PA" val="v3.0.1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4_2"/>
  <p:tag name="KSO_WM_UNIT_ID" val="custom20203929_6*l_h_i*1_4_2"/>
  <p:tag name="KSO_WM_TEMPLATE_CATEGORY" val="custom"/>
  <p:tag name="KSO_WM_TEMPLATE_INDEX" val="20203929"/>
  <p:tag name="KSO_WM_UNIT_LAYERLEVEL" val="1_1_1"/>
  <p:tag name="KSO_WM_TAG_VERSION" val="1.0"/>
  <p:tag name="KSO_WM_BEAUTIFY_FLAG" val="#wm#"/>
  <p:tag name="KSO_WM_UNIT_TEXT_FILL_FORE_SCHEMECOLOR_INDEX" val="5"/>
  <p:tag name="KSO_WM_UNIT_TEXT_FILL_TYPE" val="1"/>
  <p:tag name="KSO_WM_UNIT_USESOURCEFORMAT_APPLY" val="1"/>
  <p:tag name="KSO_WM_DIAGRAM_VIRTUALLY_FRAME" val="{&quot;height&quot;:322.1994488188976,&quot;left&quot;:492.9264566929134,&quot;top&quot;:151.55,&quot;width&quot;:419.88811023622037}"/>
</p:tagLst>
</file>

<file path=ppt/tags/tag1267.xml><?xml version="1.0" encoding="utf-8"?>
<p:tagLst xmlns:p="http://schemas.openxmlformats.org/presentationml/2006/main">
  <p:tag name="PA" val="v3.0.1"/>
  <p:tag name="KSO_WM_UNIT_ISCONTENTSTITLE" val="1"/>
  <p:tag name="KSO_WM_UNIT_PRESET_TEXT" val="目录"/>
  <p:tag name="KSO_WM_UNIT_NOCLEAR" val="0"/>
  <p:tag name="KSO_WM_UNIT_VALUE" val="2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UNIT_ID" val="custom20203929_6*a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TEXT_FILL_FORE_SCHEMECOLOR_INDEX" val="14"/>
  <p:tag name="KSO_WM_UNIT_TEXT_FILL_TYPE" val="1"/>
  <p:tag name="KSO_WM_UNIT_USESOURCEFORMAT_APPLY" val="1"/>
  <p:tag name="KSO_WM_UNIT_ISNUMDGMTITLE" val="0"/>
</p:tagLst>
</file>

<file path=ppt/tags/tag12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5_1"/>
  <p:tag name="KSO_WM_UNIT_ID" val="custom20203929_6*l_h_i*1_5_1"/>
  <p:tag name="KSO_WM_TEMPLATE_CATEGORY" val="custom"/>
  <p:tag name="KSO_WM_TEMPLATE_INDEX" val="20203929"/>
  <p:tag name="KSO_WM_UNIT_LAYERLEVEL" val="1_1_1"/>
  <p:tag name="KSO_WM_TAG_VERSION" val="1.0"/>
  <p:tag name="KSO_WM_BEAUTIFY_FLAG" val="#wm#"/>
  <p:tag name="KSO_WM_UNIT_FILL_FORE_SCHEMECOLOR_INDEX" val="14"/>
  <p:tag name="KSO_WM_UNIT_FILL_TYPE" val="1"/>
  <p:tag name="KSO_WM_UNIT_TEXT_FILL_FORE_SCHEMECOLOR_INDEX" val="14"/>
  <p:tag name="KSO_WM_UNIT_TEXT_FILL_TYPE" val="1"/>
  <p:tag name="KSO_WM_UNIT_USESOURCEFORMAT_APPLY" val="1"/>
  <p:tag name="KSO_WM_DIAGRAM_VIRTUALLY_FRAME" val="{&quot;height&quot;:322.1994488188976,&quot;left&quot;:492.9264566929134,&quot;top&quot;:151.55,&quot;width&quot;:419.88811023622037}"/>
</p:tagLst>
</file>

<file path=ppt/tags/tag1269.xml><?xml version="1.0" encoding="utf-8"?>
<p:tagLst xmlns:p="http://schemas.openxmlformats.org/presentationml/2006/main">
  <p:tag name="PA" val="v3.0.1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5_1"/>
  <p:tag name="KSO_WM_UNIT_ID" val="custom20203929_6*l_h_f*1_5_1"/>
  <p:tag name="KSO_WM_TEMPLATE_CATEGORY" val="custom"/>
  <p:tag name="KSO_WM_TEMPLATE_INDEX" val="20203929"/>
  <p:tag name="KSO_WM_UNIT_LAYERLEVEL" val="1_1_1"/>
  <p:tag name="KSO_WM_TAG_VERSION" val="1.0"/>
  <p:tag name="KSO_WM_BEAUTIFY_FLAG" val="#wm#"/>
  <p:tag name="KSO_WM_UNIT_PRESET_TEXT" val="单击此处添加标题"/>
  <p:tag name="KSO_WM_UNIT_VALUE" val="7"/>
  <p:tag name="KSO_WM_UNIT_TEXT_FILL_FORE_SCHEMECOLOR_INDEX" val="14"/>
  <p:tag name="KSO_WM_UNIT_TEXT_FILL_TYPE" val="1"/>
  <p:tag name="KSO_WM_UNIT_USESOURCEFORMAT_APPLY" val="1"/>
  <p:tag name="KSO_WM_UNIT_SUBTYPE" val="a"/>
  <p:tag name="KSO_WM_DIAGRAM_VIRTUALLY_FRAME" val="{&quot;height&quot;:322.1994488188976,&quot;left&quot;:492.9264566929134,&quot;top&quot;:151.55,&quot;width&quot;:419.88811023622037}"/>
</p:tagLst>
</file>

<file path=ppt/tags/tag1270.xml><?xml version="1.0" encoding="utf-8"?>
<p:tagLst xmlns:p="http://schemas.openxmlformats.org/presentationml/2006/main">
  <p:tag name="PA" val="v3.0.1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i"/>
  <p:tag name="KSO_WM_UNIT_INDEX" val="1_5_2"/>
  <p:tag name="KSO_WM_UNIT_ID" val="custom20203929_6*l_h_i*1_5_2"/>
  <p:tag name="KSO_WM_TEMPLATE_CATEGORY" val="custom"/>
  <p:tag name="KSO_WM_TEMPLATE_INDEX" val="20203929"/>
  <p:tag name="KSO_WM_UNIT_LAYERLEVEL" val="1_1_1"/>
  <p:tag name="KSO_WM_TAG_VERSION" val="1.0"/>
  <p:tag name="KSO_WM_BEAUTIFY_FLAG" val="#wm#"/>
  <p:tag name="KSO_WM_UNIT_TEXT_FILL_FORE_SCHEMECOLOR_INDEX" val="5"/>
  <p:tag name="KSO_WM_UNIT_TEXT_FILL_TYPE" val="1"/>
  <p:tag name="KSO_WM_UNIT_USESOURCEFORMAT_APPLY" val="1"/>
  <p:tag name="KSO_WM_DIAGRAM_VIRTUALLY_FRAME" val="{&quot;height&quot;:322.1994488188976,&quot;left&quot;:492.9264566929134,&quot;top&quot;:151.55,&quot;width&quot;:419.88811023622037}"/>
</p:tagLst>
</file>

<file path=ppt/tags/tag1271.xml><?xml version="1.0" encoding="utf-8"?>
<p:tagLst xmlns:p="http://schemas.openxmlformats.org/presentationml/2006/main">
  <p:tag name="KSO_WM_SLIDE_ID" val="custom20203929_6"/>
  <p:tag name="KSO_WM_TEMPLATE_SUBCATEGORY" val="0"/>
  <p:tag name="KSO_WM_TEMPLATE_MASTER_TYPE" val="1"/>
  <p:tag name="KSO_WM_TEMPLATE_COLOR_TYPE" val="1"/>
  <p:tag name="KSO_WM_SLIDE_TYPE" val="contents"/>
  <p:tag name="KSO_WM_SLIDE_SUBTYPE" val="diag"/>
  <p:tag name="KSO_WM_SLIDE_ITEM_CNT" val="6"/>
  <p:tag name="KSO_WM_SLIDE_INDEX" val="6"/>
  <p:tag name="KSO_WM_DIAGRAM_GROUP_CODE" val="l1-1"/>
  <p:tag name="KSO_WM_SLIDE_DIAGTYPE" val="l"/>
  <p:tag name="KSO_WM_TAG_VERSION" val="1.0"/>
  <p:tag name="KSO_WM_BEAUTIFY_FLAG" val="#wm#"/>
  <p:tag name="KSO_WM_TEMPLATE_CATEGORY" val="custom"/>
  <p:tag name="KSO_WM_TEMPLATE_INDEX" val="20203929"/>
  <p:tag name="KSO_WM_SLIDE_LAYOUT" val="a_l"/>
  <p:tag name="KSO_WM_SLIDE_LAYOUT_CNT" val="1_1"/>
</p:tagLst>
</file>

<file path=ppt/tags/tag1272.xml><?xml version="1.0" encoding="utf-8"?>
<p:tagLst xmlns:p="http://schemas.openxmlformats.org/presentationml/2006/main">
  <p:tag name="KSO_WM_UNIT_PRESET_TEXT" val="0.1"/>
  <p:tag name="KSO_WM_UNIT_NOCLEAR" val="0"/>
  <p:tag name="KSO_WM_UNIT_VALUE" val="2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custom20203929_7*e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TEXT_FILL_FORE_SCHEMECOLOR_INDEX_1_BRIGHTNESS" val="0"/>
  <p:tag name="KSO_WM_UNIT_TEXT_FILL_FORE_SCHEMECOLOR_INDEX_1" val="5"/>
  <p:tag name="KSO_WM_UNIT_TEXT_FILL_FORE_SCHEMECOLOR_INDEX_1_POS" val="0"/>
  <p:tag name="KSO_WM_UNIT_TEXT_FILL_FORE_SCHEMECOLOR_INDEX_1_TRANS" val="0"/>
  <p:tag name="KSO_WM_UNIT_TEXT_FILL_FORE_SCHEMECOLOR_INDEX_2_BRIGHTNESS" val="0"/>
  <p:tag name="KSO_WM_UNIT_TEXT_FILL_FORE_SCHEMECOLOR_INDEX_2" val="6"/>
  <p:tag name="KSO_WM_UNIT_TEXT_FILL_FORE_SCHEMECOLOR_INDEX_2_POS" val="1"/>
  <p:tag name="KSO_WM_UNIT_TEXT_FILL_FORE_SCHEMECOLOR_INDEX_2_TRANS" val="0"/>
  <p:tag name="KSO_WM_UNIT_TEXT_FILL_GRADIENT_TYPE" val="0"/>
  <p:tag name="KSO_WM_UNIT_TEXT_FILL_GRADIENT_ANGLE" val="0"/>
  <p:tag name="KSO_WM_UNIT_TEXT_FILL_GRADIENT_Direction" val="3"/>
  <p:tag name="KSO_WM_UNIT_TEXT_FILL_TYPE" val="3"/>
</p:tagLst>
</file>

<file path=ppt/tags/tag1273.xml><?xml version="1.0" encoding="utf-8"?>
<p:tagLst xmlns:p="http://schemas.openxmlformats.org/presentationml/2006/main">
  <p:tag name="KSO_WM_UNIT_ISCONTENTSTITLE" val="0"/>
  <p:tag name="KSO_WM_UNIT_PRESET_TEXT" val="单击此处添加标题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3929_7*a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ISNUMDGMTITLE" val="0"/>
  <p:tag name="KSO_WM_UNIT_TEXT_FILL_FORE_SCHEMECOLOR_INDEX_1_BRIGHTNESS" val="0"/>
  <p:tag name="KSO_WM_UNIT_TEXT_FILL_FORE_SCHEMECOLOR_INDEX_1" val="5"/>
  <p:tag name="KSO_WM_UNIT_TEXT_FILL_FORE_SCHEMECOLOR_INDEX_1_POS" val="0"/>
  <p:tag name="KSO_WM_UNIT_TEXT_FILL_FORE_SCHEMECOLOR_INDEX_1_TRANS" val="0"/>
  <p:tag name="KSO_WM_UNIT_TEXT_FILL_FORE_SCHEMECOLOR_INDEX_2_BRIGHTNESS" val="0"/>
  <p:tag name="KSO_WM_UNIT_TEXT_FILL_FORE_SCHEMECOLOR_INDEX_2" val="6"/>
  <p:tag name="KSO_WM_UNIT_TEXT_FILL_FORE_SCHEMECOLOR_INDEX_2_POS" val="1"/>
  <p:tag name="KSO_WM_UNIT_TEXT_FILL_FORE_SCHEMECOLOR_INDEX_2_TRANS" val="0"/>
  <p:tag name="KSO_WM_UNIT_TEXT_FILL_GRADIENT_TYPE" val="0"/>
  <p:tag name="KSO_WM_UNIT_TEXT_FILL_GRADIENT_ANGLE" val="0"/>
  <p:tag name="KSO_WM_UNIT_TEXT_FILL_GRADIENT_Direction" val="3"/>
  <p:tag name="KSO_WM_UNIT_TEXT_FILL_TYPE" val="3"/>
  <p:tag name="KSO_WM_UNIT_TEXT_SHADOW_SCHEMECOLOR_INDEX_BRIGHTNESS" val="0"/>
  <p:tag name="KSO_WM_UNIT_TEXT_SHADOW_SCHEMECOLOR_INDEX" val="10"/>
</p:tagLst>
</file>

<file path=ppt/tags/tag1274.xml><?xml version="1.0" encoding="utf-8"?>
<p:tagLst xmlns:p="http://schemas.openxmlformats.org/presentationml/2006/main">
  <p:tag name="KSO_WM_SLIDE_ID" val="custom20203929_7"/>
  <p:tag name="KSO_WM_TEMPLATE_SUBCATEGORY" val="0"/>
  <p:tag name="KSO_WM_TEMPLATE_MASTER_TYPE" val="1"/>
  <p:tag name="KSO_WM_TEMPLATE_COLOR_TYPE" val="1"/>
  <p:tag name="KSO_WM_SLIDE_TYPE" val="sectionTitle"/>
  <p:tag name="KSO_WM_SLIDE_SUBTYPE" val="pureTxt"/>
  <p:tag name="KSO_WM_SLIDE_ITEM_CNT" val="0"/>
  <p:tag name="KSO_WM_SLIDE_INDEX" val="7"/>
  <p:tag name="KSO_WM_TAG_VERSION" val="1.0"/>
  <p:tag name="KSO_WM_BEAUTIFY_FLAG" val="#wm#"/>
  <p:tag name="KSO_WM_TEMPLATE_CATEGORY" val="custom"/>
  <p:tag name="KSO_WM_TEMPLATE_INDEX" val="20203929"/>
  <p:tag name="KSO_WM_SLIDE_LAYOUT" val="a_b_e"/>
  <p:tag name="KSO_WM_SLIDE_LAYOUT_CNT" val="1_1_1"/>
</p:tagLst>
</file>

<file path=ppt/tags/tag12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2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277.xml><?xml version="1.0" encoding="utf-8"?>
<p:tagLst xmlns:p="http://schemas.openxmlformats.org/presentationml/2006/main">
  <p:tag name="KSO_WM_UNIT_FILL_FORE_SCHEMECOLOR_INDEX_BRIGHTNESS" val="0"/>
  <p:tag name="KSO_WM_UNIT_FILL_FORE_SCHEMECOLOR_INDEX" val="5"/>
  <p:tag name="KSO_WM_UNIT_FILL_TYPE" val="1"/>
  <p:tag name="KSO_WM_UNIT_LINE_FORE_SCHEMECOLOR_INDEX_BRIGHTNESS" val="0"/>
  <p:tag name="KSO_WM_UNIT_LINE_FORE_SCHEMECOLOR_INDEX" val="5"/>
  <p:tag name="KSO_WM_UNIT_LINE_FILL_TYPE" val="2"/>
</p:tagLst>
</file>

<file path=ppt/tags/tag1278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279.xml><?xml version="1.0" encoding="utf-8"?>
<p:tagLst xmlns:p="http://schemas.openxmlformats.org/presentationml/2006/main">
  <p:tag name="KSO_WM_UNIT_FILL_FORE_SCHEMECOLOR_INDEX_BRIGHTNESS" val="0"/>
  <p:tag name="KSO_WM_UNIT_FILL_FORE_SCHEMECOLOR_INDEX" val="6"/>
  <p:tag name="KSO_WM_UNIT_FILL_TYPE" val="1"/>
  <p:tag name="KSO_WM_UNIT_LINE_FORE_SCHEMECOLOR_INDEX_BRIGHTNESS" val="0"/>
  <p:tag name="KSO_WM_UNIT_LINE_FORE_SCHEMECOLOR_INDEX" val="6"/>
  <p:tag name="KSO_WM_UNIT_LINE_FILL_TYPE" val="2"/>
</p:tagLst>
</file>

<file path=ppt/tags/tag1280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281.xml><?xml version="1.0" encoding="utf-8"?>
<p:tagLst xmlns:p="http://schemas.openxmlformats.org/presentationml/2006/main">
  <p:tag name="KSO_WM_SLIDE_BK_DARK_LIGHT" val="1"/>
  <p:tag name="KSO_WM_SLIDE_BACKGROUND_TYPE" val="general"/>
</p:tagLst>
</file>

<file path=ppt/tags/tag1282.xml><?xml version="1.0" encoding="utf-8"?>
<p:tagLst xmlns:p="http://schemas.openxmlformats.org/presentationml/2006/main">
  <p:tag name="KSO_WM_UNIT_PRESET_TEXT" val="0.1"/>
  <p:tag name="KSO_WM_UNIT_NOCLEAR" val="0"/>
  <p:tag name="KSO_WM_UNIT_VALUE" val="2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custom20203929_7*e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TEXT_FILL_FORE_SCHEMECOLOR_INDEX_1_BRIGHTNESS" val="0"/>
  <p:tag name="KSO_WM_UNIT_TEXT_FILL_FORE_SCHEMECOLOR_INDEX_1" val="5"/>
  <p:tag name="KSO_WM_UNIT_TEXT_FILL_FORE_SCHEMECOLOR_INDEX_1_POS" val="0"/>
  <p:tag name="KSO_WM_UNIT_TEXT_FILL_FORE_SCHEMECOLOR_INDEX_1_TRANS" val="0"/>
  <p:tag name="KSO_WM_UNIT_TEXT_FILL_FORE_SCHEMECOLOR_INDEX_2_BRIGHTNESS" val="0"/>
  <p:tag name="KSO_WM_UNIT_TEXT_FILL_FORE_SCHEMECOLOR_INDEX_2" val="6"/>
  <p:tag name="KSO_WM_UNIT_TEXT_FILL_FORE_SCHEMECOLOR_INDEX_2_POS" val="1"/>
  <p:tag name="KSO_WM_UNIT_TEXT_FILL_FORE_SCHEMECOLOR_INDEX_2_TRANS" val="0"/>
  <p:tag name="KSO_WM_UNIT_TEXT_FILL_GRADIENT_TYPE" val="0"/>
  <p:tag name="KSO_WM_UNIT_TEXT_FILL_GRADIENT_ANGLE" val="0"/>
  <p:tag name="KSO_WM_UNIT_TEXT_FILL_GRADIENT_Direction" val="3"/>
  <p:tag name="KSO_WM_UNIT_TEXT_FILL_TYPE" val="3"/>
</p:tagLst>
</file>

<file path=ppt/tags/tag1283.xml><?xml version="1.0" encoding="utf-8"?>
<p:tagLst xmlns:p="http://schemas.openxmlformats.org/presentationml/2006/main">
  <p:tag name="KSO_WM_UNIT_ISCONTENTSTITLE" val="0"/>
  <p:tag name="KSO_WM_UNIT_PRESET_TEXT" val="单击此处添加标题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3929_7*a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ISNUMDGMTITLE" val="0"/>
  <p:tag name="KSO_WM_UNIT_TEXT_FILL_FORE_SCHEMECOLOR_INDEX_1_BRIGHTNESS" val="0"/>
  <p:tag name="KSO_WM_UNIT_TEXT_FILL_FORE_SCHEMECOLOR_INDEX_1" val="5"/>
  <p:tag name="KSO_WM_UNIT_TEXT_FILL_FORE_SCHEMECOLOR_INDEX_1_POS" val="0"/>
  <p:tag name="KSO_WM_UNIT_TEXT_FILL_FORE_SCHEMECOLOR_INDEX_1_TRANS" val="0"/>
  <p:tag name="KSO_WM_UNIT_TEXT_FILL_FORE_SCHEMECOLOR_INDEX_2_BRIGHTNESS" val="0"/>
  <p:tag name="KSO_WM_UNIT_TEXT_FILL_FORE_SCHEMECOLOR_INDEX_2" val="6"/>
  <p:tag name="KSO_WM_UNIT_TEXT_FILL_FORE_SCHEMECOLOR_INDEX_2_POS" val="1"/>
  <p:tag name="KSO_WM_UNIT_TEXT_FILL_FORE_SCHEMECOLOR_INDEX_2_TRANS" val="0"/>
  <p:tag name="KSO_WM_UNIT_TEXT_FILL_GRADIENT_TYPE" val="0"/>
  <p:tag name="KSO_WM_UNIT_TEXT_FILL_GRADIENT_ANGLE" val="0"/>
  <p:tag name="KSO_WM_UNIT_TEXT_FILL_GRADIENT_Direction" val="3"/>
  <p:tag name="KSO_WM_UNIT_TEXT_FILL_TYPE" val="3"/>
  <p:tag name="KSO_WM_UNIT_TEXT_SHADOW_SCHEMECOLOR_INDEX_BRIGHTNESS" val="0"/>
  <p:tag name="KSO_WM_UNIT_TEXT_SHADOW_SCHEMECOLOR_INDEX" val="10"/>
</p:tagLst>
</file>

<file path=ppt/tags/tag1284.xml><?xml version="1.0" encoding="utf-8"?>
<p:tagLst xmlns:p="http://schemas.openxmlformats.org/presentationml/2006/main">
  <p:tag name="KSO_WM_SLIDE_ID" val="custom20203929_7"/>
  <p:tag name="KSO_WM_TEMPLATE_SUBCATEGORY" val="0"/>
  <p:tag name="KSO_WM_TEMPLATE_MASTER_TYPE" val="1"/>
  <p:tag name="KSO_WM_TEMPLATE_COLOR_TYPE" val="1"/>
  <p:tag name="KSO_WM_SLIDE_TYPE" val="sectionTitle"/>
  <p:tag name="KSO_WM_SLIDE_SUBTYPE" val="pureTxt"/>
  <p:tag name="KSO_WM_SLIDE_ITEM_CNT" val="0"/>
  <p:tag name="KSO_WM_SLIDE_INDEX" val="7"/>
  <p:tag name="KSO_WM_TAG_VERSION" val="1.0"/>
  <p:tag name="KSO_WM_BEAUTIFY_FLAG" val="#wm#"/>
  <p:tag name="KSO_WM_TEMPLATE_CATEGORY" val="custom"/>
  <p:tag name="KSO_WM_TEMPLATE_INDEX" val="20203929"/>
  <p:tag name="KSO_WM_SLIDE_LAYOUT" val="a_b_e"/>
  <p:tag name="KSO_WM_SLIDE_LAYOUT_CNT" val="1_1_1"/>
</p:tagLst>
</file>

<file path=ppt/tags/tag1285.xml><?xml version="1.0" encoding="utf-8"?>
<p:tagLst xmlns:p="http://schemas.openxmlformats.org/presentationml/2006/main">
  <p:tag name="KSO_WM_UNIT_PRESET_TEXT" val="点击此处添加正文，文字是您思想的提炼，为了演示发布的良好效果，请言简意赅的阐述您的观点。"/>
  <p:tag name="KSO_WM_UNIT_NOCLEAR" val="0"/>
  <p:tag name="KSO_WM_UNIT_VALUE" val="141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03929_8*f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SUBTYPE" val="a"/>
</p:tagLst>
</file>

<file path=ppt/tags/tag1286.xml><?xml version="1.0" encoding="utf-8"?>
<p:tagLst xmlns:p="http://schemas.openxmlformats.org/presentationml/2006/main">
  <p:tag name="KSO_WM_UNIT_ISCONTENTSTITLE" val="0"/>
  <p:tag name="KSO_WM_UNIT_PRESET_TEXT" val="单击此处添加标题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3929_8*a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ISNUMDGMTITLE" val="0"/>
</p:tagLst>
</file>

<file path=ppt/tags/tag1287.xml><?xml version="1.0" encoding="utf-8"?>
<p:tagLst xmlns:p="http://schemas.openxmlformats.org/presentationml/2006/main">
  <p:tag name="KSO_WM_SLIDE_ID" val="custom20203929_8"/>
  <p:tag name="KSO_WM_TEMPLATE_SUBCATEGORY" val="0"/>
  <p:tag name="KSO_WM_TEMPLATE_MASTER_TYPE" val="1"/>
  <p:tag name="KSO_WM_TEMPLATE_COLOR_TYPE" val="1"/>
  <p:tag name="KSO_WM_SLIDE_TYPE" val="text"/>
  <p:tag name="KSO_WM_SLIDE_SUBTYPE" val="picTxt"/>
  <p:tag name="KSO_WM_SLIDE_ITEM_CNT" val="0"/>
  <p:tag name="KSO_WM_SLIDE_INDEX" val="8"/>
  <p:tag name="KSO_WM_SLIDE_SIZE" val="865*443"/>
  <p:tag name="KSO_WM_SLIDE_POSITION" val="47*48"/>
  <p:tag name="KSO_WM_TAG_VERSION" val="1.0"/>
  <p:tag name="KSO_WM_BEAUTIFY_FLAG" val="#wm#"/>
  <p:tag name="KSO_WM_TEMPLATE_CATEGORY" val="custom"/>
  <p:tag name="KSO_WM_TEMPLATE_INDEX" val="20203929"/>
  <p:tag name="KSO_WM_SLIDE_LAYOUT" val="a_d_f"/>
  <p:tag name="KSO_WM_SLIDE_LAYOUT_CNT" val="1_1_1"/>
</p:tagLst>
</file>

<file path=ppt/tags/tag1288.xml><?xml version="1.0" encoding="utf-8"?>
<p:tagLst xmlns:p="http://schemas.openxmlformats.org/presentationml/2006/main">
  <p:tag name="KSO_WM_UNIT_PRESET_TEXT" val="0.1"/>
  <p:tag name="KSO_WM_UNIT_NOCLEAR" val="0"/>
  <p:tag name="KSO_WM_UNIT_VALUE" val="2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custom20203929_7*e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TEXT_FILL_FORE_SCHEMECOLOR_INDEX_1_BRIGHTNESS" val="0"/>
  <p:tag name="KSO_WM_UNIT_TEXT_FILL_FORE_SCHEMECOLOR_INDEX_1" val="5"/>
  <p:tag name="KSO_WM_UNIT_TEXT_FILL_FORE_SCHEMECOLOR_INDEX_1_POS" val="0"/>
  <p:tag name="KSO_WM_UNIT_TEXT_FILL_FORE_SCHEMECOLOR_INDEX_1_TRANS" val="0"/>
  <p:tag name="KSO_WM_UNIT_TEXT_FILL_FORE_SCHEMECOLOR_INDEX_2_BRIGHTNESS" val="0"/>
  <p:tag name="KSO_WM_UNIT_TEXT_FILL_FORE_SCHEMECOLOR_INDEX_2" val="6"/>
  <p:tag name="KSO_WM_UNIT_TEXT_FILL_FORE_SCHEMECOLOR_INDEX_2_POS" val="1"/>
  <p:tag name="KSO_WM_UNIT_TEXT_FILL_FORE_SCHEMECOLOR_INDEX_2_TRANS" val="0"/>
  <p:tag name="KSO_WM_UNIT_TEXT_FILL_GRADIENT_TYPE" val="0"/>
  <p:tag name="KSO_WM_UNIT_TEXT_FILL_GRADIENT_ANGLE" val="0"/>
  <p:tag name="KSO_WM_UNIT_TEXT_FILL_GRADIENT_Direction" val="3"/>
  <p:tag name="KSO_WM_UNIT_TEXT_FILL_TYPE" val="3"/>
</p:tagLst>
</file>

<file path=ppt/tags/tag1289.xml><?xml version="1.0" encoding="utf-8"?>
<p:tagLst xmlns:p="http://schemas.openxmlformats.org/presentationml/2006/main">
  <p:tag name="KSO_WM_UNIT_ISCONTENTSTITLE" val="0"/>
  <p:tag name="KSO_WM_UNIT_PRESET_TEXT" val="单击此处添加标题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3929_7*a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ISNUMDGMTITLE" val="0"/>
  <p:tag name="KSO_WM_UNIT_TEXT_FILL_FORE_SCHEMECOLOR_INDEX_1_BRIGHTNESS" val="0"/>
  <p:tag name="KSO_WM_UNIT_TEXT_FILL_FORE_SCHEMECOLOR_INDEX_1" val="5"/>
  <p:tag name="KSO_WM_UNIT_TEXT_FILL_FORE_SCHEMECOLOR_INDEX_1_POS" val="0"/>
  <p:tag name="KSO_WM_UNIT_TEXT_FILL_FORE_SCHEMECOLOR_INDEX_1_TRANS" val="0"/>
  <p:tag name="KSO_WM_UNIT_TEXT_FILL_FORE_SCHEMECOLOR_INDEX_2_BRIGHTNESS" val="0"/>
  <p:tag name="KSO_WM_UNIT_TEXT_FILL_FORE_SCHEMECOLOR_INDEX_2" val="6"/>
  <p:tag name="KSO_WM_UNIT_TEXT_FILL_FORE_SCHEMECOLOR_INDEX_2_POS" val="1"/>
  <p:tag name="KSO_WM_UNIT_TEXT_FILL_FORE_SCHEMECOLOR_INDEX_2_TRANS" val="0"/>
  <p:tag name="KSO_WM_UNIT_TEXT_FILL_GRADIENT_TYPE" val="0"/>
  <p:tag name="KSO_WM_UNIT_TEXT_FILL_GRADIENT_ANGLE" val="0"/>
  <p:tag name="KSO_WM_UNIT_TEXT_FILL_GRADIENT_Direction" val="3"/>
  <p:tag name="KSO_WM_UNIT_TEXT_FILL_TYPE" val="3"/>
  <p:tag name="KSO_WM_UNIT_TEXT_SHADOW_SCHEMECOLOR_INDEX_BRIGHTNESS" val="0"/>
  <p:tag name="KSO_WM_UNIT_TEXT_SHADOW_SCHEMECOLOR_INDEX" val="10"/>
</p:tagLst>
</file>

<file path=ppt/tags/tag1290.xml><?xml version="1.0" encoding="utf-8"?>
<p:tagLst xmlns:p="http://schemas.openxmlformats.org/presentationml/2006/main">
  <p:tag name="KSO_WM_SLIDE_ID" val="custom20203929_7"/>
  <p:tag name="KSO_WM_TEMPLATE_SUBCATEGORY" val="0"/>
  <p:tag name="KSO_WM_TEMPLATE_MASTER_TYPE" val="1"/>
  <p:tag name="KSO_WM_TEMPLATE_COLOR_TYPE" val="1"/>
  <p:tag name="KSO_WM_SLIDE_TYPE" val="sectionTitle"/>
  <p:tag name="KSO_WM_SLIDE_SUBTYPE" val="pureTxt"/>
  <p:tag name="KSO_WM_SLIDE_ITEM_CNT" val="0"/>
  <p:tag name="KSO_WM_SLIDE_INDEX" val="7"/>
  <p:tag name="KSO_WM_TAG_VERSION" val="1.0"/>
  <p:tag name="KSO_WM_BEAUTIFY_FLAG" val="#wm#"/>
  <p:tag name="KSO_WM_TEMPLATE_CATEGORY" val="custom"/>
  <p:tag name="KSO_WM_TEMPLATE_INDEX" val="20203929"/>
  <p:tag name="KSO_WM_SLIDE_LAYOUT" val="a_b_e"/>
  <p:tag name="KSO_WM_SLIDE_LAYOUT_CNT" val="1_1_1"/>
</p:tagLst>
</file>

<file path=ppt/tags/tag1291.xml><?xml version="1.0" encoding="utf-8"?>
<p:tagLst xmlns:p="http://schemas.openxmlformats.org/presentationml/2006/main">
  <p:tag name="KSO_WM_UNIT_ISCONTENTSTITLE" val="0"/>
  <p:tag name="KSO_WM_UNIT_PRESET_TEXT" val="添加标题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3929_11*a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ISNUMDGMTITLE" val="0"/>
</p:tagLst>
</file>

<file path=ppt/tags/tag1292.xml><?xml version="1.0" encoding="utf-8"?>
<p:tagLst xmlns:p="http://schemas.openxmlformats.org/presentationml/2006/main">
  <p:tag name="KSO_WM_UNIT_PRESET_TEXT" val="如果您的内容确实非常重要又难以精简，也请使用分段处理，对内容进行简单的梳理和提炼，这样会使逻辑框架相对清晰。为了能让您有更直观的字数感受，并进一步方便使用，我们设置了文本的最大限度，当您输入的文字到这里时，已濒临页面容纳内容的上限，若还有更多内容，请酌情缩小字号，但我们不建议您的文本字号小于14磅，请您务必注意。"/>
  <p:tag name="KSO_WM_UNIT_NOCLEAR" val="0"/>
  <p:tag name="KSO_WM_UNIT_VALUE" val="216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03929_11*f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SUBTYPE" val="a"/>
</p:tagLst>
</file>

<file path=ppt/tags/tag1293.xml><?xml version="1.0" encoding="utf-8"?>
<p:tagLst xmlns:p="http://schemas.openxmlformats.org/presentationml/2006/main">
  <p:tag name="KSO_WM_UNIT_VALUE" val="1412*1796"/>
  <p:tag name="KSO_WM_UNIT_HIGHLIGHT" val="0"/>
  <p:tag name="KSO_WM_UNIT_COMPATIBLE" val="0"/>
  <p:tag name="KSO_WM_UNIT_DIAGRAM_ISNUMVISUAL" val="0"/>
  <p:tag name="KSO_WM_UNIT_DIAGRAM_ISREFERUNIT" val="0"/>
  <p:tag name="KSO_WM_UNIT_TYPE" val="d"/>
  <p:tag name="KSO_WM_UNIT_INDEX" val="1"/>
  <p:tag name="KSO_WM_UNIT_ID" val="custom20203929_11*d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SUPPORT_UNIT_TYPE" val="[&quot;d&quot;]"/>
</p:tagLst>
</file>

<file path=ppt/tags/tag1294.xml><?xml version="1.0" encoding="utf-8"?>
<p:tagLst xmlns:p="http://schemas.openxmlformats.org/presentationml/2006/main">
  <p:tag name="KSO_WM_SLIDE_ID" val="custom20203929_11"/>
  <p:tag name="KSO_WM_TEMPLATE_SUBCATEGORY" val="0"/>
  <p:tag name="KSO_WM_TEMPLATE_MASTER_TYPE" val="1"/>
  <p:tag name="KSO_WM_TEMPLATE_COLOR_TYPE" val="1"/>
  <p:tag name="KSO_WM_SLIDE_TYPE" val="text"/>
  <p:tag name="KSO_WM_SLIDE_SUBTYPE" val="picTxt"/>
  <p:tag name="KSO_WM_SLIDE_ITEM_CNT" val="0"/>
  <p:tag name="KSO_WM_SLIDE_INDEX" val="11"/>
  <p:tag name="KSO_WM_SLIDE_SIZE" val="866*400"/>
  <p:tag name="KSO_WM_SLIDE_POSITION" val="45*60"/>
  <p:tag name="KSO_WM_TAG_VERSION" val="1.0"/>
  <p:tag name="KSO_WM_BEAUTIFY_FLAG" val="#wm#"/>
  <p:tag name="KSO_WM_TEMPLATE_CATEGORY" val="custom"/>
  <p:tag name="KSO_WM_TEMPLATE_INDEX" val="20203929"/>
  <p:tag name="KSO_WM_SLIDE_LAYOUT" val="a_d_f"/>
  <p:tag name="KSO_WM_SLIDE_LAYOUT_CNT" val="1_1_1"/>
</p:tagLst>
</file>

<file path=ppt/tags/tag1295.xml><?xml version="1.0" encoding="utf-8"?>
<p:tagLst xmlns:p="http://schemas.openxmlformats.org/presentationml/2006/main">
  <p:tag name="KSO_WM_UNIT_ISCONTENTSTITLE" val="0"/>
  <p:tag name="KSO_WM_UNIT_PRESET_TEXT" val="添加标题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3929_11*a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ISNUMDGMTITLE" val="0"/>
</p:tagLst>
</file>

<file path=ppt/tags/tag1296.xml><?xml version="1.0" encoding="utf-8"?>
<p:tagLst xmlns:p="http://schemas.openxmlformats.org/presentationml/2006/main">
  <p:tag name="KSO_WM_UNIT_PRESET_TEXT" val="如果您的内容确实非常重要又难以精简，也请使用分段处理，对内容进行简单的梳理和提炼，这样会使逻辑框架相对清晰。为了能让您有更直观的字数感受，并进一步方便使用，我们设置了文本的最大限度，当您输入的文字到这里时，已濒临页面容纳内容的上限，若还有更多内容，请酌情缩小字号，但我们不建议您的文本字号小于14磅，请您务必注意。"/>
  <p:tag name="KSO_WM_UNIT_NOCLEAR" val="0"/>
  <p:tag name="KSO_WM_UNIT_VALUE" val="216"/>
  <p:tag name="KSO_WM_UNIT_HIGHLIGHT" val="0"/>
  <p:tag name="KSO_WM_UNIT_COMPATIBLE" val="0"/>
  <p:tag name="KSO_WM_UNIT_DIAGRAM_ISNUMVISUAL" val="0"/>
  <p:tag name="KSO_WM_UNIT_DIAGRAM_ISREFERUNIT" val="0"/>
  <p:tag name="KSO_WM_UNIT_ID" val="custom20203929_11*f*1"/>
  <p:tag name="KSO_WM_TEMPLATE_CATEGORY" val="custom"/>
  <p:tag name="KSO_WM_TEMPLATE_INDEX" val="20203929"/>
  <p:tag name="KSO_WM_UNIT_LAYERLEVEL" val="1"/>
  <p:tag name="KSO_WM_TAG_VERSION" val="1.0"/>
  <p:tag name="KSO_WM_UNIT_SUBTYPE" val="a"/>
</p:tagLst>
</file>

<file path=ppt/tags/tag1297.xml><?xml version="1.0" encoding="utf-8"?>
<p:tagLst xmlns:p="http://schemas.openxmlformats.org/presentationml/2006/main">
  <p:tag name="KSO_WM_UNIT_VALUE" val="1412*1796"/>
  <p:tag name="KSO_WM_UNIT_HIGHLIGHT" val="0"/>
  <p:tag name="KSO_WM_UNIT_COMPATIBLE" val="0"/>
  <p:tag name="KSO_WM_UNIT_DIAGRAM_ISNUMVISUAL" val="0"/>
  <p:tag name="KSO_WM_UNIT_DIAGRAM_ISREFERUNIT" val="0"/>
  <p:tag name="KSO_WM_UNIT_ID" val="custom20203929_11*d*1"/>
  <p:tag name="KSO_WM_TEMPLATE_CATEGORY" val="custom"/>
  <p:tag name="KSO_WM_TEMPLATE_INDEX" val="20203929"/>
  <p:tag name="KSO_WM_UNIT_LAYERLEVEL" val="1"/>
  <p:tag name="KSO_WM_TAG_VERSION" val="1.0"/>
  <p:tag name="KSO_WM_UNIT_SUPPORT_UNIT_TYPE" val="[&quot;d&quot;]"/>
</p:tagLst>
</file>

<file path=ppt/tags/tag1298.xml><?xml version="1.0" encoding="utf-8"?>
<p:tagLst xmlns:p="http://schemas.openxmlformats.org/presentationml/2006/main">
  <p:tag name="KSO_WM_SLIDE_ID" val="custom20203929_11"/>
  <p:tag name="KSO_WM_TEMPLATE_SUBCATEGORY" val="0"/>
  <p:tag name="KSO_WM_TEMPLATE_MASTER_TYPE" val="1"/>
  <p:tag name="KSO_WM_TEMPLATE_COLOR_TYPE" val="1"/>
  <p:tag name="KSO_WM_SLIDE_TYPE" val="text"/>
  <p:tag name="KSO_WM_SLIDE_SUBTYPE" val="picTxt"/>
  <p:tag name="KSO_WM_SLIDE_ITEM_CNT" val="0"/>
  <p:tag name="KSO_WM_SLIDE_INDEX" val="11"/>
  <p:tag name="KSO_WM_SLIDE_SIZE" val="866*400"/>
  <p:tag name="KSO_WM_SLIDE_POSITION" val="45*60"/>
  <p:tag name="KSO_WM_TAG_VERSION" val="1.0"/>
  <p:tag name="KSO_WM_BEAUTIFY_FLAG" val="#wm#"/>
  <p:tag name="KSO_WM_TEMPLATE_CATEGORY" val="custom"/>
  <p:tag name="KSO_WM_TEMPLATE_INDEX" val="20203929"/>
  <p:tag name="KSO_WM_SLIDE_LAYOUT" val="a_d_f"/>
  <p:tag name="KSO_WM_SLIDE_LAYOUT_CNT" val="1_1_1"/>
</p:tagLst>
</file>

<file path=ppt/tags/tag1299.xml><?xml version="1.0" encoding="utf-8"?>
<p:tagLst xmlns:p="http://schemas.openxmlformats.org/presentationml/2006/main">
  <p:tag name="KSO_WM_UNIT_ISCONTENTSTITLE" val="0"/>
  <p:tag name="KSO_WM_UNIT_PRESET_TEXT" val="添加标题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3929_11*a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ISNUMDGMTITLE" val="0"/>
</p:tagLst>
</file>

<file path=ppt/tags/tag1300.xml><?xml version="1.0" encoding="utf-8"?>
<p:tagLst xmlns:p="http://schemas.openxmlformats.org/presentationml/2006/main">
  <p:tag name="KSO_WM_UNIT_PRESET_TEXT" val="如果您的内容确实非常重要又难以精简，也请使用分段处理，对内容进行简单的梳理和提炼，这样会使逻辑框架相对清晰。为了能让您有更直观的字数感受，并进一步方便使用，我们设置了文本的最大限度，当您输入的文字到这里时，已濒临页面容纳内容的上限，若还有更多内容，请酌情缩小字号，但我们不建议您的文本字号小于14磅，请您务必注意。"/>
  <p:tag name="KSO_WM_UNIT_NOCLEAR" val="0"/>
  <p:tag name="KSO_WM_UNIT_VALUE" val="216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03929_11*f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SUBTYPE" val="a"/>
</p:tagLst>
</file>

<file path=ppt/tags/tag1301.xml><?xml version="1.0" encoding="utf-8"?>
<p:tagLst xmlns:p="http://schemas.openxmlformats.org/presentationml/2006/main">
  <p:tag name="KSO_WM_UNIT_VALUE" val="1412*1796"/>
  <p:tag name="KSO_WM_UNIT_HIGHLIGHT" val="0"/>
  <p:tag name="KSO_WM_UNIT_COMPATIBLE" val="0"/>
  <p:tag name="KSO_WM_UNIT_DIAGRAM_ISNUMVISUAL" val="0"/>
  <p:tag name="KSO_WM_UNIT_DIAGRAM_ISREFERUNIT" val="0"/>
  <p:tag name="KSO_WM_UNIT_TYPE" val="d"/>
  <p:tag name="KSO_WM_UNIT_INDEX" val="1"/>
  <p:tag name="KSO_WM_UNIT_ID" val="custom20203929_11*d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SUPPORT_UNIT_TYPE" val="[&quot;d&quot;]"/>
</p:tagLst>
</file>

<file path=ppt/tags/tag1302.xml><?xml version="1.0" encoding="utf-8"?>
<p:tagLst xmlns:p="http://schemas.openxmlformats.org/presentationml/2006/main">
  <p:tag name="KSO_WM_SLIDE_ID" val="custom20203929_11"/>
  <p:tag name="KSO_WM_TEMPLATE_SUBCATEGORY" val="0"/>
  <p:tag name="KSO_WM_TEMPLATE_MASTER_TYPE" val="1"/>
  <p:tag name="KSO_WM_TEMPLATE_COLOR_TYPE" val="1"/>
  <p:tag name="KSO_WM_SLIDE_TYPE" val="text"/>
  <p:tag name="KSO_WM_SLIDE_SUBTYPE" val="picTxt"/>
  <p:tag name="KSO_WM_SLIDE_ITEM_CNT" val="0"/>
  <p:tag name="KSO_WM_SLIDE_INDEX" val="11"/>
  <p:tag name="KSO_WM_SLIDE_SIZE" val="866*400"/>
  <p:tag name="KSO_WM_SLIDE_POSITION" val="45*60"/>
  <p:tag name="KSO_WM_TAG_VERSION" val="1.0"/>
  <p:tag name="KSO_WM_BEAUTIFY_FLAG" val="#wm#"/>
  <p:tag name="KSO_WM_TEMPLATE_CATEGORY" val="custom"/>
  <p:tag name="KSO_WM_TEMPLATE_INDEX" val="20203929"/>
  <p:tag name="KSO_WM_SLIDE_LAYOUT" val="a_d_f"/>
  <p:tag name="KSO_WM_SLIDE_LAYOUT_CNT" val="1_1_1"/>
</p:tagLst>
</file>

<file path=ppt/tags/tag1303.xml><?xml version="1.0" encoding="utf-8"?>
<p:tagLst xmlns:p="http://schemas.openxmlformats.org/presentationml/2006/main">
  <p:tag name="KSO_WM_UNIT_PRESET_TEXT" val="0.1"/>
  <p:tag name="KSO_WM_UNIT_NOCLEAR" val="0"/>
  <p:tag name="KSO_WM_UNIT_VALUE" val="2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custom20203929_7*e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TEXT_FILL_FORE_SCHEMECOLOR_INDEX_1_BRIGHTNESS" val="0"/>
  <p:tag name="KSO_WM_UNIT_TEXT_FILL_FORE_SCHEMECOLOR_INDEX_1" val="5"/>
  <p:tag name="KSO_WM_UNIT_TEXT_FILL_FORE_SCHEMECOLOR_INDEX_1_POS" val="0"/>
  <p:tag name="KSO_WM_UNIT_TEXT_FILL_FORE_SCHEMECOLOR_INDEX_1_TRANS" val="0"/>
  <p:tag name="KSO_WM_UNIT_TEXT_FILL_FORE_SCHEMECOLOR_INDEX_2_BRIGHTNESS" val="0"/>
  <p:tag name="KSO_WM_UNIT_TEXT_FILL_FORE_SCHEMECOLOR_INDEX_2" val="6"/>
  <p:tag name="KSO_WM_UNIT_TEXT_FILL_FORE_SCHEMECOLOR_INDEX_2_POS" val="1"/>
  <p:tag name="KSO_WM_UNIT_TEXT_FILL_FORE_SCHEMECOLOR_INDEX_2_TRANS" val="0"/>
  <p:tag name="KSO_WM_UNIT_TEXT_FILL_GRADIENT_TYPE" val="0"/>
  <p:tag name="KSO_WM_UNIT_TEXT_FILL_GRADIENT_ANGLE" val="0"/>
  <p:tag name="KSO_WM_UNIT_TEXT_FILL_GRADIENT_Direction" val="3"/>
  <p:tag name="KSO_WM_UNIT_TEXT_FILL_TYPE" val="3"/>
</p:tagLst>
</file>

<file path=ppt/tags/tag1304.xml><?xml version="1.0" encoding="utf-8"?>
<p:tagLst xmlns:p="http://schemas.openxmlformats.org/presentationml/2006/main">
  <p:tag name="KSO_WM_UNIT_ISCONTENTSTITLE" val="0"/>
  <p:tag name="KSO_WM_UNIT_PRESET_TEXT" val="单击此处添加标题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3929_7*a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ISNUMDGMTITLE" val="0"/>
  <p:tag name="KSO_WM_UNIT_TEXT_FILL_FORE_SCHEMECOLOR_INDEX_1_BRIGHTNESS" val="0"/>
  <p:tag name="KSO_WM_UNIT_TEXT_FILL_FORE_SCHEMECOLOR_INDEX_1" val="5"/>
  <p:tag name="KSO_WM_UNIT_TEXT_FILL_FORE_SCHEMECOLOR_INDEX_1_POS" val="0"/>
  <p:tag name="KSO_WM_UNIT_TEXT_FILL_FORE_SCHEMECOLOR_INDEX_1_TRANS" val="0"/>
  <p:tag name="KSO_WM_UNIT_TEXT_FILL_FORE_SCHEMECOLOR_INDEX_2_BRIGHTNESS" val="0"/>
  <p:tag name="KSO_WM_UNIT_TEXT_FILL_FORE_SCHEMECOLOR_INDEX_2" val="6"/>
  <p:tag name="KSO_WM_UNIT_TEXT_FILL_FORE_SCHEMECOLOR_INDEX_2_POS" val="1"/>
  <p:tag name="KSO_WM_UNIT_TEXT_FILL_FORE_SCHEMECOLOR_INDEX_2_TRANS" val="0"/>
  <p:tag name="KSO_WM_UNIT_TEXT_FILL_GRADIENT_TYPE" val="0"/>
  <p:tag name="KSO_WM_UNIT_TEXT_FILL_GRADIENT_ANGLE" val="0"/>
  <p:tag name="KSO_WM_UNIT_TEXT_FILL_GRADIENT_Direction" val="3"/>
  <p:tag name="KSO_WM_UNIT_TEXT_FILL_TYPE" val="3"/>
  <p:tag name="KSO_WM_UNIT_TEXT_SHADOW_SCHEMECOLOR_INDEX_BRIGHTNESS" val="0"/>
  <p:tag name="KSO_WM_UNIT_TEXT_SHADOW_SCHEMECOLOR_INDEX" val="10"/>
</p:tagLst>
</file>

<file path=ppt/tags/tag1305.xml><?xml version="1.0" encoding="utf-8"?>
<p:tagLst xmlns:p="http://schemas.openxmlformats.org/presentationml/2006/main">
  <p:tag name="KSO_WM_SLIDE_ID" val="custom20203929_7"/>
  <p:tag name="KSO_WM_TEMPLATE_SUBCATEGORY" val="0"/>
  <p:tag name="KSO_WM_TEMPLATE_MASTER_TYPE" val="1"/>
  <p:tag name="KSO_WM_TEMPLATE_COLOR_TYPE" val="1"/>
  <p:tag name="KSO_WM_SLIDE_TYPE" val="sectionTitle"/>
  <p:tag name="KSO_WM_SLIDE_SUBTYPE" val="pureTxt"/>
  <p:tag name="KSO_WM_SLIDE_ITEM_CNT" val="0"/>
  <p:tag name="KSO_WM_SLIDE_INDEX" val="7"/>
  <p:tag name="KSO_WM_TAG_VERSION" val="1.0"/>
  <p:tag name="KSO_WM_BEAUTIFY_FLAG" val="#wm#"/>
  <p:tag name="KSO_WM_TEMPLATE_CATEGORY" val="custom"/>
  <p:tag name="KSO_WM_TEMPLATE_INDEX" val="20203929"/>
  <p:tag name="KSO_WM_SLIDE_LAYOUT" val="a_b_e"/>
  <p:tag name="KSO_WM_SLIDE_LAYOUT_CNT" val="1_1_1"/>
</p:tagLst>
</file>

<file path=ppt/tags/tag13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08.xml><?xml version="1.0" encoding="utf-8"?>
<p:tagLst xmlns:p="http://schemas.openxmlformats.org/presentationml/2006/main">
  <p:tag name="KSO_WM_UNIT_FILL_FORE_SCHEMECOLOR_INDEX_1_BRIGHTNESS" val="0"/>
  <p:tag name="KSO_WM_UNIT_FILL_FORE_SCHEMECOLOR_INDEX_1" val="5"/>
  <p:tag name="KSO_WM_UNIT_FILL_FORE_SCHEMECOLOR_INDEX_1_POS" val="0"/>
  <p:tag name="KSO_WM_UNIT_FILL_FORE_SCHEMECOLOR_INDEX_1_TRANS" val="0"/>
  <p:tag name="KSO_WM_UNIT_FILL_FORE_SCHEMECOLOR_INDEX_2_BRIGHTNESS" val="0"/>
  <p:tag name="KSO_WM_UNIT_FILL_FORE_SCHEMECOLOR_INDEX_2" val="5"/>
  <p:tag name="KSO_WM_UNIT_FILL_FORE_SCHEMECOLOR_INDEX_2_POS" val="1"/>
  <p:tag name="KSO_WM_UNIT_FILL_FORE_SCHEMECOLOR_INDEX_2_TRANS" val="0"/>
  <p:tag name="KSO_WM_UNIT_FILL_GRADIENT_TYPE" val="0"/>
  <p:tag name="KSO_WM_UNIT_FILL_GRADIENT_ANGLE" val="0"/>
  <p:tag name="KSO_WM_UNIT_FILL_GRADIENT_Direction" val="3"/>
  <p:tag name="KSO_WM_UNIT_FILL_TYPE" val="3"/>
</p:tagLst>
</file>

<file path=ppt/tags/tag1309.xml><?xml version="1.0" encoding="utf-8"?>
<p:tagLst xmlns:p="http://schemas.openxmlformats.org/presentationml/2006/main">
  <p:tag name="KSO_WM_UNIT_FILL_FORE_SCHEMECOLOR_INDEX_BRIGHTNESS" val="0"/>
  <p:tag name="KSO_WM_UNIT_FILL_FORE_SCHEMECOLOR_INDEX" val="5"/>
  <p:tag name="KSO_WM_UNIT_FILL_TYPE" val="1"/>
</p:tagLst>
</file>

<file path=ppt/tags/tag1310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311.xml><?xml version="1.0" encoding="utf-8"?>
<p:tagLst xmlns:p="http://schemas.openxmlformats.org/presentationml/2006/main">
  <p:tag name="KSO_WM_UNIT_FILL_FORE_SCHEMECOLOR_INDEX_1_BRIGHTNESS" val="0"/>
  <p:tag name="KSO_WM_UNIT_FILL_FORE_SCHEMECOLOR_INDEX_1" val="5"/>
  <p:tag name="KSO_WM_UNIT_FILL_FORE_SCHEMECOLOR_INDEX_1_POS" val="0"/>
  <p:tag name="KSO_WM_UNIT_FILL_FORE_SCHEMECOLOR_INDEX_1_TRANS" val="0"/>
  <p:tag name="KSO_WM_UNIT_FILL_FORE_SCHEMECOLOR_INDEX_2_BRIGHTNESS" val="0"/>
  <p:tag name="KSO_WM_UNIT_FILL_FORE_SCHEMECOLOR_INDEX_2" val="5"/>
  <p:tag name="KSO_WM_UNIT_FILL_FORE_SCHEMECOLOR_INDEX_2_POS" val="1"/>
  <p:tag name="KSO_WM_UNIT_FILL_FORE_SCHEMECOLOR_INDEX_2_TRANS" val="0"/>
  <p:tag name="KSO_WM_UNIT_FILL_GRADIENT_TYPE" val="0"/>
  <p:tag name="KSO_WM_UNIT_FILL_GRADIENT_ANGLE" val="0"/>
  <p:tag name="KSO_WM_UNIT_FILL_GRADIENT_Direction" val="3"/>
  <p:tag name="KSO_WM_UNIT_FILL_TYPE" val="3"/>
</p:tagLst>
</file>

<file path=ppt/tags/tag1312.xml><?xml version="1.0" encoding="utf-8"?>
<p:tagLst xmlns:p="http://schemas.openxmlformats.org/presentationml/2006/main">
  <p:tag name="KSO_WM_SLIDE_BK_DARK_LIGHT" val="1"/>
  <p:tag name="KSO_WM_SLIDE_BACKGROUND_TYPE" val="general"/>
</p:tagLst>
</file>

<file path=ppt/tags/tag13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15.xml><?xml version="1.0" encoding="utf-8"?>
<p:tagLst xmlns:p="http://schemas.openxmlformats.org/presentationml/2006/main">
  <p:tag name="KSO_WM_UNIT_FILL_FORE_SCHEMECOLOR_INDEX_1_BRIGHTNESS" val="0"/>
  <p:tag name="KSO_WM_UNIT_FILL_FORE_SCHEMECOLOR_INDEX_1" val="5"/>
  <p:tag name="KSO_WM_UNIT_FILL_FORE_SCHEMECOLOR_INDEX_1_POS" val="0"/>
  <p:tag name="KSO_WM_UNIT_FILL_FORE_SCHEMECOLOR_INDEX_1_TRANS" val="0"/>
  <p:tag name="KSO_WM_UNIT_FILL_FORE_SCHEMECOLOR_INDEX_2_BRIGHTNESS" val="0"/>
  <p:tag name="KSO_WM_UNIT_FILL_FORE_SCHEMECOLOR_INDEX_2" val="5"/>
  <p:tag name="KSO_WM_UNIT_FILL_FORE_SCHEMECOLOR_INDEX_2_POS" val="1"/>
  <p:tag name="KSO_WM_UNIT_FILL_FORE_SCHEMECOLOR_INDEX_2_TRANS" val="0"/>
  <p:tag name="KSO_WM_UNIT_FILL_GRADIENT_TYPE" val="0"/>
  <p:tag name="KSO_WM_UNIT_FILL_GRADIENT_ANGLE" val="0"/>
  <p:tag name="KSO_WM_UNIT_FILL_GRADIENT_Direction" val="3"/>
  <p:tag name="KSO_WM_UNIT_FILL_TYPE" val="3"/>
</p:tagLst>
</file>

<file path=ppt/tags/tag1316.xml><?xml version="1.0" encoding="utf-8"?>
<p:tagLst xmlns:p="http://schemas.openxmlformats.org/presentationml/2006/main">
  <p:tag name="KSO_WM_UNIT_FILL_FORE_SCHEMECOLOR_INDEX_BRIGHTNESS" val="0"/>
  <p:tag name="KSO_WM_UNIT_FILL_FORE_SCHEMECOLOR_INDEX" val="5"/>
  <p:tag name="KSO_WM_UNIT_FILL_TYPE" val="1"/>
</p:tagLst>
</file>

<file path=ppt/tags/tag1317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318.xml><?xml version="1.0" encoding="utf-8"?>
<p:tagLst xmlns:p="http://schemas.openxmlformats.org/presentationml/2006/main">
  <p:tag name="KSO_WM_UNIT_FILL_FORE_SCHEMECOLOR_INDEX_1_BRIGHTNESS" val="0"/>
  <p:tag name="KSO_WM_UNIT_FILL_FORE_SCHEMECOLOR_INDEX_1" val="5"/>
  <p:tag name="KSO_WM_UNIT_FILL_FORE_SCHEMECOLOR_INDEX_1_POS" val="0"/>
  <p:tag name="KSO_WM_UNIT_FILL_FORE_SCHEMECOLOR_INDEX_1_TRANS" val="0"/>
  <p:tag name="KSO_WM_UNIT_FILL_FORE_SCHEMECOLOR_INDEX_2_BRIGHTNESS" val="0"/>
  <p:tag name="KSO_WM_UNIT_FILL_FORE_SCHEMECOLOR_INDEX_2" val="5"/>
  <p:tag name="KSO_WM_UNIT_FILL_FORE_SCHEMECOLOR_INDEX_2_POS" val="1"/>
  <p:tag name="KSO_WM_UNIT_FILL_FORE_SCHEMECOLOR_INDEX_2_TRANS" val="0"/>
  <p:tag name="KSO_WM_UNIT_FILL_GRADIENT_TYPE" val="0"/>
  <p:tag name="KSO_WM_UNIT_FILL_GRADIENT_ANGLE" val="0"/>
  <p:tag name="KSO_WM_UNIT_FILL_GRADIENT_Direction" val="3"/>
  <p:tag name="KSO_WM_UNIT_FILL_TYPE" val="3"/>
</p:tagLst>
</file>

<file path=ppt/tags/tag1319.xml><?xml version="1.0" encoding="utf-8"?>
<p:tagLst xmlns:p="http://schemas.openxmlformats.org/presentationml/2006/main">
  <p:tag name="KSO_WM_SLIDE_BK_DARK_LIGHT" val="1"/>
  <p:tag name="KSO_WM_SLIDE_BACKGROUND_TYPE" val="general"/>
</p:tagLst>
</file>

<file path=ppt/tags/tag1320.xml><?xml version="1.0" encoding="utf-8"?>
<p:tagLst xmlns:p="http://schemas.openxmlformats.org/presentationml/2006/main">
  <p:tag name="KSO_WM_UNIT_ISCONTENTSTITLE" val="0"/>
  <p:tag name="KSO_WM_UNIT_PRESET_TEXT" val="添加标题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3929_11*a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ISNUMDGMTITLE" val="0"/>
</p:tagLst>
</file>

<file path=ppt/tags/tag1321.xml><?xml version="1.0" encoding="utf-8"?>
<p:tagLst xmlns:p="http://schemas.openxmlformats.org/presentationml/2006/main">
  <p:tag name="KSO_WM_UNIT_VALUE" val="1412*1796"/>
  <p:tag name="KSO_WM_UNIT_HIGHLIGHT" val="0"/>
  <p:tag name="KSO_WM_UNIT_COMPATIBLE" val="0"/>
  <p:tag name="KSO_WM_UNIT_DIAGRAM_ISNUMVISUAL" val="0"/>
  <p:tag name="KSO_WM_UNIT_DIAGRAM_ISREFERUNIT" val="0"/>
  <p:tag name="KSO_WM_UNIT_TYPE" val="d"/>
  <p:tag name="KSO_WM_UNIT_INDEX" val="1"/>
  <p:tag name="KSO_WM_UNIT_ID" val="custom20203929_11*d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SUPPORT_UNIT_TYPE" val="[&quot;d&quot;]"/>
</p:tagLst>
</file>

<file path=ppt/tags/tag1322.xml><?xml version="1.0" encoding="utf-8"?>
<p:tagLst xmlns:p="http://schemas.openxmlformats.org/presentationml/2006/main">
  <p:tag name="KSO_WM_SLIDE_ID" val="custom20203929_11"/>
  <p:tag name="KSO_WM_TEMPLATE_SUBCATEGORY" val="0"/>
  <p:tag name="KSO_WM_TEMPLATE_MASTER_TYPE" val="1"/>
  <p:tag name="KSO_WM_TEMPLATE_COLOR_TYPE" val="1"/>
  <p:tag name="KSO_WM_SLIDE_TYPE" val="text"/>
  <p:tag name="KSO_WM_SLIDE_SUBTYPE" val="picTxt"/>
  <p:tag name="KSO_WM_SLIDE_ITEM_CNT" val="0"/>
  <p:tag name="KSO_WM_SLIDE_INDEX" val="11"/>
  <p:tag name="KSO_WM_SLIDE_SIZE" val="866*400"/>
  <p:tag name="KSO_WM_SLIDE_POSITION" val="45*60"/>
  <p:tag name="KSO_WM_TAG_VERSION" val="1.0"/>
  <p:tag name="KSO_WM_BEAUTIFY_FLAG" val="#wm#"/>
  <p:tag name="KSO_WM_TEMPLATE_CATEGORY" val="custom"/>
  <p:tag name="KSO_WM_TEMPLATE_INDEX" val="20203929"/>
  <p:tag name="KSO_WM_SLIDE_LAYOUT" val="a_d_f"/>
  <p:tag name="KSO_WM_SLIDE_LAYOUT_CNT" val="1_1_1"/>
</p:tagLst>
</file>

<file path=ppt/tags/tag1323.xml><?xml version="1.0" encoding="utf-8"?>
<p:tagLst xmlns:p="http://schemas.openxmlformats.org/presentationml/2006/main">
  <p:tag name="KSO_WM_UNIT_ISCONTENTSTITLE" val="0"/>
  <p:tag name="KSO_WM_UNIT_PRESET_TEXT" val="单击此处添加标题"/>
  <p:tag name="KSO_WM_UNIT_NOCLEAR" val="0"/>
  <p:tag name="KSO_WM_UNIT_VALUE" val="35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3929_13*a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ISNUMDGMTITLE" val="0"/>
</p:tagLst>
</file>

<file path=ppt/tags/tag1324.xml><?xml version="1.0" encoding="utf-8"?>
<p:tagLst xmlns:p="http://schemas.openxmlformats.org/presentationml/2006/main">
  <p:tag name="KSO_WM_SLIDE_ID" val="custom20203929_13"/>
  <p:tag name="KSO_WM_TEMPLATE_SUBCATEGORY" val="0"/>
  <p:tag name="KSO_WM_TEMPLATE_MASTER_TYPE" val="1"/>
  <p:tag name="KSO_WM_TEMPLATE_COLOR_TYPE" val="1"/>
  <p:tag name="KSO_WM_SLIDE_TYPE" val="text"/>
  <p:tag name="KSO_WM_SLIDE_SUBTYPE" val="picTxt"/>
  <p:tag name="KSO_WM_SLIDE_ITEM_CNT" val="0"/>
  <p:tag name="KSO_WM_SLIDE_INDEX" val="13"/>
  <p:tag name="KSO_WM_SLIDE_SIZE" val="869*422"/>
  <p:tag name="KSO_WM_SLIDE_POSITION" val="45*18"/>
  <p:tag name="KSO_WM_TAG_VERSION" val="1.0"/>
  <p:tag name="KSO_WM_BEAUTIFY_FLAG" val="#wm#"/>
  <p:tag name="KSO_WM_TEMPLATE_CATEGORY" val="custom"/>
  <p:tag name="KSO_WM_TEMPLATE_INDEX" val="20203929"/>
  <p:tag name="KSO_WM_SLIDE_LAYOUT" val="a_d_f"/>
  <p:tag name="KSO_WM_SLIDE_LAYOUT_CNT" val="1_2_2"/>
</p:tagLst>
</file>

<file path=ppt/tags/tag1325.xml><?xml version="1.0" encoding="utf-8"?>
<p:tagLst xmlns:p="http://schemas.openxmlformats.org/presentationml/2006/main">
  <p:tag name="KSO_WM_UNIT_ISCONTENTSTITLE" val="0"/>
  <p:tag name="KSO_WM_UNIT_PRESET_TEXT" val="单击此处添加标题"/>
  <p:tag name="KSO_WM_UNIT_NOCLEAR" val="0"/>
  <p:tag name="KSO_WM_UNIT_VALUE" val="35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3929_13*a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ISNUMDGMTITLE" val="0"/>
</p:tagLst>
</file>

<file path=ppt/tags/tag1326.xml><?xml version="1.0" encoding="utf-8"?>
<p:tagLst xmlns:p="http://schemas.openxmlformats.org/presentationml/2006/main">
  <p:tag name="KSO_WM_UNIT_VALUE" val="802*1482"/>
  <p:tag name="KSO_WM_UNIT_HIGHLIGHT" val="0"/>
  <p:tag name="KSO_WM_UNIT_COMPATIBLE" val="0"/>
  <p:tag name="KSO_WM_UNIT_DIAGRAM_ISNUMVISUAL" val="0"/>
  <p:tag name="KSO_WM_UNIT_DIAGRAM_ISREFERUNIT" val="0"/>
  <p:tag name="KSO_WM_UNIT_TYPE" val="d"/>
  <p:tag name="KSO_WM_UNIT_INDEX" val="1"/>
  <p:tag name="KSO_WM_UNIT_ID" val="custom20203929_13*d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SUPPORT_UNIT_TYPE" val="[&quot;d&quot;]"/>
</p:tagLst>
</file>

<file path=ppt/tags/tag1327.xml><?xml version="1.0" encoding="utf-8"?>
<p:tagLst xmlns:p="http://schemas.openxmlformats.org/presentationml/2006/main">
  <p:tag name="KSO_WM_UNIT_VALUE" val="803*1487"/>
  <p:tag name="KSO_WM_UNIT_HIGHLIGHT" val="0"/>
  <p:tag name="KSO_WM_UNIT_COMPATIBLE" val="0"/>
  <p:tag name="KSO_WM_UNIT_DIAGRAM_ISNUMVISUAL" val="0"/>
  <p:tag name="KSO_WM_UNIT_DIAGRAM_ISREFERUNIT" val="0"/>
  <p:tag name="KSO_WM_UNIT_TYPE" val="d"/>
  <p:tag name="KSO_WM_UNIT_INDEX" val="2"/>
  <p:tag name="KSO_WM_UNIT_ID" val="custom20203929_13*d*2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SUPPORT_UNIT_TYPE" val="[&quot;d&quot;]"/>
</p:tagLst>
</file>

<file path=ppt/tags/tag1328.xml><?xml version="1.0" encoding="utf-8"?>
<p:tagLst xmlns:p="http://schemas.openxmlformats.org/presentationml/2006/main">
  <p:tag name="KSO_WM_SLIDE_ID" val="custom20203929_13"/>
  <p:tag name="KSO_WM_TEMPLATE_SUBCATEGORY" val="0"/>
  <p:tag name="KSO_WM_TEMPLATE_MASTER_TYPE" val="1"/>
  <p:tag name="KSO_WM_TEMPLATE_COLOR_TYPE" val="1"/>
  <p:tag name="KSO_WM_SLIDE_TYPE" val="text"/>
  <p:tag name="KSO_WM_SLIDE_SUBTYPE" val="picTxt"/>
  <p:tag name="KSO_WM_SLIDE_ITEM_CNT" val="0"/>
  <p:tag name="KSO_WM_SLIDE_INDEX" val="13"/>
  <p:tag name="KSO_WM_SLIDE_SIZE" val="869*422"/>
  <p:tag name="KSO_WM_SLIDE_POSITION" val="45*18"/>
  <p:tag name="KSO_WM_TAG_VERSION" val="1.0"/>
  <p:tag name="KSO_WM_BEAUTIFY_FLAG" val="#wm#"/>
  <p:tag name="KSO_WM_TEMPLATE_CATEGORY" val="custom"/>
  <p:tag name="KSO_WM_TEMPLATE_INDEX" val="20203929"/>
  <p:tag name="KSO_WM_SLIDE_LAYOUT" val="a_d_f"/>
  <p:tag name="KSO_WM_SLIDE_LAYOUT_CNT" val="1_2_2"/>
</p:tagLst>
</file>

<file path=ppt/tags/tag1329.xml><?xml version="1.0" encoding="utf-8"?>
<p:tagLst xmlns:p="http://schemas.openxmlformats.org/presentationml/2006/main">
  <p:tag name="KSO_WM_UNIT_ISCONTENTSTITLE" val="0"/>
  <p:tag name="KSO_WM_UNIT_PRESET_TEXT" val="单击此处添加标题"/>
  <p:tag name="KSO_WM_UNIT_NOCLEAR" val="0"/>
  <p:tag name="KSO_WM_UNIT_VALUE" val="35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3929_13*a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ISNUMDGMTITLE" val="0"/>
</p:tagLst>
</file>

<file path=ppt/tags/tag1330.xml><?xml version="1.0" encoding="utf-8"?>
<p:tagLst xmlns:p="http://schemas.openxmlformats.org/presentationml/2006/main">
  <p:tag name="KSO_WM_UNIT_VALUE" val="802*1482"/>
  <p:tag name="KSO_WM_UNIT_HIGHLIGHT" val="0"/>
  <p:tag name="KSO_WM_UNIT_COMPATIBLE" val="0"/>
  <p:tag name="KSO_WM_UNIT_DIAGRAM_ISNUMVISUAL" val="0"/>
  <p:tag name="KSO_WM_UNIT_DIAGRAM_ISREFERUNIT" val="0"/>
  <p:tag name="KSO_WM_UNIT_TYPE" val="d"/>
  <p:tag name="KSO_WM_UNIT_INDEX" val="1"/>
  <p:tag name="KSO_WM_UNIT_ID" val="custom20203929_13*d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SUPPORT_UNIT_TYPE" val="[&quot;d&quot;]"/>
</p:tagLst>
</file>

<file path=ppt/tags/tag1331.xml><?xml version="1.0" encoding="utf-8"?>
<p:tagLst xmlns:p="http://schemas.openxmlformats.org/presentationml/2006/main">
  <p:tag name="KSO_WM_UNIT_VALUE" val="803*1487"/>
  <p:tag name="KSO_WM_UNIT_HIGHLIGHT" val="0"/>
  <p:tag name="KSO_WM_UNIT_COMPATIBLE" val="0"/>
  <p:tag name="KSO_WM_UNIT_DIAGRAM_ISNUMVISUAL" val="0"/>
  <p:tag name="KSO_WM_UNIT_DIAGRAM_ISREFERUNIT" val="0"/>
  <p:tag name="KSO_WM_UNIT_TYPE" val="d"/>
  <p:tag name="KSO_WM_UNIT_INDEX" val="2"/>
  <p:tag name="KSO_WM_UNIT_ID" val="custom20203929_13*d*2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SUPPORT_UNIT_TYPE" val="[&quot;d&quot;]"/>
</p:tagLst>
</file>

<file path=ppt/tags/tag1332.xml><?xml version="1.0" encoding="utf-8"?>
<p:tagLst xmlns:p="http://schemas.openxmlformats.org/presentationml/2006/main">
  <p:tag name="KSO_WM_SLIDE_ID" val="custom20203929_13"/>
  <p:tag name="KSO_WM_TEMPLATE_SUBCATEGORY" val="0"/>
  <p:tag name="KSO_WM_TEMPLATE_MASTER_TYPE" val="1"/>
  <p:tag name="KSO_WM_TEMPLATE_COLOR_TYPE" val="1"/>
  <p:tag name="KSO_WM_SLIDE_TYPE" val="text"/>
  <p:tag name="KSO_WM_SLIDE_SUBTYPE" val="picTxt"/>
  <p:tag name="KSO_WM_SLIDE_ITEM_CNT" val="0"/>
  <p:tag name="KSO_WM_SLIDE_INDEX" val="13"/>
  <p:tag name="KSO_WM_SLIDE_SIZE" val="869*422"/>
  <p:tag name="KSO_WM_SLIDE_POSITION" val="45*18"/>
  <p:tag name="KSO_WM_TAG_VERSION" val="1.0"/>
  <p:tag name="KSO_WM_BEAUTIFY_FLAG" val="#wm#"/>
  <p:tag name="KSO_WM_TEMPLATE_CATEGORY" val="custom"/>
  <p:tag name="KSO_WM_TEMPLATE_INDEX" val="20203929"/>
  <p:tag name="KSO_WM_SLIDE_LAYOUT" val="a_d_f"/>
  <p:tag name="KSO_WM_SLIDE_LAYOUT_CNT" val="1_2_2"/>
</p:tagLst>
</file>

<file path=ppt/tags/tag13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35.xml><?xml version="1.0" encoding="utf-8"?>
<p:tagLst xmlns:p="http://schemas.openxmlformats.org/presentationml/2006/main">
  <p:tag name="KSO_WM_UNIT_LINE_FORE_SCHEMECOLOR_INDEX_BRIGHTNESS" val="0"/>
  <p:tag name="KSO_WM_UNIT_LINE_FORE_SCHEMECOLOR_INDEX" val="5"/>
  <p:tag name="KSO_WM_UNIT_LINE_FILL_TYPE" val="2"/>
</p:tagLst>
</file>

<file path=ppt/tags/tag1336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337.xml><?xml version="1.0" encoding="utf-8"?>
<p:tagLst xmlns:p="http://schemas.openxmlformats.org/presentationml/2006/main">
  <p:tag name="KSO_WM_UNIT_LINE_FORE_SCHEMECOLOR_INDEX_BRIGHTNESS" val="0"/>
  <p:tag name="KSO_WM_UNIT_LINE_FORE_SCHEMECOLOR_INDEX" val="5"/>
  <p:tag name="KSO_WM_UNIT_LINE_FILL_TYPE" val="2"/>
</p:tagLst>
</file>

<file path=ppt/tags/tag1338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339.xml><?xml version="1.0" encoding="utf-8"?>
<p:tagLst xmlns:p="http://schemas.openxmlformats.org/presentationml/2006/main">
  <p:tag name="KSO_WM_SLIDE_BK_DARK_LIGHT" val="1"/>
  <p:tag name="KSO_WM_SLIDE_BACKGROUND_TYPE" val="general"/>
</p:tagLst>
</file>

<file path=ppt/tags/tag1340.xml><?xml version="1.0" encoding="utf-8"?>
<p:tagLst xmlns:p="http://schemas.openxmlformats.org/presentationml/2006/main">
  <p:tag name="KSO_WM_UNIT_ISCONTENTSTITLE" val="0"/>
  <p:tag name="KSO_WM_UNIT_PRESET_TEXT" val="添加标题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3929_11*a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ISNUMDGMTITLE" val="0"/>
</p:tagLst>
</file>

<file path=ppt/tags/tag1341.xml><?xml version="1.0" encoding="utf-8"?>
<p:tagLst xmlns:p="http://schemas.openxmlformats.org/presentationml/2006/main">
  <p:tag name="KSO_WM_UNIT_VALUE" val="1412*1796"/>
  <p:tag name="KSO_WM_UNIT_HIGHLIGHT" val="0"/>
  <p:tag name="KSO_WM_UNIT_COMPATIBLE" val="0"/>
  <p:tag name="KSO_WM_UNIT_DIAGRAM_ISNUMVISUAL" val="0"/>
  <p:tag name="KSO_WM_UNIT_DIAGRAM_ISREFERUNIT" val="0"/>
  <p:tag name="KSO_WM_UNIT_TYPE" val="d"/>
  <p:tag name="KSO_WM_UNIT_INDEX" val="1"/>
  <p:tag name="KSO_WM_UNIT_ID" val="custom20203929_11*d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SUPPORT_UNIT_TYPE" val="[&quot;d&quot;]"/>
</p:tagLst>
</file>

<file path=ppt/tags/tag1342.xml><?xml version="1.0" encoding="utf-8"?>
<p:tagLst xmlns:p="http://schemas.openxmlformats.org/presentationml/2006/main">
  <p:tag name="KSO_WM_SLIDE_ID" val="custom20203929_11"/>
  <p:tag name="KSO_WM_TEMPLATE_SUBCATEGORY" val="0"/>
  <p:tag name="KSO_WM_TEMPLATE_MASTER_TYPE" val="1"/>
  <p:tag name="KSO_WM_TEMPLATE_COLOR_TYPE" val="1"/>
  <p:tag name="KSO_WM_SLIDE_TYPE" val="text"/>
  <p:tag name="KSO_WM_SLIDE_SUBTYPE" val="picTxt"/>
  <p:tag name="KSO_WM_SLIDE_ITEM_CNT" val="0"/>
  <p:tag name="KSO_WM_SLIDE_INDEX" val="11"/>
  <p:tag name="KSO_WM_SLIDE_SIZE" val="866*400"/>
  <p:tag name="KSO_WM_SLIDE_POSITION" val="45*60"/>
  <p:tag name="KSO_WM_TAG_VERSION" val="1.0"/>
  <p:tag name="KSO_WM_BEAUTIFY_FLAG" val="#wm#"/>
  <p:tag name="KSO_WM_TEMPLATE_CATEGORY" val="custom"/>
  <p:tag name="KSO_WM_TEMPLATE_INDEX" val="20203929"/>
  <p:tag name="KSO_WM_SLIDE_LAYOUT" val="a_d_f"/>
  <p:tag name="KSO_WM_SLIDE_LAYOUT_CNT" val="1_1_1"/>
</p:tagLst>
</file>

<file path=ppt/tags/tag13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45.xml><?xml version="1.0" encoding="utf-8"?>
<p:tagLst xmlns:p="http://schemas.openxmlformats.org/presentationml/2006/main">
  <p:tag name="KSO_WM_UNIT_LINE_FORE_SCHEMECOLOR_INDEX_BRIGHTNESS" val="0"/>
  <p:tag name="KSO_WM_UNIT_LINE_FORE_SCHEMECOLOR_INDEX" val="5"/>
  <p:tag name="KSO_WM_UNIT_LINE_FILL_TYPE" val="2"/>
</p:tagLst>
</file>

<file path=ppt/tags/tag1346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347.xml><?xml version="1.0" encoding="utf-8"?>
<p:tagLst xmlns:p="http://schemas.openxmlformats.org/presentationml/2006/main">
  <p:tag name="KSO_WM_UNIT_LINE_FORE_SCHEMECOLOR_INDEX_BRIGHTNESS" val="0"/>
  <p:tag name="KSO_WM_UNIT_LINE_FORE_SCHEMECOLOR_INDEX" val="5"/>
  <p:tag name="KSO_WM_UNIT_LINE_FILL_TYPE" val="2"/>
</p:tagLst>
</file>

<file path=ppt/tags/tag1348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349.xml><?xml version="1.0" encoding="utf-8"?>
<p:tagLst xmlns:p="http://schemas.openxmlformats.org/presentationml/2006/main">
  <p:tag name="KSO_WM_SLIDE_BK_DARK_LIGHT" val="1"/>
  <p:tag name="KSO_WM_SLIDE_BACKGROUND_TYPE" val="general"/>
</p:tagLst>
</file>

<file path=ppt/tags/tag13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52.xml><?xml version="1.0" encoding="utf-8"?>
<p:tagLst xmlns:p="http://schemas.openxmlformats.org/presentationml/2006/main">
  <p:tag name="KSO_WM_SLIDE_BK_DARK_LIGHT" val="1"/>
  <p:tag name="KSO_WM_SLIDE_BACKGROUND_TYPE" val="general"/>
</p:tagLst>
</file>

<file path=ppt/tags/tag13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55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356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357.xml><?xml version="1.0" encoding="utf-8"?>
<p:tagLst xmlns:p="http://schemas.openxmlformats.org/presentationml/2006/main">
  <p:tag name="KSO_WM_SLIDE_BK_DARK_LIGHT" val="1"/>
  <p:tag name="KSO_WM_SLIDE_BACKGROUND_TYPE" val="general"/>
</p:tagLst>
</file>

<file path=ppt/tags/tag13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60.xml><?xml version="1.0" encoding="utf-8"?>
<p:tagLst xmlns:p="http://schemas.openxmlformats.org/presentationml/2006/main">
  <p:tag name="KSO_WM_UNIT_FILL_FORE_SCHEMECOLOR_INDEX_BRIGHTNESS" val="0"/>
  <p:tag name="KSO_WM_UNIT_FILL_FORE_SCHEMECOLOR_INDEX" val="5"/>
  <p:tag name="KSO_WM_UNIT_FILL_TYPE" val="1"/>
</p:tagLst>
</file>

<file path=ppt/tags/tag1361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362.xml><?xml version="1.0" encoding="utf-8"?>
<p:tagLst xmlns:p="http://schemas.openxmlformats.org/presentationml/2006/main">
  <p:tag name="KSO_WM_UNIT_LINE_FORE_SCHEMECOLOR_INDEX_BRIGHTNESS" val="0"/>
  <p:tag name="KSO_WM_UNIT_LINE_FORE_SCHEMECOLOR_INDEX" val="5"/>
  <p:tag name="KSO_WM_UNIT_LINE_FILL_TYPE" val="2"/>
</p:tagLst>
</file>

<file path=ppt/tags/tag1363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364.xml><?xml version="1.0" encoding="utf-8"?>
<p:tagLst xmlns:p="http://schemas.openxmlformats.org/presentationml/2006/main">
  <p:tag name="KSO_WM_UNIT_FILL_FORE_SCHEMECOLOR_INDEX_BRIGHTNESS" val="0"/>
  <p:tag name="KSO_WM_UNIT_FILL_FORE_SCHEMECOLOR_INDEX" val="5"/>
  <p:tag name="KSO_WM_UNIT_FILL_TYPE" val="1"/>
</p:tagLst>
</file>

<file path=ppt/tags/tag1365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366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367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368.xml><?xml version="1.0" encoding="utf-8"?>
<p:tagLst xmlns:p="http://schemas.openxmlformats.org/presentationml/2006/main">
  <p:tag name="KSO_WM_UNIT_FILL_FORE_SCHEMECOLOR_INDEX_BRIGHTNESS" val="0"/>
  <p:tag name="KSO_WM_UNIT_FILL_FORE_SCHEMECOLOR_INDEX" val="6"/>
  <p:tag name="KSO_WM_UNIT_FILL_TYPE" val="1"/>
</p:tagLst>
</file>

<file path=ppt/tags/tag1369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370.xml><?xml version="1.0" encoding="utf-8"?>
<p:tagLst xmlns:p="http://schemas.openxmlformats.org/presentationml/2006/main">
  <p:tag name="KSO_WM_SLIDE_BK_DARK_LIGHT" val="1"/>
  <p:tag name="KSO_WM_SLIDE_BACKGROUND_TYPE" val="general"/>
</p:tagLst>
</file>

<file path=ppt/tags/tag1371.xml><?xml version="1.0" encoding="utf-8"?>
<p:tagLst xmlns:p="http://schemas.openxmlformats.org/presentationml/2006/main">
  <p:tag name="KSO_WM_UNIT_FILL_FORE_SCHEMECOLOR_INDEX_BRIGHTNESS" val="0"/>
  <p:tag name="KSO_WM_UNIT_FILL_FORE_SCHEMECOLOR_INDEX" val="5"/>
  <p:tag name="KSO_WM_UNIT_FILL_TYPE" val="1"/>
</p:tagLst>
</file>

<file path=ppt/tags/tag13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74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375.xml><?xml version="1.0" encoding="utf-8"?>
<p:tagLst xmlns:p="http://schemas.openxmlformats.org/presentationml/2006/main">
  <p:tag name="KSO_WM_SLIDE_BK_DARK_LIGHT" val="1"/>
  <p:tag name="KSO_WM_SLIDE_BACKGROUND_TYPE" val="general"/>
</p:tagLst>
</file>

<file path=ppt/tags/tag13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78.xml><?xml version="1.0" encoding="utf-8"?>
<p:tagLst xmlns:p="http://schemas.openxmlformats.org/presentationml/2006/main">
  <p:tag name="KSO_WM_UNIT_FILL_FORE_SCHEMECOLOR_INDEX_BRIGHTNESS" val="0"/>
  <p:tag name="KSO_WM_UNIT_FILL_FORE_SCHEMECOLOR_INDEX" val="8"/>
  <p:tag name="KSO_WM_UNIT_FILL_TYPE" val="1"/>
</p:tagLst>
</file>

<file path=ppt/tags/tag1379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380.xml><?xml version="1.0" encoding="utf-8"?>
<p:tagLst xmlns:p="http://schemas.openxmlformats.org/presentationml/2006/main">
  <p:tag name="KSO_WM_SLIDE_BK_DARK_LIGHT" val="1"/>
  <p:tag name="KSO_WM_SLIDE_BACKGROUND_TYPE" val="general"/>
</p:tagLst>
</file>

<file path=ppt/tags/tag13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83.xml><?xml version="1.0" encoding="utf-8"?>
<p:tagLst xmlns:p="http://schemas.openxmlformats.org/presentationml/2006/main">
  <p:tag name="KSO_WM_SLIDE_BK_DARK_LIGHT" val="1"/>
  <p:tag name="KSO_WM_SLIDE_BACKGROUND_TYPE" val="general"/>
</p:tagLst>
</file>

<file path=ppt/tags/tag1384.xml><?xml version="1.0" encoding="utf-8"?>
<p:tagLst xmlns:p="http://schemas.openxmlformats.org/presentationml/2006/main">
  <p:tag name="KSO_WM_UNIT_ISCONTENTSTITLE" val="0"/>
  <p:tag name="KSO_WM_UNIT_PRESET_TEXT" val="单击此处添加标题"/>
  <p:tag name="KSO_WM_UNIT_NOCLEAR" val="0"/>
  <p:tag name="KSO_WM_UNIT_VALUE" val="35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3929_13*a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ISNUMDGMTITLE" val="0"/>
</p:tagLst>
</file>

<file path=ppt/tags/tag1385.xml><?xml version="1.0" encoding="utf-8"?>
<p:tagLst xmlns:p="http://schemas.openxmlformats.org/presentationml/2006/main">
  <p:tag name="KSO_WM_UNIT_VALUE" val="802*1482"/>
  <p:tag name="KSO_WM_UNIT_HIGHLIGHT" val="0"/>
  <p:tag name="KSO_WM_UNIT_COMPATIBLE" val="0"/>
  <p:tag name="KSO_WM_UNIT_DIAGRAM_ISNUMVISUAL" val="0"/>
  <p:tag name="KSO_WM_UNIT_DIAGRAM_ISREFERUNIT" val="0"/>
  <p:tag name="KSO_WM_UNIT_TYPE" val="d"/>
  <p:tag name="KSO_WM_UNIT_INDEX" val="1"/>
  <p:tag name="KSO_WM_UNIT_ID" val="custom20203929_13*d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SUPPORT_UNIT_TYPE" val="[&quot;d&quot;]"/>
</p:tagLst>
</file>

<file path=ppt/tags/tag1386.xml><?xml version="1.0" encoding="utf-8"?>
<p:tagLst xmlns:p="http://schemas.openxmlformats.org/presentationml/2006/main">
  <p:tag name="KSO_WM_UNIT_VALUE" val="803*1487"/>
  <p:tag name="KSO_WM_UNIT_HIGHLIGHT" val="0"/>
  <p:tag name="KSO_WM_UNIT_COMPATIBLE" val="0"/>
  <p:tag name="KSO_WM_UNIT_DIAGRAM_ISNUMVISUAL" val="0"/>
  <p:tag name="KSO_WM_UNIT_DIAGRAM_ISREFERUNIT" val="0"/>
  <p:tag name="KSO_WM_UNIT_TYPE" val="d"/>
  <p:tag name="KSO_WM_UNIT_INDEX" val="2"/>
  <p:tag name="KSO_WM_UNIT_ID" val="custom20203929_13*d*2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SUPPORT_UNIT_TYPE" val="[&quot;d&quot;]"/>
</p:tagLst>
</file>

<file path=ppt/tags/tag1387.xml><?xml version="1.0" encoding="utf-8"?>
<p:tagLst xmlns:p="http://schemas.openxmlformats.org/presentationml/2006/main">
  <p:tag name="KSO_WM_SLIDE_ID" val="custom20203929_13"/>
  <p:tag name="KSO_WM_TEMPLATE_SUBCATEGORY" val="0"/>
  <p:tag name="KSO_WM_TEMPLATE_MASTER_TYPE" val="1"/>
  <p:tag name="KSO_WM_TEMPLATE_COLOR_TYPE" val="1"/>
  <p:tag name="KSO_WM_SLIDE_TYPE" val="text"/>
  <p:tag name="KSO_WM_SLIDE_SUBTYPE" val="picTxt"/>
  <p:tag name="KSO_WM_SLIDE_ITEM_CNT" val="0"/>
  <p:tag name="KSO_WM_SLIDE_INDEX" val="13"/>
  <p:tag name="KSO_WM_SLIDE_SIZE" val="869*422"/>
  <p:tag name="KSO_WM_SLIDE_POSITION" val="45*18"/>
  <p:tag name="KSO_WM_TAG_VERSION" val="1.0"/>
  <p:tag name="KSO_WM_BEAUTIFY_FLAG" val="#wm#"/>
  <p:tag name="KSO_WM_TEMPLATE_CATEGORY" val="custom"/>
  <p:tag name="KSO_WM_TEMPLATE_INDEX" val="20203929"/>
  <p:tag name="KSO_WM_SLIDE_LAYOUT" val="a_d_f"/>
  <p:tag name="KSO_WM_SLIDE_LAYOUT_CNT" val="1_2_2"/>
</p:tagLst>
</file>

<file path=ppt/tags/tag13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3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3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1"/>
</p:tagLst>
</file>

<file path=ppt/tags/tag1391.xml><?xml version="1.0" encoding="utf-8"?>
<p:tagLst xmlns:p="http://schemas.openxmlformats.org/presentationml/2006/main">
  <p:tag name="KSO_WM_BEAUTIFY_FLAG" val="#wm#"/>
  <p:tag name="KSO_WM_TEMPLATE_CATEGORY" val="custom"/>
  <p:tag name="KSO_WM_TEMPLATE_INDEX" val="20203929"/>
</p:tagLst>
</file>

<file path=ppt/tags/tag13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394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395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396.xml><?xml version="1.0" encoding="utf-8"?>
<p:tagLst xmlns:p="http://schemas.openxmlformats.org/presentationml/2006/main">
  <p:tag name="KSO_WM_SLIDE_BK_DARK_LIGHT" val="1"/>
  <p:tag name="KSO_WM_SLIDE_BACKGROUND_TYPE" val="general"/>
</p:tagLst>
</file>

<file path=ppt/tags/tag1397.xml><?xml version="1.0" encoding="utf-8"?>
<p:tagLst xmlns:p="http://schemas.openxmlformats.org/presentationml/2006/main">
  <p:tag name="KSO_WM_BEAUTIFY_FLAG" val="#wm#"/>
  <p:tag name="KSO_WM_TEMPLATE_CATEGORY" val="custom"/>
  <p:tag name="KSO_WM_TEMPLATE_INDEX" val="20203929"/>
</p:tagLst>
</file>

<file path=ppt/tags/tag1398.xml><?xml version="1.0" encoding="utf-8"?>
<p:tagLst xmlns:p="http://schemas.openxmlformats.org/presentationml/2006/main">
  <p:tag name="KSO_WM_UNIT_PRESET_TEXT" val="0.1"/>
  <p:tag name="KSO_WM_UNIT_NOCLEAR" val="0"/>
  <p:tag name="KSO_WM_UNIT_VALUE" val="2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custom20203929_7*e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TEXT_FILL_FORE_SCHEMECOLOR_INDEX_1_BRIGHTNESS" val="0"/>
  <p:tag name="KSO_WM_UNIT_TEXT_FILL_FORE_SCHEMECOLOR_INDEX_1" val="5"/>
  <p:tag name="KSO_WM_UNIT_TEXT_FILL_FORE_SCHEMECOLOR_INDEX_1_POS" val="0"/>
  <p:tag name="KSO_WM_UNIT_TEXT_FILL_FORE_SCHEMECOLOR_INDEX_1_TRANS" val="0"/>
  <p:tag name="KSO_WM_UNIT_TEXT_FILL_FORE_SCHEMECOLOR_INDEX_2_BRIGHTNESS" val="0"/>
  <p:tag name="KSO_WM_UNIT_TEXT_FILL_FORE_SCHEMECOLOR_INDEX_2" val="6"/>
  <p:tag name="KSO_WM_UNIT_TEXT_FILL_FORE_SCHEMECOLOR_INDEX_2_POS" val="1"/>
  <p:tag name="KSO_WM_UNIT_TEXT_FILL_FORE_SCHEMECOLOR_INDEX_2_TRANS" val="0"/>
  <p:tag name="KSO_WM_UNIT_TEXT_FILL_GRADIENT_TYPE" val="0"/>
  <p:tag name="KSO_WM_UNIT_TEXT_FILL_GRADIENT_ANGLE" val="0"/>
  <p:tag name="KSO_WM_UNIT_TEXT_FILL_GRADIENT_Direction" val="3"/>
  <p:tag name="KSO_WM_UNIT_TEXT_FILL_TYPE" val="3"/>
</p:tagLst>
</file>

<file path=ppt/tags/tag1399.xml><?xml version="1.0" encoding="utf-8"?>
<p:tagLst xmlns:p="http://schemas.openxmlformats.org/presentationml/2006/main">
  <p:tag name="KSO_WM_UNIT_ISCONTENTSTITLE" val="0"/>
  <p:tag name="KSO_WM_UNIT_PRESET_TEXT" val="单击此处添加标题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3929_7*a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ISNUMDGMTITLE" val="0"/>
  <p:tag name="KSO_WM_UNIT_TEXT_FILL_FORE_SCHEMECOLOR_INDEX_1_BRIGHTNESS" val="0"/>
  <p:tag name="KSO_WM_UNIT_TEXT_FILL_FORE_SCHEMECOLOR_INDEX_1" val="5"/>
  <p:tag name="KSO_WM_UNIT_TEXT_FILL_FORE_SCHEMECOLOR_INDEX_1_POS" val="0"/>
  <p:tag name="KSO_WM_UNIT_TEXT_FILL_FORE_SCHEMECOLOR_INDEX_1_TRANS" val="0"/>
  <p:tag name="KSO_WM_UNIT_TEXT_FILL_FORE_SCHEMECOLOR_INDEX_2_BRIGHTNESS" val="0"/>
  <p:tag name="KSO_WM_UNIT_TEXT_FILL_FORE_SCHEMECOLOR_INDEX_2" val="6"/>
  <p:tag name="KSO_WM_UNIT_TEXT_FILL_FORE_SCHEMECOLOR_INDEX_2_POS" val="1"/>
  <p:tag name="KSO_WM_UNIT_TEXT_FILL_FORE_SCHEMECOLOR_INDEX_2_TRANS" val="0"/>
  <p:tag name="KSO_WM_UNIT_TEXT_FILL_GRADIENT_TYPE" val="0"/>
  <p:tag name="KSO_WM_UNIT_TEXT_FILL_GRADIENT_ANGLE" val="0"/>
  <p:tag name="KSO_WM_UNIT_TEXT_FILL_GRADIENT_Direction" val="3"/>
  <p:tag name="KSO_WM_UNIT_TEXT_FILL_TYPE" val="3"/>
  <p:tag name="KSO_WM_UNIT_TEXT_SHADOW_SCHEMECOLOR_INDEX_BRIGHTNESS" val="0"/>
  <p:tag name="KSO_WM_UNIT_TEXT_SHADOW_SCHEMECOLOR_INDEX" val="10"/>
</p:tagLst>
</file>

<file path=ppt/tags/tag1400.xml><?xml version="1.0" encoding="utf-8"?>
<p:tagLst xmlns:p="http://schemas.openxmlformats.org/presentationml/2006/main">
  <p:tag name="KSO_WM_SLIDE_ID" val="custom20203929_7"/>
  <p:tag name="KSO_WM_TEMPLATE_SUBCATEGORY" val="0"/>
  <p:tag name="KSO_WM_TEMPLATE_MASTER_TYPE" val="1"/>
  <p:tag name="KSO_WM_TEMPLATE_COLOR_TYPE" val="1"/>
  <p:tag name="KSO_WM_SLIDE_TYPE" val="sectionTitle"/>
  <p:tag name="KSO_WM_SLIDE_SUBTYPE" val="pureTxt"/>
  <p:tag name="KSO_WM_SLIDE_ITEM_CNT" val="0"/>
  <p:tag name="KSO_WM_SLIDE_INDEX" val="7"/>
  <p:tag name="KSO_WM_TAG_VERSION" val="1.0"/>
  <p:tag name="KSO_WM_BEAUTIFY_FLAG" val="#wm#"/>
  <p:tag name="KSO_WM_TEMPLATE_CATEGORY" val="custom"/>
  <p:tag name="KSO_WM_TEMPLATE_INDEX" val="20203929"/>
  <p:tag name="KSO_WM_SLIDE_LAYOUT" val="a_b_e"/>
  <p:tag name="KSO_WM_SLIDE_LAYOUT_CNT" val="1_1_1"/>
</p:tagLst>
</file>

<file path=ppt/tags/tag14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4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403.xml><?xml version="1.0" encoding="utf-8"?>
<p:tagLst xmlns:p="http://schemas.openxmlformats.org/presentationml/2006/main">
  <p:tag name="KSO_WM_UNIT_LINE_FORE_SCHEMECOLOR_INDEX_BRIGHTNESS" val="0"/>
  <p:tag name="KSO_WM_UNIT_LINE_FORE_SCHEMECOLOR_INDEX" val="5"/>
  <p:tag name="KSO_WM_UNIT_LINE_FILL_TYPE" val="2"/>
</p:tagLst>
</file>

<file path=ppt/tags/tag1404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405.xml><?xml version="1.0" encoding="utf-8"?>
<p:tagLst xmlns:p="http://schemas.openxmlformats.org/presentationml/2006/main">
  <p:tag name="KSO_WM_UNIT_LINE_FORE_SCHEMECOLOR_INDEX_BRIGHTNESS" val="0"/>
  <p:tag name="KSO_WM_UNIT_LINE_FORE_SCHEMECOLOR_INDEX" val="5"/>
  <p:tag name="KSO_WM_UNIT_LINE_FILL_TYPE" val="2"/>
</p:tagLst>
</file>

<file path=ppt/tags/tag1406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407.xml><?xml version="1.0" encoding="utf-8"?>
<p:tagLst xmlns:p="http://schemas.openxmlformats.org/presentationml/2006/main">
  <p:tag name="KSO_WM_SLIDE_BK_DARK_LIGHT" val="1"/>
  <p:tag name="KSO_WM_SLIDE_BACKGROUND_TYPE" val="general"/>
</p:tagLst>
</file>

<file path=ppt/tags/tag14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4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410.xml><?xml version="1.0" encoding="utf-8"?>
<p:tagLst xmlns:p="http://schemas.openxmlformats.org/presentationml/2006/main">
  <p:tag name="KSO_WM_UNIT_LINE_FORE_SCHEMECOLOR_INDEX_BRIGHTNESS" val="0"/>
  <p:tag name="KSO_WM_UNIT_LINE_FORE_SCHEMECOLOR_INDEX" val="5"/>
  <p:tag name="KSO_WM_UNIT_LINE_FILL_TYPE" val="2"/>
</p:tagLst>
</file>

<file path=ppt/tags/tag1411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412.xml><?xml version="1.0" encoding="utf-8"?>
<p:tagLst xmlns:p="http://schemas.openxmlformats.org/presentationml/2006/main">
  <p:tag name="KSO_WM_UNIT_LINE_FORE_SCHEMECOLOR_INDEX_BRIGHTNESS" val="0"/>
  <p:tag name="KSO_WM_UNIT_LINE_FORE_SCHEMECOLOR_INDEX" val="5"/>
  <p:tag name="KSO_WM_UNIT_LINE_FILL_TYPE" val="2"/>
</p:tagLst>
</file>

<file path=ppt/tags/tag1413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414.xml><?xml version="1.0" encoding="utf-8"?>
<p:tagLst xmlns:p="http://schemas.openxmlformats.org/presentationml/2006/main">
  <p:tag name="KSO_WM_SLIDE_BK_DARK_LIGHT" val="1"/>
  <p:tag name="KSO_WM_SLIDE_BACKGROUND_TYPE" val="general"/>
</p:tagLst>
</file>

<file path=ppt/tags/tag14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4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417.xml><?xml version="1.0" encoding="utf-8"?>
<p:tagLst xmlns:p="http://schemas.openxmlformats.org/presentationml/2006/main">
  <p:tag name="KSO_WM_UNIT_LINE_FORE_SCHEMECOLOR_INDEX_BRIGHTNESS" val="0"/>
  <p:tag name="KSO_WM_UNIT_LINE_FORE_SCHEMECOLOR_INDEX" val="5"/>
  <p:tag name="KSO_WM_UNIT_LINE_FILL_TYPE" val="2"/>
</p:tagLst>
</file>

<file path=ppt/tags/tag1418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419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420.xml><?xml version="1.0" encoding="utf-8"?>
<p:tagLst xmlns:p="http://schemas.openxmlformats.org/presentationml/2006/main">
  <p:tag name="KSO_WM_SLIDE_BK_DARK_LIGHT" val="1"/>
  <p:tag name="KSO_WM_SLIDE_BACKGROUND_TYPE" val="general"/>
</p:tagLst>
</file>

<file path=ppt/tags/tag14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4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1"/>
  <p:tag name="KSO_WM_UNIT_TYPE" val="i"/>
</p:tagLst>
</file>

<file path=ppt/tags/tag1423.xml><?xml version="1.0" encoding="utf-8"?>
<p:tagLst xmlns:p="http://schemas.openxmlformats.org/presentationml/2006/main">
  <p:tag name="KSO_WM_UNIT_LINE_FORE_SCHEMECOLOR_INDEX_BRIGHTNESS" val="0"/>
  <p:tag name="KSO_WM_UNIT_LINE_FORE_SCHEMECOLOR_INDEX" val="5"/>
  <p:tag name="KSO_WM_UNIT_LINE_FILL_TYPE" val="2"/>
</p:tagLst>
</file>

<file path=ppt/tags/tag1424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425.xml><?xml version="1.0" encoding="utf-8"?>
<p:tagLst xmlns:p="http://schemas.openxmlformats.org/presentationml/2006/main">
  <p:tag name="KSO_WM_UNIT_LINE_FORE_SCHEMECOLOR_INDEX_BRIGHTNESS" val="0"/>
  <p:tag name="KSO_WM_UNIT_LINE_FORE_SCHEMECOLOR_INDEX" val="5"/>
  <p:tag name="KSO_WM_UNIT_LINE_FILL_TYPE" val="2"/>
</p:tagLst>
</file>

<file path=ppt/tags/tag1426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1427.xml><?xml version="1.0" encoding="utf-8"?>
<p:tagLst xmlns:p="http://schemas.openxmlformats.org/presentationml/2006/main">
  <p:tag name="KSO_WM_SLIDE_BK_DARK_LIGHT" val="1"/>
  <p:tag name="KSO_WM_SLIDE_BACKGROUND_TYPE" val="general"/>
</p:tagLst>
</file>

<file path=ppt/tags/tag1428.xml><?xml version="1.0" encoding="utf-8"?>
<p:tagLst xmlns:p="http://schemas.openxmlformats.org/presentationml/2006/main">
  <p:tag name="KSO_WM_UNIT_ISCONTENTSTITLE" val="0"/>
  <p:tag name="KSO_WM_UNIT_PRESET_TEXT" val="谢谢收看"/>
  <p:tag name="KSO_WM_UNIT_NOCLEAR" val="1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3929_15*a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ISNUMDGMTITLE" val="0"/>
</p:tagLst>
</file>

<file path=ppt/tags/tag1429.xml><?xml version="1.0" encoding="utf-8"?>
<p:tagLst xmlns:p="http://schemas.openxmlformats.org/presentationml/2006/main">
  <p:tag name="KSO_WM_UNIT_ISCONTENTSTITLE" val="0"/>
  <p:tag name="KSO_WM_UNIT_PRESET_TEXT" val="202X-202X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3929_15*b*1"/>
  <p:tag name="KSO_WM_TEMPLATE_CATEGORY" val="custom"/>
  <p:tag name="KSO_WM_TEMPLATE_INDEX" val="20203929"/>
  <p:tag name="KSO_WM_UNIT_LAYERLEVEL" val="1"/>
  <p:tag name="KSO_WM_TAG_VERSION" val="1.0"/>
  <p:tag name="KSO_WM_BEAUTIFY_FLAG" val="#wm#"/>
  <p:tag name="KSO_WM_UNIT_ISNUMDGMTITLE" val="0"/>
</p:tagLst>
</file>

<file path=ppt/tags/tag1430.xml><?xml version="1.0" encoding="utf-8"?>
<p:tagLst xmlns:p="http://schemas.openxmlformats.org/presentationml/2006/main">
  <p:tag name="KSO_WM_SLIDE_ID" val="custom20203929_15"/>
  <p:tag name="KSO_WM_TEMPLATE_SUBCATEGORY" val="0"/>
  <p:tag name="KSO_WM_TEMPLATE_MASTER_TYPE" val="1"/>
  <p:tag name="KSO_WM_TEMPLATE_COLOR_TYPE" val="1"/>
  <p:tag name="KSO_WM_SLIDE_TYPE" val="endPage"/>
  <p:tag name="KSO_WM_SLIDE_SUBTYPE" val="pureTxt"/>
  <p:tag name="KSO_WM_SLIDE_ITEM_CNT" val="0"/>
  <p:tag name="KSO_WM_SLIDE_INDEX" val="15"/>
  <p:tag name="KSO_WM_TAG_VERSION" val="1.0"/>
  <p:tag name="KSO_WM_BEAUTIFY_FLAG" val="#wm#"/>
  <p:tag name="KSO_WM_TEMPLATE_CATEGORY" val="custom"/>
  <p:tag name="KSO_WM_TEMPLATE_INDEX" val="20203929"/>
  <p:tag name="KSO_WM_SLIDE_LAYOUT" val="a_b"/>
  <p:tag name="KSO_WM_SLIDE_LAYOUT_CNT" val="1_1"/>
</p:tagLst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32323"/>
      </a:accent1>
      <a:accent2>
        <a:srgbClr val="EBEBEB"/>
      </a:accent2>
      <a:accent3>
        <a:srgbClr val="919191"/>
      </a:accent3>
      <a:accent4>
        <a:srgbClr val="ADADAD"/>
      </a:accent4>
      <a:accent5>
        <a:srgbClr val="C79E7F"/>
      </a:accent5>
      <a:accent6>
        <a:srgbClr val="C27F6C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">
      <a:dk1>
        <a:srgbClr val="000000"/>
      </a:dk1>
      <a:lt1>
        <a:srgbClr val="FFFFFF"/>
      </a:lt1>
      <a:dk2>
        <a:srgbClr val="02252A"/>
      </a:dk2>
      <a:lt2>
        <a:srgbClr val="044B54"/>
      </a:lt2>
      <a:accent1>
        <a:srgbClr val="019AAD"/>
      </a:accent1>
      <a:accent2>
        <a:srgbClr val="0E9E8B"/>
      </a:accent2>
      <a:accent3>
        <a:srgbClr val="1CA268"/>
      </a:accent3>
      <a:accent4>
        <a:srgbClr val="29A546"/>
      </a:accent4>
      <a:accent5>
        <a:srgbClr val="37A923"/>
      </a:accent5>
      <a:accent6>
        <a:srgbClr val="44AD01"/>
      </a:accent6>
      <a:hlink>
        <a:srgbClr val="658BD5"/>
      </a:hlink>
      <a:folHlink>
        <a:srgbClr val="A16AA5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3_Office 主题​​">
  <a:themeElements>
    <a:clrScheme name="">
      <a:dk1>
        <a:srgbClr val="000000"/>
      </a:dk1>
      <a:lt1>
        <a:srgbClr val="FFFFFF"/>
      </a:lt1>
      <a:dk2>
        <a:srgbClr val="02252A"/>
      </a:dk2>
      <a:lt2>
        <a:srgbClr val="044B54"/>
      </a:lt2>
      <a:accent1>
        <a:srgbClr val="019AAD"/>
      </a:accent1>
      <a:accent2>
        <a:srgbClr val="0E9E8B"/>
      </a:accent2>
      <a:accent3>
        <a:srgbClr val="1CA268"/>
      </a:accent3>
      <a:accent4>
        <a:srgbClr val="29A546"/>
      </a:accent4>
      <a:accent5>
        <a:srgbClr val="37A923"/>
      </a:accent5>
      <a:accent6>
        <a:srgbClr val="44AD01"/>
      </a:accent6>
      <a:hlink>
        <a:srgbClr val="658BD5"/>
      </a:hlink>
      <a:folHlink>
        <a:srgbClr val="A16AA5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16_Office 主题​​">
  <a:themeElements>
    <a:clrScheme name="">
      <a:dk1>
        <a:srgbClr val="000000"/>
      </a:dk1>
      <a:lt1>
        <a:srgbClr val="FFFFFF"/>
      </a:lt1>
      <a:dk2>
        <a:srgbClr val="02252A"/>
      </a:dk2>
      <a:lt2>
        <a:srgbClr val="044B54"/>
      </a:lt2>
      <a:accent1>
        <a:srgbClr val="019AAD"/>
      </a:accent1>
      <a:accent2>
        <a:srgbClr val="0E9E8B"/>
      </a:accent2>
      <a:accent3>
        <a:srgbClr val="1CA268"/>
      </a:accent3>
      <a:accent4>
        <a:srgbClr val="29A546"/>
      </a:accent4>
      <a:accent5>
        <a:srgbClr val="37A923"/>
      </a:accent5>
      <a:accent6>
        <a:srgbClr val="44AD01"/>
      </a:accent6>
      <a:hlink>
        <a:srgbClr val="658BD5"/>
      </a:hlink>
      <a:folHlink>
        <a:srgbClr val="A16AA5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7_Office 主题​​">
  <a:themeElements>
    <a:clrScheme name="">
      <a:dk1>
        <a:srgbClr val="000000"/>
      </a:dk1>
      <a:lt1>
        <a:srgbClr val="FFFFFF"/>
      </a:lt1>
      <a:dk2>
        <a:srgbClr val="02252A"/>
      </a:dk2>
      <a:lt2>
        <a:srgbClr val="044B54"/>
      </a:lt2>
      <a:accent1>
        <a:srgbClr val="019AAD"/>
      </a:accent1>
      <a:accent2>
        <a:srgbClr val="0E9E8B"/>
      </a:accent2>
      <a:accent3>
        <a:srgbClr val="1CA268"/>
      </a:accent3>
      <a:accent4>
        <a:srgbClr val="29A546"/>
      </a:accent4>
      <a:accent5>
        <a:srgbClr val="37A923"/>
      </a:accent5>
      <a:accent6>
        <a:srgbClr val="44AD01"/>
      </a:accent6>
      <a:hlink>
        <a:srgbClr val="658BD5"/>
      </a:hlink>
      <a:folHlink>
        <a:srgbClr val="A16AA5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18_Office 主题​​">
  <a:themeElements>
    <a:clrScheme name="">
      <a:dk1>
        <a:srgbClr val="000000"/>
      </a:dk1>
      <a:lt1>
        <a:srgbClr val="FFFFFF"/>
      </a:lt1>
      <a:dk2>
        <a:srgbClr val="02252A"/>
      </a:dk2>
      <a:lt2>
        <a:srgbClr val="044B54"/>
      </a:lt2>
      <a:accent1>
        <a:srgbClr val="019AAD"/>
      </a:accent1>
      <a:accent2>
        <a:srgbClr val="0E9E8B"/>
      </a:accent2>
      <a:accent3>
        <a:srgbClr val="1CA268"/>
      </a:accent3>
      <a:accent4>
        <a:srgbClr val="29A546"/>
      </a:accent4>
      <a:accent5>
        <a:srgbClr val="37A923"/>
      </a:accent5>
      <a:accent6>
        <a:srgbClr val="44AD01"/>
      </a:accent6>
      <a:hlink>
        <a:srgbClr val="658BD5"/>
      </a:hlink>
      <a:folHlink>
        <a:srgbClr val="A16AA5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7_Office 主题​​">
  <a:themeElements>
    <a:clrScheme name="">
      <a:dk1>
        <a:srgbClr val="000000"/>
      </a:dk1>
      <a:lt1>
        <a:srgbClr val="FFFFFF"/>
      </a:lt1>
      <a:dk2>
        <a:srgbClr val="02252A"/>
      </a:dk2>
      <a:lt2>
        <a:srgbClr val="044B54"/>
      </a:lt2>
      <a:accent1>
        <a:srgbClr val="019AAD"/>
      </a:accent1>
      <a:accent2>
        <a:srgbClr val="0E9E8B"/>
      </a:accent2>
      <a:accent3>
        <a:srgbClr val="1CA268"/>
      </a:accent3>
      <a:accent4>
        <a:srgbClr val="29A546"/>
      </a:accent4>
      <a:accent5>
        <a:srgbClr val="37A923"/>
      </a:accent5>
      <a:accent6>
        <a:srgbClr val="44AD01"/>
      </a:accent6>
      <a:hlink>
        <a:srgbClr val="658BD5"/>
      </a:hlink>
      <a:folHlink>
        <a:srgbClr val="A16AA5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19_Office 主题​​">
  <a:themeElements>
    <a:clrScheme name="">
      <a:dk1>
        <a:srgbClr val="000000"/>
      </a:dk1>
      <a:lt1>
        <a:srgbClr val="FFFFFF"/>
      </a:lt1>
      <a:dk2>
        <a:srgbClr val="02252A"/>
      </a:dk2>
      <a:lt2>
        <a:srgbClr val="044B54"/>
      </a:lt2>
      <a:accent1>
        <a:srgbClr val="019AAD"/>
      </a:accent1>
      <a:accent2>
        <a:srgbClr val="0E9E8B"/>
      </a:accent2>
      <a:accent3>
        <a:srgbClr val="1CA268"/>
      </a:accent3>
      <a:accent4>
        <a:srgbClr val="29A546"/>
      </a:accent4>
      <a:accent5>
        <a:srgbClr val="37A923"/>
      </a:accent5>
      <a:accent6>
        <a:srgbClr val="44AD01"/>
      </a:accent6>
      <a:hlink>
        <a:srgbClr val="658BD5"/>
      </a:hlink>
      <a:folHlink>
        <a:srgbClr val="A16AA5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22_Office 主题​​">
  <a:themeElements>
    <a:clrScheme name="">
      <a:dk1>
        <a:srgbClr val="000000"/>
      </a:dk1>
      <a:lt1>
        <a:srgbClr val="FFFFFF"/>
      </a:lt1>
      <a:dk2>
        <a:srgbClr val="02252A"/>
      </a:dk2>
      <a:lt2>
        <a:srgbClr val="044B54"/>
      </a:lt2>
      <a:accent1>
        <a:srgbClr val="019AAD"/>
      </a:accent1>
      <a:accent2>
        <a:srgbClr val="0E9E8B"/>
      </a:accent2>
      <a:accent3>
        <a:srgbClr val="1CA268"/>
      </a:accent3>
      <a:accent4>
        <a:srgbClr val="29A546"/>
      </a:accent4>
      <a:accent5>
        <a:srgbClr val="37A923"/>
      </a:accent5>
      <a:accent6>
        <a:srgbClr val="44AD01"/>
      </a:accent6>
      <a:hlink>
        <a:srgbClr val="658BD5"/>
      </a:hlink>
      <a:folHlink>
        <a:srgbClr val="A16AA5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4_Office 主题​​">
  <a:themeElements>
    <a:clrScheme name="00.2">
      <a:dk1>
        <a:sysClr val="windowText" lastClr="000000"/>
      </a:dk1>
      <a:lt1>
        <a:sysClr val="window" lastClr="FFFFFF"/>
      </a:lt1>
      <a:dk2>
        <a:srgbClr val="02252A"/>
      </a:dk2>
      <a:lt2>
        <a:srgbClr val="044B54"/>
      </a:lt2>
      <a:accent1>
        <a:srgbClr val="019AAD"/>
      </a:accent1>
      <a:accent2>
        <a:srgbClr val="0E9E8B"/>
      </a:accent2>
      <a:accent3>
        <a:srgbClr val="1CA268"/>
      </a:accent3>
      <a:accent4>
        <a:srgbClr val="29A546"/>
      </a:accent4>
      <a:accent5>
        <a:srgbClr val="37A923"/>
      </a:accent5>
      <a:accent6>
        <a:srgbClr val="44AD01"/>
      </a:accent6>
      <a:hlink>
        <a:srgbClr val="658BD5"/>
      </a:hlink>
      <a:folHlink>
        <a:srgbClr val="A16AA5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32323"/>
      </a:accent1>
      <a:accent2>
        <a:srgbClr val="EBEBEB"/>
      </a:accent2>
      <a:accent3>
        <a:srgbClr val="919191"/>
      </a:accent3>
      <a:accent4>
        <a:srgbClr val="ADADAD"/>
      </a:accent4>
      <a:accent5>
        <a:srgbClr val="C79E7F"/>
      </a:accent5>
      <a:accent6>
        <a:srgbClr val="C27F6C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2849</Words>
  <Application>WPS 演示</Application>
  <PresentationFormat>On-screen Show (16:9)</PresentationFormat>
  <Paragraphs>297</Paragraphs>
  <Slides>38</Slides>
  <Notes>31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38</vt:i4>
      </vt:variant>
    </vt:vector>
  </HeadingPairs>
  <TitlesOfParts>
    <vt:vector size="66" baseType="lpstr">
      <vt:lpstr>Arial</vt:lpstr>
      <vt:lpstr>宋体</vt:lpstr>
      <vt:lpstr>Wingdings</vt:lpstr>
      <vt:lpstr>微软雅黑</vt:lpstr>
      <vt:lpstr>汉仪旗黑-85S</vt:lpstr>
      <vt:lpstr>黑体</vt:lpstr>
      <vt:lpstr>MiSans</vt:lpstr>
      <vt:lpstr>Segoe Print</vt:lpstr>
      <vt:lpstr>MiSans</vt:lpstr>
      <vt:lpstr>MiSans</vt:lpstr>
      <vt:lpstr>Montserrat Semi Bold</vt:lpstr>
      <vt:lpstr>Montserrat-Bold</vt:lpstr>
      <vt:lpstr>MingLiU-ExtB</vt:lpstr>
      <vt:lpstr>Segoe UI</vt:lpstr>
      <vt:lpstr>Wingdings</vt:lpstr>
      <vt:lpstr>Arial Unicode MS</vt:lpstr>
      <vt:lpstr>Calibri</vt:lpstr>
      <vt:lpstr>等线</vt:lpstr>
      <vt:lpstr>Custom Theme</vt:lpstr>
      <vt:lpstr>1_Office 主题​​</vt:lpstr>
      <vt:lpstr>3_Office 主题​​</vt:lpstr>
      <vt:lpstr>16_Office 主题​​</vt:lpstr>
      <vt:lpstr>17_Office 主题​​</vt:lpstr>
      <vt:lpstr>18_Office 主题​​</vt:lpstr>
      <vt:lpstr>7_Office 主题​​</vt:lpstr>
      <vt:lpstr>19_Office 主题​​</vt:lpstr>
      <vt:lpstr>22_Office 主题​​</vt:lpstr>
      <vt:lpstr>4_Office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数据预处理</vt:lpstr>
      <vt:lpstr>数据预处理</vt:lpstr>
      <vt:lpstr>数据预处理</vt:lpstr>
      <vt:lpstr>PowerPoint 演示文稿</vt:lpstr>
      <vt:lpstr>PowerPoint 演示文稿</vt:lpstr>
      <vt:lpstr>PowerPoint 演示文稿</vt:lpstr>
      <vt:lpstr>模块一：探究播放量、收藏量、分享量、评论量以及作者粉丝数之间的线性相关关系。</vt:lpstr>
      <vt:lpstr>模块二：高价值标签挖掘</vt:lpstr>
      <vt:lpstr>模块二：高价值标签挖掘</vt:lpstr>
      <vt:lpstr>模块二：高价值标签挖掘</vt:lpstr>
      <vt:lpstr>PowerPoint 演示文稿</vt:lpstr>
      <vt:lpstr>模块三：多元线性回归进一步分析标签特性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模块十：时序分析</vt:lpstr>
      <vt:lpstr>模块十一：文本分析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谢谢收看</vt:lpstr>
    </vt:vector>
  </TitlesOfParts>
  <Company>Moonshot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网易云歌单数据解码：播放量飙升的隐藏公式</dc:title>
  <dc:creator>Kimi</dc:creator>
  <dc:subject>网易云歌单数据解码：播放量飙升的隐藏公式</dc:subject>
  <cp:lastModifiedBy>mlm</cp:lastModifiedBy>
  <cp:revision>10</cp:revision>
  <dcterms:created xsi:type="dcterms:W3CDTF">2025-12-11T06:11:00Z</dcterms:created>
  <dcterms:modified xsi:type="dcterms:W3CDTF">2025-12-22T14:50:02Z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网易云歌单数据解码：播放量飙升的隐藏公式","ContentProducer":"001191110108MACG2KBH8F10000","ProduceID":"d4t5vsqebk42ro2c8qo0","ReservedCode1":"","ContentPropagator":"001191110108MACG2KBH8F20000","PropagateID":"d4t5vsqebk42ro2c8qo0","ReservedCode2":""}</vt:lpwstr>
  </property>
  <property fmtid="{D5CDD505-2E9C-101B-9397-08002B2CF9AE}" pid="3" name="KSOProductBuildVer">
    <vt:lpwstr>2052-12.1.0.24034</vt:lpwstr>
  </property>
  <property fmtid="{D5CDD505-2E9C-101B-9397-08002B2CF9AE}" pid="4" name="ICV">
    <vt:lpwstr>29B4FE391E344EF784A0F6669F346EAE_13</vt:lpwstr>
  </property>
</Properties>
</file>